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3"/>
  </p:notesMasterIdLst>
  <p:sldIdLst>
    <p:sldId id="256" r:id="rId2"/>
    <p:sldId id="258" r:id="rId3"/>
    <p:sldId id="261" r:id="rId4"/>
    <p:sldId id="260" r:id="rId5"/>
    <p:sldId id="257" r:id="rId6"/>
    <p:sldId id="282" r:id="rId7"/>
    <p:sldId id="259" r:id="rId8"/>
    <p:sldId id="307" r:id="rId9"/>
    <p:sldId id="308" r:id="rId10"/>
    <p:sldId id="274" r:id="rId11"/>
    <p:sldId id="263" r:id="rId12"/>
    <p:sldId id="273" r:id="rId13"/>
    <p:sldId id="311" r:id="rId14"/>
    <p:sldId id="309" r:id="rId15"/>
    <p:sldId id="312" r:id="rId16"/>
    <p:sldId id="310" r:id="rId17"/>
    <p:sldId id="313" r:id="rId18"/>
    <p:sldId id="314" r:id="rId19"/>
    <p:sldId id="315" r:id="rId20"/>
    <p:sldId id="316" r:id="rId21"/>
    <p:sldId id="317" r:id="rId22"/>
    <p:sldId id="318" r:id="rId23"/>
    <p:sldId id="276" r:id="rId24"/>
    <p:sldId id="319" r:id="rId25"/>
    <p:sldId id="269" r:id="rId26"/>
    <p:sldId id="320" r:id="rId27"/>
    <p:sldId id="270" r:id="rId28"/>
    <p:sldId id="280" r:id="rId29"/>
    <p:sldId id="321" r:id="rId30"/>
    <p:sldId id="322" r:id="rId31"/>
    <p:sldId id="264" r:id="rId32"/>
  </p:sldIdLst>
  <p:sldSz cx="9144000" cy="5143500" type="screen16x9"/>
  <p:notesSz cx="6858000" cy="9144000"/>
  <p:embeddedFontLst>
    <p:embeddedFont>
      <p:font typeface="Yusei Magic" panose="020B0604020202020204" charset="-128"/>
      <p:regular r:id="rId34"/>
    </p:embeddedFont>
    <p:embeddedFont>
      <p:font typeface="Hind" panose="02000000000000000000" pitchFamily="2" charset="0"/>
      <p:regular r:id="rId35"/>
      <p:bold r:id="rId36"/>
    </p:embeddedFont>
    <p:embeddedFont>
      <p:font typeface="Roboto Condensed Light" panose="02000000000000000000"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B2B818-65DB-49FA-97D0-649C85066344}" v="1" dt="2024-05-09T11:25:14.834"/>
  </p1510:revLst>
</p1510:revInfo>
</file>

<file path=ppt/tableStyles.xml><?xml version="1.0" encoding="utf-8"?>
<a:tblStyleLst xmlns:a="http://schemas.openxmlformats.org/drawingml/2006/main" def="{BCAFC88A-9EE4-4F6F-AAE3-A696AE2FE52E}">
  <a:tblStyle styleId="{BCAFC88A-9EE4-4F6F-AAE3-A696AE2FE52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25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g1088ead8d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2" name="Google Shape;1242;g1088ead8d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4" name="Google Shape;131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8" name="Google Shape;1288;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6"/>
        <p:cNvGrpSpPr/>
        <p:nvPr/>
      </p:nvGrpSpPr>
      <p:grpSpPr>
        <a:xfrm>
          <a:off x="0" y="0"/>
          <a:ext cx="0" cy="0"/>
          <a:chOff x="0" y="0"/>
          <a:chExt cx="0" cy="0"/>
        </a:xfrm>
      </p:grpSpPr>
      <p:sp>
        <p:nvSpPr>
          <p:cNvPr id="1927" name="Google Shape;1927;g10893ef53f8_0_6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8" name="Google Shape;1928;g10893ef53f8_0_6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1" name="Google Shape;1281;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8" name="Google Shape;1288;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874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0269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g10893ef53f8_0_50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0" name="Google Shape;1760;g10893ef53f8_0_50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10893ef53f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10893ef53f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6122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268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9248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1409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21983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8260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4" name="Google Shape;131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908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88395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1191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604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5"/>
        <p:cNvGrpSpPr/>
        <p:nvPr/>
      </p:nvGrpSpPr>
      <p:grpSpPr>
        <a:xfrm>
          <a:off x="0" y="0"/>
          <a:ext cx="0" cy="0"/>
          <a:chOff x="0" y="0"/>
          <a:chExt cx="0" cy="0"/>
        </a:xfrm>
      </p:grpSpPr>
      <p:sp>
        <p:nvSpPr>
          <p:cNvPr id="1776" name="Google Shape;1776;g10893ef53f8_0_6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7" name="Google Shape;1777;g10893ef53f8_0_6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650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0893ef53f8_0_5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0893ef53f8_0_5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5658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g10893ef53f8_0_3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7" name="Google Shape;1697;g10893ef53f8_0_3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109ffcb916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109ffcb916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109ffcb916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109ffcb916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2823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109ffcb916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9" name="Google Shape;1909;g109ffcb916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5894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g10893ef53f8_0_3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6" name="Google Shape;1416;g10893ef53f8_0_3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916304" y="1651848"/>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694625" y="1067725"/>
            <a:ext cx="3984600" cy="23037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694625" y="3658250"/>
            <a:ext cx="3984600" cy="4758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7657825" y="3103799"/>
            <a:ext cx="2995303" cy="1721654"/>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915753" y="1077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783587" y="38533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411271" y="2840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a:off x="7516598" y="1031800"/>
            <a:ext cx="309000" cy="305294"/>
            <a:chOff x="8360310" y="1124637"/>
            <a:chExt cx="309000" cy="305294"/>
          </a:xfrm>
        </p:grpSpPr>
        <p:sp>
          <p:nvSpPr>
            <p:cNvPr id="17" name="Google Shape;17;p2"/>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8620554" y="294921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2"/>
          <p:cNvGrpSpPr/>
          <p:nvPr/>
        </p:nvGrpSpPr>
        <p:grpSpPr>
          <a:xfrm>
            <a:off x="2935349" y="553799"/>
            <a:ext cx="476564" cy="301542"/>
            <a:chOff x="591136" y="2177236"/>
            <a:chExt cx="476564" cy="301542"/>
          </a:xfrm>
        </p:grpSpPr>
        <p:sp>
          <p:nvSpPr>
            <p:cNvPr id="27" name="Google Shape;27;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a:off x="6254794" y="328409"/>
            <a:ext cx="474643" cy="301588"/>
            <a:chOff x="7593894" y="395296"/>
            <a:chExt cx="474643" cy="301588"/>
          </a:xfrm>
        </p:grpSpPr>
        <p:sp>
          <p:nvSpPr>
            <p:cNvPr id="30" name="Google Shape;30;p2"/>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32;p2"/>
          <p:cNvGrpSpPr/>
          <p:nvPr/>
        </p:nvGrpSpPr>
        <p:grpSpPr>
          <a:xfrm>
            <a:off x="8426093" y="1788930"/>
            <a:ext cx="474643" cy="299712"/>
            <a:chOff x="7729218" y="1694205"/>
            <a:chExt cx="474643" cy="299712"/>
          </a:xfrm>
        </p:grpSpPr>
        <p:sp>
          <p:nvSpPr>
            <p:cNvPr id="33" name="Google Shape;33;p2"/>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a:off x="6755103"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430937" y="40048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127498" y="4520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942435" y="447067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520617" y="46195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421852" y="-181433"/>
            <a:ext cx="1985536" cy="1455081"/>
            <a:chOff x="238125" y="896375"/>
            <a:chExt cx="635575" cy="465775"/>
          </a:xfrm>
        </p:grpSpPr>
        <p:sp>
          <p:nvSpPr>
            <p:cNvPr id="41" name="Google Shape;41;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8000380" y="-657975"/>
            <a:ext cx="1340699" cy="1721646"/>
            <a:chOff x="2659350" y="1746500"/>
            <a:chExt cx="379350" cy="487125"/>
          </a:xfrm>
        </p:grpSpPr>
        <p:sp>
          <p:nvSpPr>
            <p:cNvPr id="47" name="Google Shape;47;p2"/>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1251424" y="4362736"/>
            <a:ext cx="476564" cy="301542"/>
            <a:chOff x="591136" y="2177236"/>
            <a:chExt cx="476564" cy="301542"/>
          </a:xfrm>
        </p:grpSpPr>
        <p:sp>
          <p:nvSpPr>
            <p:cNvPr id="51" name="Google Shape;51;p2"/>
            <p:cNvSpPr/>
            <p:nvPr/>
          </p:nvSpPr>
          <p:spPr>
            <a:xfrm>
              <a:off x="600471" y="2186525"/>
              <a:ext cx="457895" cy="282964"/>
            </a:xfrm>
            <a:custGeom>
              <a:avLst/>
              <a:gdLst/>
              <a:ahLst/>
              <a:cxnLst/>
              <a:rect l="l" t="t" r="r" b="b"/>
              <a:pathLst>
                <a:path w="10007" h="6184" extrusionOk="0">
                  <a:moveTo>
                    <a:pt x="4719" y="1"/>
                  </a:moveTo>
                  <a:lnTo>
                    <a:pt x="4393" y="41"/>
                  </a:lnTo>
                  <a:lnTo>
                    <a:pt x="4109" y="163"/>
                  </a:lnTo>
                  <a:lnTo>
                    <a:pt x="3824" y="285"/>
                  </a:lnTo>
                  <a:lnTo>
                    <a:pt x="3580" y="448"/>
                  </a:lnTo>
                  <a:lnTo>
                    <a:pt x="3336" y="651"/>
                  </a:lnTo>
                  <a:lnTo>
                    <a:pt x="3132" y="895"/>
                  </a:lnTo>
                  <a:lnTo>
                    <a:pt x="2970" y="1180"/>
                  </a:lnTo>
                  <a:lnTo>
                    <a:pt x="2848" y="1465"/>
                  </a:lnTo>
                  <a:lnTo>
                    <a:pt x="2766" y="1750"/>
                  </a:lnTo>
                  <a:lnTo>
                    <a:pt x="2685" y="2075"/>
                  </a:lnTo>
                  <a:lnTo>
                    <a:pt x="2644" y="2360"/>
                  </a:lnTo>
                  <a:lnTo>
                    <a:pt x="2644" y="2685"/>
                  </a:lnTo>
                  <a:lnTo>
                    <a:pt x="2685" y="3011"/>
                  </a:lnTo>
                  <a:lnTo>
                    <a:pt x="2441" y="2848"/>
                  </a:lnTo>
                  <a:lnTo>
                    <a:pt x="2197" y="2767"/>
                  </a:lnTo>
                  <a:lnTo>
                    <a:pt x="1953" y="2726"/>
                  </a:lnTo>
                  <a:lnTo>
                    <a:pt x="1709" y="2685"/>
                  </a:lnTo>
                  <a:lnTo>
                    <a:pt x="1424" y="2685"/>
                  </a:lnTo>
                  <a:lnTo>
                    <a:pt x="1180" y="2767"/>
                  </a:lnTo>
                  <a:lnTo>
                    <a:pt x="936" y="2848"/>
                  </a:lnTo>
                  <a:lnTo>
                    <a:pt x="692" y="2970"/>
                  </a:lnTo>
                  <a:lnTo>
                    <a:pt x="529" y="3092"/>
                  </a:lnTo>
                  <a:lnTo>
                    <a:pt x="407" y="3255"/>
                  </a:lnTo>
                  <a:lnTo>
                    <a:pt x="204" y="3539"/>
                  </a:lnTo>
                  <a:lnTo>
                    <a:pt x="41" y="3905"/>
                  </a:lnTo>
                  <a:lnTo>
                    <a:pt x="0" y="4312"/>
                  </a:lnTo>
                  <a:lnTo>
                    <a:pt x="0" y="4678"/>
                  </a:lnTo>
                  <a:lnTo>
                    <a:pt x="82" y="5044"/>
                  </a:lnTo>
                  <a:lnTo>
                    <a:pt x="244" y="5410"/>
                  </a:lnTo>
                  <a:lnTo>
                    <a:pt x="366" y="5532"/>
                  </a:lnTo>
                  <a:lnTo>
                    <a:pt x="529" y="5695"/>
                  </a:lnTo>
                  <a:lnTo>
                    <a:pt x="814" y="5899"/>
                  </a:lnTo>
                  <a:lnTo>
                    <a:pt x="1180" y="6021"/>
                  </a:lnTo>
                  <a:lnTo>
                    <a:pt x="1587" y="6102"/>
                  </a:lnTo>
                  <a:lnTo>
                    <a:pt x="1993" y="6183"/>
                  </a:lnTo>
                  <a:lnTo>
                    <a:pt x="3580" y="6183"/>
                  </a:lnTo>
                  <a:lnTo>
                    <a:pt x="4678" y="6143"/>
                  </a:lnTo>
                  <a:lnTo>
                    <a:pt x="5776" y="6102"/>
                  </a:lnTo>
                  <a:lnTo>
                    <a:pt x="6834" y="6021"/>
                  </a:lnTo>
                  <a:lnTo>
                    <a:pt x="7932" y="5939"/>
                  </a:lnTo>
                  <a:lnTo>
                    <a:pt x="8583" y="5817"/>
                  </a:lnTo>
                  <a:lnTo>
                    <a:pt x="8908" y="5736"/>
                  </a:lnTo>
                  <a:lnTo>
                    <a:pt x="9193" y="5614"/>
                  </a:lnTo>
                  <a:lnTo>
                    <a:pt x="9478" y="5451"/>
                  </a:lnTo>
                  <a:lnTo>
                    <a:pt x="9722" y="5288"/>
                  </a:lnTo>
                  <a:lnTo>
                    <a:pt x="9885" y="5044"/>
                  </a:lnTo>
                  <a:lnTo>
                    <a:pt x="9966" y="4760"/>
                  </a:lnTo>
                  <a:lnTo>
                    <a:pt x="10007" y="4556"/>
                  </a:lnTo>
                  <a:lnTo>
                    <a:pt x="10007" y="4353"/>
                  </a:lnTo>
                  <a:lnTo>
                    <a:pt x="9925" y="4150"/>
                  </a:lnTo>
                  <a:lnTo>
                    <a:pt x="9844" y="3987"/>
                  </a:lnTo>
                  <a:lnTo>
                    <a:pt x="9722" y="3783"/>
                  </a:lnTo>
                  <a:lnTo>
                    <a:pt x="9600" y="3661"/>
                  </a:lnTo>
                  <a:lnTo>
                    <a:pt x="9437" y="3539"/>
                  </a:lnTo>
                  <a:lnTo>
                    <a:pt x="9234" y="3417"/>
                  </a:lnTo>
                  <a:lnTo>
                    <a:pt x="9071" y="3377"/>
                  </a:lnTo>
                  <a:lnTo>
                    <a:pt x="8868" y="3336"/>
                  </a:lnTo>
                  <a:lnTo>
                    <a:pt x="8664" y="3295"/>
                  </a:lnTo>
                  <a:lnTo>
                    <a:pt x="8461" y="3336"/>
                  </a:lnTo>
                  <a:lnTo>
                    <a:pt x="8054" y="3417"/>
                  </a:lnTo>
                  <a:lnTo>
                    <a:pt x="7688" y="3621"/>
                  </a:lnTo>
                  <a:lnTo>
                    <a:pt x="7769" y="3458"/>
                  </a:lnTo>
                  <a:lnTo>
                    <a:pt x="7810" y="3336"/>
                  </a:lnTo>
                  <a:lnTo>
                    <a:pt x="7810" y="3011"/>
                  </a:lnTo>
                  <a:lnTo>
                    <a:pt x="7769" y="2726"/>
                  </a:lnTo>
                  <a:lnTo>
                    <a:pt x="7688" y="2563"/>
                  </a:lnTo>
                  <a:lnTo>
                    <a:pt x="7607" y="2441"/>
                  </a:lnTo>
                  <a:lnTo>
                    <a:pt x="7485" y="2360"/>
                  </a:lnTo>
                  <a:lnTo>
                    <a:pt x="7363" y="2278"/>
                  </a:lnTo>
                  <a:lnTo>
                    <a:pt x="7078" y="2156"/>
                  </a:lnTo>
                  <a:lnTo>
                    <a:pt x="6631" y="2156"/>
                  </a:lnTo>
                  <a:lnTo>
                    <a:pt x="6468" y="2197"/>
                  </a:lnTo>
                  <a:lnTo>
                    <a:pt x="6549" y="1912"/>
                  </a:lnTo>
                  <a:lnTo>
                    <a:pt x="6590" y="1628"/>
                  </a:lnTo>
                  <a:lnTo>
                    <a:pt x="6549" y="1302"/>
                  </a:lnTo>
                  <a:lnTo>
                    <a:pt x="6468" y="1017"/>
                  </a:lnTo>
                  <a:lnTo>
                    <a:pt x="6305" y="733"/>
                  </a:lnTo>
                  <a:lnTo>
                    <a:pt x="6102" y="489"/>
                  </a:lnTo>
                  <a:lnTo>
                    <a:pt x="5898" y="285"/>
                  </a:lnTo>
                  <a:lnTo>
                    <a:pt x="5614" y="123"/>
                  </a:lnTo>
                  <a:lnTo>
                    <a:pt x="5329" y="41"/>
                  </a:lnTo>
                  <a:lnTo>
                    <a:pt x="5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91136" y="2177236"/>
              <a:ext cx="476564" cy="301542"/>
            </a:xfrm>
            <a:custGeom>
              <a:avLst/>
              <a:gdLst/>
              <a:ahLst/>
              <a:cxnLst/>
              <a:rect l="l" t="t" r="r" b="b"/>
              <a:pathLst>
                <a:path w="10415" h="6590" extrusionOk="0">
                  <a:moveTo>
                    <a:pt x="5329" y="407"/>
                  </a:moveTo>
                  <a:lnTo>
                    <a:pt x="5533" y="448"/>
                  </a:lnTo>
                  <a:lnTo>
                    <a:pt x="5736" y="529"/>
                  </a:lnTo>
                  <a:lnTo>
                    <a:pt x="5899" y="610"/>
                  </a:lnTo>
                  <a:lnTo>
                    <a:pt x="6062" y="732"/>
                  </a:lnTo>
                  <a:lnTo>
                    <a:pt x="6224" y="854"/>
                  </a:lnTo>
                  <a:lnTo>
                    <a:pt x="6346" y="1017"/>
                  </a:lnTo>
                  <a:lnTo>
                    <a:pt x="6428" y="1180"/>
                  </a:lnTo>
                  <a:lnTo>
                    <a:pt x="6509" y="1383"/>
                  </a:lnTo>
                  <a:lnTo>
                    <a:pt x="6550" y="1546"/>
                  </a:lnTo>
                  <a:lnTo>
                    <a:pt x="6590" y="1749"/>
                  </a:lnTo>
                  <a:lnTo>
                    <a:pt x="6590" y="1953"/>
                  </a:lnTo>
                  <a:lnTo>
                    <a:pt x="6550" y="2115"/>
                  </a:lnTo>
                  <a:lnTo>
                    <a:pt x="6509" y="2319"/>
                  </a:lnTo>
                  <a:lnTo>
                    <a:pt x="6468" y="2441"/>
                  </a:lnTo>
                  <a:lnTo>
                    <a:pt x="6509" y="2522"/>
                  </a:lnTo>
                  <a:lnTo>
                    <a:pt x="6590" y="2603"/>
                  </a:lnTo>
                  <a:lnTo>
                    <a:pt x="6712" y="2603"/>
                  </a:lnTo>
                  <a:lnTo>
                    <a:pt x="6997" y="2563"/>
                  </a:lnTo>
                  <a:lnTo>
                    <a:pt x="7241" y="2563"/>
                  </a:lnTo>
                  <a:lnTo>
                    <a:pt x="7445" y="2644"/>
                  </a:lnTo>
                  <a:lnTo>
                    <a:pt x="7607" y="2807"/>
                  </a:lnTo>
                  <a:lnTo>
                    <a:pt x="7770" y="2970"/>
                  </a:lnTo>
                  <a:lnTo>
                    <a:pt x="7811" y="3214"/>
                  </a:lnTo>
                  <a:lnTo>
                    <a:pt x="7811" y="3458"/>
                  </a:lnTo>
                  <a:lnTo>
                    <a:pt x="7729" y="3702"/>
                  </a:lnTo>
                  <a:lnTo>
                    <a:pt x="7689" y="3783"/>
                  </a:lnTo>
                  <a:lnTo>
                    <a:pt x="7689" y="3824"/>
                  </a:lnTo>
                  <a:lnTo>
                    <a:pt x="7770" y="3946"/>
                  </a:lnTo>
                  <a:lnTo>
                    <a:pt x="7851" y="3986"/>
                  </a:lnTo>
                  <a:lnTo>
                    <a:pt x="7973" y="3986"/>
                  </a:lnTo>
                  <a:lnTo>
                    <a:pt x="8299" y="3824"/>
                  </a:lnTo>
                  <a:lnTo>
                    <a:pt x="8665" y="3742"/>
                  </a:lnTo>
                  <a:lnTo>
                    <a:pt x="9031" y="3702"/>
                  </a:lnTo>
                  <a:lnTo>
                    <a:pt x="9194" y="3742"/>
                  </a:lnTo>
                  <a:lnTo>
                    <a:pt x="9397" y="3824"/>
                  </a:lnTo>
                  <a:lnTo>
                    <a:pt x="9519" y="3905"/>
                  </a:lnTo>
                  <a:lnTo>
                    <a:pt x="9641" y="3986"/>
                  </a:lnTo>
                  <a:lnTo>
                    <a:pt x="9763" y="4108"/>
                  </a:lnTo>
                  <a:lnTo>
                    <a:pt x="9885" y="4271"/>
                  </a:lnTo>
                  <a:lnTo>
                    <a:pt x="9967" y="4393"/>
                  </a:lnTo>
                  <a:lnTo>
                    <a:pt x="10007" y="4556"/>
                  </a:lnTo>
                  <a:lnTo>
                    <a:pt x="10007" y="4719"/>
                  </a:lnTo>
                  <a:lnTo>
                    <a:pt x="10007" y="4922"/>
                  </a:lnTo>
                  <a:lnTo>
                    <a:pt x="9885" y="5166"/>
                  </a:lnTo>
                  <a:lnTo>
                    <a:pt x="9723" y="5369"/>
                  </a:lnTo>
                  <a:lnTo>
                    <a:pt x="9519" y="5573"/>
                  </a:lnTo>
                  <a:lnTo>
                    <a:pt x="9234" y="5695"/>
                  </a:lnTo>
                  <a:lnTo>
                    <a:pt x="8950" y="5776"/>
                  </a:lnTo>
                  <a:lnTo>
                    <a:pt x="8665" y="5858"/>
                  </a:lnTo>
                  <a:lnTo>
                    <a:pt x="8136" y="5939"/>
                  </a:lnTo>
                  <a:lnTo>
                    <a:pt x="6753" y="6061"/>
                  </a:lnTo>
                  <a:lnTo>
                    <a:pt x="5411" y="6142"/>
                  </a:lnTo>
                  <a:lnTo>
                    <a:pt x="4069" y="6183"/>
                  </a:lnTo>
                  <a:lnTo>
                    <a:pt x="2197" y="6183"/>
                  </a:lnTo>
                  <a:lnTo>
                    <a:pt x="1669" y="6102"/>
                  </a:lnTo>
                  <a:lnTo>
                    <a:pt x="1384" y="6020"/>
                  </a:lnTo>
                  <a:lnTo>
                    <a:pt x="1181" y="5939"/>
                  </a:lnTo>
                  <a:lnTo>
                    <a:pt x="936" y="5817"/>
                  </a:lnTo>
                  <a:lnTo>
                    <a:pt x="733" y="5654"/>
                  </a:lnTo>
                  <a:lnTo>
                    <a:pt x="611" y="5451"/>
                  </a:lnTo>
                  <a:lnTo>
                    <a:pt x="489" y="5247"/>
                  </a:lnTo>
                  <a:lnTo>
                    <a:pt x="408" y="5003"/>
                  </a:lnTo>
                  <a:lnTo>
                    <a:pt x="367" y="4800"/>
                  </a:lnTo>
                  <a:lnTo>
                    <a:pt x="367" y="4556"/>
                  </a:lnTo>
                  <a:lnTo>
                    <a:pt x="408" y="4312"/>
                  </a:lnTo>
                  <a:lnTo>
                    <a:pt x="489" y="4068"/>
                  </a:lnTo>
                  <a:lnTo>
                    <a:pt x="570" y="3864"/>
                  </a:lnTo>
                  <a:lnTo>
                    <a:pt x="733" y="3580"/>
                  </a:lnTo>
                  <a:lnTo>
                    <a:pt x="977" y="3376"/>
                  </a:lnTo>
                  <a:lnTo>
                    <a:pt x="1262" y="3214"/>
                  </a:lnTo>
                  <a:lnTo>
                    <a:pt x="1547" y="3132"/>
                  </a:lnTo>
                  <a:lnTo>
                    <a:pt x="1872" y="3092"/>
                  </a:lnTo>
                  <a:lnTo>
                    <a:pt x="2197" y="3132"/>
                  </a:lnTo>
                  <a:lnTo>
                    <a:pt x="2482" y="3214"/>
                  </a:lnTo>
                  <a:lnTo>
                    <a:pt x="2767" y="3376"/>
                  </a:lnTo>
                  <a:lnTo>
                    <a:pt x="2889" y="3417"/>
                  </a:lnTo>
                  <a:lnTo>
                    <a:pt x="2970" y="3376"/>
                  </a:lnTo>
                  <a:lnTo>
                    <a:pt x="3052" y="3295"/>
                  </a:lnTo>
                  <a:lnTo>
                    <a:pt x="3092" y="3214"/>
                  </a:lnTo>
                  <a:lnTo>
                    <a:pt x="3052" y="2766"/>
                  </a:lnTo>
                  <a:lnTo>
                    <a:pt x="3092" y="2319"/>
                  </a:lnTo>
                  <a:lnTo>
                    <a:pt x="3214" y="1871"/>
                  </a:lnTo>
                  <a:lnTo>
                    <a:pt x="3377" y="1465"/>
                  </a:lnTo>
                  <a:lnTo>
                    <a:pt x="3621" y="1098"/>
                  </a:lnTo>
                  <a:lnTo>
                    <a:pt x="3906" y="814"/>
                  </a:lnTo>
                  <a:lnTo>
                    <a:pt x="4109" y="692"/>
                  </a:lnTo>
                  <a:lnTo>
                    <a:pt x="4272" y="570"/>
                  </a:lnTo>
                  <a:lnTo>
                    <a:pt x="4516" y="488"/>
                  </a:lnTo>
                  <a:lnTo>
                    <a:pt x="4719" y="407"/>
                  </a:lnTo>
                  <a:close/>
                  <a:moveTo>
                    <a:pt x="4882" y="0"/>
                  </a:moveTo>
                  <a:lnTo>
                    <a:pt x="4597" y="41"/>
                  </a:lnTo>
                  <a:lnTo>
                    <a:pt x="4353" y="122"/>
                  </a:lnTo>
                  <a:lnTo>
                    <a:pt x="4069" y="244"/>
                  </a:lnTo>
                  <a:lnTo>
                    <a:pt x="3865" y="366"/>
                  </a:lnTo>
                  <a:lnTo>
                    <a:pt x="3621" y="529"/>
                  </a:lnTo>
                  <a:lnTo>
                    <a:pt x="3458" y="692"/>
                  </a:lnTo>
                  <a:lnTo>
                    <a:pt x="3296" y="895"/>
                  </a:lnTo>
                  <a:lnTo>
                    <a:pt x="3133" y="1098"/>
                  </a:lnTo>
                  <a:lnTo>
                    <a:pt x="3011" y="1342"/>
                  </a:lnTo>
                  <a:lnTo>
                    <a:pt x="2889" y="1587"/>
                  </a:lnTo>
                  <a:lnTo>
                    <a:pt x="2726" y="2115"/>
                  </a:lnTo>
                  <a:lnTo>
                    <a:pt x="2645" y="2644"/>
                  </a:lnTo>
                  <a:lnTo>
                    <a:pt x="2662" y="2878"/>
                  </a:lnTo>
                  <a:lnTo>
                    <a:pt x="2662" y="2878"/>
                  </a:lnTo>
                  <a:lnTo>
                    <a:pt x="2401" y="2766"/>
                  </a:lnTo>
                  <a:lnTo>
                    <a:pt x="2075" y="2685"/>
                  </a:lnTo>
                  <a:lnTo>
                    <a:pt x="1750" y="2685"/>
                  </a:lnTo>
                  <a:lnTo>
                    <a:pt x="1465" y="2725"/>
                  </a:lnTo>
                  <a:lnTo>
                    <a:pt x="1140" y="2847"/>
                  </a:lnTo>
                  <a:lnTo>
                    <a:pt x="855" y="2970"/>
                  </a:lnTo>
                  <a:lnTo>
                    <a:pt x="611" y="3173"/>
                  </a:lnTo>
                  <a:lnTo>
                    <a:pt x="408" y="3376"/>
                  </a:lnTo>
                  <a:lnTo>
                    <a:pt x="245" y="3580"/>
                  </a:lnTo>
                  <a:lnTo>
                    <a:pt x="123" y="3824"/>
                  </a:lnTo>
                  <a:lnTo>
                    <a:pt x="42" y="4068"/>
                  </a:lnTo>
                  <a:lnTo>
                    <a:pt x="1" y="4353"/>
                  </a:lnTo>
                  <a:lnTo>
                    <a:pt x="1" y="4637"/>
                  </a:lnTo>
                  <a:lnTo>
                    <a:pt x="1" y="4881"/>
                  </a:lnTo>
                  <a:lnTo>
                    <a:pt x="42" y="5166"/>
                  </a:lnTo>
                  <a:lnTo>
                    <a:pt x="164" y="5451"/>
                  </a:lnTo>
                  <a:lnTo>
                    <a:pt x="286" y="5695"/>
                  </a:lnTo>
                  <a:lnTo>
                    <a:pt x="448" y="5939"/>
                  </a:lnTo>
                  <a:lnTo>
                    <a:pt x="692" y="6102"/>
                  </a:lnTo>
                  <a:lnTo>
                    <a:pt x="896" y="6264"/>
                  </a:lnTo>
                  <a:lnTo>
                    <a:pt x="1181" y="6346"/>
                  </a:lnTo>
                  <a:lnTo>
                    <a:pt x="1425" y="6468"/>
                  </a:lnTo>
                  <a:lnTo>
                    <a:pt x="1709" y="6508"/>
                  </a:lnTo>
                  <a:lnTo>
                    <a:pt x="2319" y="6590"/>
                  </a:lnTo>
                  <a:lnTo>
                    <a:pt x="4109" y="6590"/>
                  </a:lnTo>
                  <a:lnTo>
                    <a:pt x="6102" y="6508"/>
                  </a:lnTo>
                  <a:lnTo>
                    <a:pt x="8136" y="6346"/>
                  </a:lnTo>
                  <a:lnTo>
                    <a:pt x="8502" y="6305"/>
                  </a:lnTo>
                  <a:lnTo>
                    <a:pt x="8868" y="6224"/>
                  </a:lnTo>
                  <a:lnTo>
                    <a:pt x="9234" y="6102"/>
                  </a:lnTo>
                  <a:lnTo>
                    <a:pt x="9600" y="5939"/>
                  </a:lnTo>
                  <a:lnTo>
                    <a:pt x="9926" y="5735"/>
                  </a:lnTo>
                  <a:lnTo>
                    <a:pt x="10048" y="5613"/>
                  </a:lnTo>
                  <a:lnTo>
                    <a:pt x="10170" y="5451"/>
                  </a:lnTo>
                  <a:lnTo>
                    <a:pt x="10292" y="5329"/>
                  </a:lnTo>
                  <a:lnTo>
                    <a:pt x="10333" y="5125"/>
                  </a:lnTo>
                  <a:lnTo>
                    <a:pt x="10414" y="4963"/>
                  </a:lnTo>
                  <a:lnTo>
                    <a:pt x="10414" y="4759"/>
                  </a:lnTo>
                  <a:lnTo>
                    <a:pt x="10414" y="4556"/>
                  </a:lnTo>
                  <a:lnTo>
                    <a:pt x="10333" y="4353"/>
                  </a:lnTo>
                  <a:lnTo>
                    <a:pt x="10292" y="4149"/>
                  </a:lnTo>
                  <a:lnTo>
                    <a:pt x="10170" y="3986"/>
                  </a:lnTo>
                  <a:lnTo>
                    <a:pt x="10048" y="3824"/>
                  </a:lnTo>
                  <a:lnTo>
                    <a:pt x="9885" y="3661"/>
                  </a:lnTo>
                  <a:lnTo>
                    <a:pt x="9723" y="3539"/>
                  </a:lnTo>
                  <a:lnTo>
                    <a:pt x="9560" y="3458"/>
                  </a:lnTo>
                  <a:lnTo>
                    <a:pt x="9356" y="3376"/>
                  </a:lnTo>
                  <a:lnTo>
                    <a:pt x="9112" y="3336"/>
                  </a:lnTo>
                  <a:lnTo>
                    <a:pt x="8868" y="3295"/>
                  </a:lnTo>
                  <a:lnTo>
                    <a:pt x="8665" y="3336"/>
                  </a:lnTo>
                  <a:lnTo>
                    <a:pt x="8421" y="3376"/>
                  </a:lnTo>
                  <a:lnTo>
                    <a:pt x="8218" y="3417"/>
                  </a:lnTo>
                  <a:lnTo>
                    <a:pt x="8209" y="3421"/>
                  </a:lnTo>
                  <a:lnTo>
                    <a:pt x="8218" y="3376"/>
                  </a:lnTo>
                  <a:lnTo>
                    <a:pt x="8218" y="3173"/>
                  </a:lnTo>
                  <a:lnTo>
                    <a:pt x="8177" y="3010"/>
                  </a:lnTo>
                  <a:lnTo>
                    <a:pt x="8136" y="2847"/>
                  </a:lnTo>
                  <a:lnTo>
                    <a:pt x="8055" y="2685"/>
                  </a:lnTo>
                  <a:lnTo>
                    <a:pt x="7933" y="2522"/>
                  </a:lnTo>
                  <a:lnTo>
                    <a:pt x="7811" y="2400"/>
                  </a:lnTo>
                  <a:lnTo>
                    <a:pt x="7648" y="2278"/>
                  </a:lnTo>
                  <a:lnTo>
                    <a:pt x="7485" y="2237"/>
                  </a:lnTo>
                  <a:lnTo>
                    <a:pt x="7323" y="2156"/>
                  </a:lnTo>
                  <a:lnTo>
                    <a:pt x="6940" y="2156"/>
                  </a:lnTo>
                  <a:lnTo>
                    <a:pt x="6957" y="2075"/>
                  </a:lnTo>
                  <a:lnTo>
                    <a:pt x="6997" y="1831"/>
                  </a:lnTo>
                  <a:lnTo>
                    <a:pt x="6957" y="1587"/>
                  </a:lnTo>
                  <a:lnTo>
                    <a:pt x="6916" y="1342"/>
                  </a:lnTo>
                  <a:lnTo>
                    <a:pt x="6835" y="1139"/>
                  </a:lnTo>
                  <a:lnTo>
                    <a:pt x="6753" y="936"/>
                  </a:lnTo>
                  <a:lnTo>
                    <a:pt x="6590" y="732"/>
                  </a:lnTo>
                  <a:lnTo>
                    <a:pt x="6428" y="529"/>
                  </a:lnTo>
                  <a:lnTo>
                    <a:pt x="6265" y="366"/>
                  </a:lnTo>
                  <a:lnTo>
                    <a:pt x="6062" y="244"/>
                  </a:lnTo>
                  <a:lnTo>
                    <a:pt x="5858" y="122"/>
                  </a:lnTo>
                  <a:lnTo>
                    <a:pt x="5614" y="41"/>
                  </a:lnTo>
                  <a:lnTo>
                    <a:pt x="5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2"/>
          <p:cNvGrpSpPr/>
          <p:nvPr/>
        </p:nvGrpSpPr>
        <p:grpSpPr>
          <a:xfrm rot="10800000">
            <a:off x="7879939" y="4171104"/>
            <a:ext cx="1566947" cy="1148322"/>
            <a:chOff x="238125" y="896375"/>
            <a:chExt cx="635575" cy="465775"/>
          </a:xfrm>
        </p:grpSpPr>
        <p:sp>
          <p:nvSpPr>
            <p:cNvPr id="54" name="Google Shape;54;p2"/>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2"/>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581987" y="4739780"/>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542479" y="5233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2"/>
          <p:cNvGrpSpPr/>
          <p:nvPr/>
        </p:nvGrpSpPr>
        <p:grpSpPr>
          <a:xfrm>
            <a:off x="4563981" y="3034877"/>
            <a:ext cx="307124" cy="305294"/>
            <a:chOff x="1026043" y="1162815"/>
            <a:chExt cx="307124" cy="305294"/>
          </a:xfrm>
        </p:grpSpPr>
        <p:sp>
          <p:nvSpPr>
            <p:cNvPr id="63" name="Google Shape;63;p2"/>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3"/>
          <p:cNvSpPr/>
          <p:nvPr/>
        </p:nvSpPr>
        <p:spPr>
          <a:xfrm>
            <a:off x="-1801179" y="-3267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txBox="1">
            <a:spLocks noGrp="1"/>
          </p:cNvSpPr>
          <p:nvPr>
            <p:ph type="title"/>
          </p:nvPr>
        </p:nvSpPr>
        <p:spPr>
          <a:xfrm>
            <a:off x="720000" y="1763625"/>
            <a:ext cx="3739200" cy="19155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4" name="Google Shape;74;p3"/>
          <p:cNvSpPr txBox="1">
            <a:spLocks noGrp="1"/>
          </p:cNvSpPr>
          <p:nvPr>
            <p:ph type="title" idx="2" hasCustomPrompt="1"/>
          </p:nvPr>
        </p:nvSpPr>
        <p:spPr>
          <a:xfrm>
            <a:off x="720000" y="674750"/>
            <a:ext cx="1056900" cy="1061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62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5" name="Google Shape;75;p3"/>
          <p:cNvSpPr txBox="1">
            <a:spLocks noGrp="1"/>
          </p:cNvSpPr>
          <p:nvPr>
            <p:ph type="subTitle" idx="1"/>
          </p:nvPr>
        </p:nvSpPr>
        <p:spPr>
          <a:xfrm>
            <a:off x="720000" y="3679125"/>
            <a:ext cx="30810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6" name="Google Shape;76;p3"/>
          <p:cNvSpPr/>
          <p:nvPr/>
        </p:nvSpPr>
        <p:spPr>
          <a:xfrm>
            <a:off x="4631173"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5109037" y="38455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6649446"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 name="Google Shape;79;p3"/>
          <p:cNvGrpSpPr/>
          <p:nvPr/>
        </p:nvGrpSpPr>
        <p:grpSpPr>
          <a:xfrm>
            <a:off x="4652169" y="1433409"/>
            <a:ext cx="474643" cy="301588"/>
            <a:chOff x="7593894" y="395296"/>
            <a:chExt cx="474643" cy="301588"/>
          </a:xfrm>
        </p:grpSpPr>
        <p:sp>
          <p:nvSpPr>
            <p:cNvPr id="80" name="Google Shape;80;p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a:off x="3810806" y="4287417"/>
            <a:ext cx="474643" cy="299712"/>
            <a:chOff x="7729218" y="1694205"/>
            <a:chExt cx="474643" cy="299712"/>
          </a:xfrm>
        </p:grpSpPr>
        <p:sp>
          <p:nvSpPr>
            <p:cNvPr id="83" name="Google Shape;83;p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3"/>
          <p:cNvSpPr/>
          <p:nvPr/>
        </p:nvSpPr>
        <p:spPr>
          <a:xfrm>
            <a:off x="8071696"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3"/>
          <p:cNvGrpSpPr/>
          <p:nvPr/>
        </p:nvGrpSpPr>
        <p:grpSpPr>
          <a:xfrm rot="-5400000">
            <a:off x="2853946" y="-1110167"/>
            <a:ext cx="1915490" cy="2459786"/>
            <a:chOff x="2659350" y="1746500"/>
            <a:chExt cx="379350" cy="487125"/>
          </a:xfrm>
        </p:grpSpPr>
        <p:sp>
          <p:nvSpPr>
            <p:cNvPr id="87" name="Google Shape;87;p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3"/>
          <p:cNvSpPr/>
          <p:nvPr/>
        </p:nvSpPr>
        <p:spPr>
          <a:xfrm>
            <a:off x="1727996" y="4019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444778"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3"/>
          <p:cNvGrpSpPr/>
          <p:nvPr/>
        </p:nvGrpSpPr>
        <p:grpSpPr>
          <a:xfrm>
            <a:off x="7349044" y="3624409"/>
            <a:ext cx="2408503" cy="2408503"/>
            <a:chOff x="7349044" y="3624409"/>
            <a:chExt cx="2408503" cy="2408503"/>
          </a:xfrm>
        </p:grpSpPr>
        <p:sp>
          <p:nvSpPr>
            <p:cNvPr id="93" name="Google Shape;93;p3"/>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3"/>
          <p:cNvGrpSpPr/>
          <p:nvPr/>
        </p:nvGrpSpPr>
        <p:grpSpPr>
          <a:xfrm>
            <a:off x="4418443" y="3066427"/>
            <a:ext cx="307124" cy="305294"/>
            <a:chOff x="1026043" y="1162815"/>
            <a:chExt cx="307124" cy="305294"/>
          </a:xfrm>
        </p:grpSpPr>
        <p:sp>
          <p:nvSpPr>
            <p:cNvPr id="98" name="Google Shape;98;p3"/>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8642073" y="187675"/>
            <a:ext cx="309000" cy="305294"/>
            <a:chOff x="8360310" y="1124637"/>
            <a:chExt cx="309000" cy="305294"/>
          </a:xfrm>
        </p:grpSpPr>
        <p:sp>
          <p:nvSpPr>
            <p:cNvPr id="107" name="Google Shape;107;p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3"/>
          <p:cNvSpPr/>
          <p:nvPr/>
        </p:nvSpPr>
        <p:spPr>
          <a:xfrm>
            <a:off x="3162073"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2437897" y="45871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7"/>
        <p:cNvGrpSpPr/>
        <p:nvPr/>
      </p:nvGrpSpPr>
      <p:grpSpPr>
        <a:xfrm>
          <a:off x="0" y="0"/>
          <a:ext cx="0" cy="0"/>
          <a:chOff x="0" y="0"/>
          <a:chExt cx="0" cy="0"/>
        </a:xfrm>
      </p:grpSpPr>
      <p:sp>
        <p:nvSpPr>
          <p:cNvPr id="118" name="Google Shape;1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19" name="Google Shape;119;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Char char="■"/>
              <a:defRPr>
                <a:solidFill>
                  <a:srgbClr val="434343"/>
                </a:solidFill>
              </a:defRPr>
            </a:lvl9pPr>
          </a:lstStyle>
          <a:p>
            <a:endParaRPr/>
          </a:p>
        </p:txBody>
      </p:sp>
      <p:sp>
        <p:nvSpPr>
          <p:cNvPr id="120" name="Google Shape;120;p4"/>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4"/>
          <p:cNvGrpSpPr/>
          <p:nvPr/>
        </p:nvGrpSpPr>
        <p:grpSpPr>
          <a:xfrm rot="-1707809" flipH="1">
            <a:off x="-717545" y="-721343"/>
            <a:ext cx="1340703" cy="1721669"/>
            <a:chOff x="2659350" y="1746500"/>
            <a:chExt cx="379350" cy="487125"/>
          </a:xfrm>
        </p:grpSpPr>
        <p:sp>
          <p:nvSpPr>
            <p:cNvPr id="122" name="Google Shape;122;p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4"/>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 name="Google Shape;127;p4"/>
          <p:cNvGrpSpPr/>
          <p:nvPr/>
        </p:nvGrpSpPr>
        <p:grpSpPr>
          <a:xfrm>
            <a:off x="8116881" y="393465"/>
            <a:ext cx="307124" cy="305294"/>
            <a:chOff x="1026043" y="1162815"/>
            <a:chExt cx="307124" cy="305294"/>
          </a:xfrm>
        </p:grpSpPr>
        <p:sp>
          <p:nvSpPr>
            <p:cNvPr id="128" name="Google Shape;128;p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4"/>
          <p:cNvGrpSpPr/>
          <p:nvPr/>
        </p:nvGrpSpPr>
        <p:grpSpPr>
          <a:xfrm>
            <a:off x="886093" y="581517"/>
            <a:ext cx="474643" cy="299712"/>
            <a:chOff x="7729218" y="1694205"/>
            <a:chExt cx="474643" cy="299712"/>
          </a:xfrm>
        </p:grpSpPr>
        <p:sp>
          <p:nvSpPr>
            <p:cNvPr id="137" name="Google Shape;137;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4"/>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 name="Google Shape;143;p4"/>
          <p:cNvGrpSpPr/>
          <p:nvPr/>
        </p:nvGrpSpPr>
        <p:grpSpPr>
          <a:xfrm>
            <a:off x="6749493" y="4363642"/>
            <a:ext cx="474643" cy="299712"/>
            <a:chOff x="7729218" y="1694205"/>
            <a:chExt cx="474643" cy="299712"/>
          </a:xfrm>
        </p:grpSpPr>
        <p:sp>
          <p:nvSpPr>
            <p:cNvPr id="144" name="Google Shape;144;p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 name="Google Shape;146;p4"/>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4"/>
          <p:cNvGrpSpPr/>
          <p:nvPr/>
        </p:nvGrpSpPr>
        <p:grpSpPr>
          <a:xfrm rot="10800000">
            <a:off x="7371465" y="3831622"/>
            <a:ext cx="2299701" cy="1685267"/>
            <a:chOff x="238125" y="896375"/>
            <a:chExt cx="635575" cy="465775"/>
          </a:xfrm>
        </p:grpSpPr>
        <p:sp>
          <p:nvSpPr>
            <p:cNvPr id="149" name="Google Shape;149;p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8"/>
        <p:cNvGrpSpPr/>
        <p:nvPr/>
      </p:nvGrpSpPr>
      <p:grpSpPr>
        <a:xfrm>
          <a:off x="0" y="0"/>
          <a:ext cx="0" cy="0"/>
          <a:chOff x="0" y="0"/>
          <a:chExt cx="0" cy="0"/>
        </a:xfrm>
      </p:grpSpPr>
      <p:sp>
        <p:nvSpPr>
          <p:cNvPr id="219" name="Google Shape;219;p7"/>
          <p:cNvSpPr txBox="1">
            <a:spLocks noGrp="1"/>
          </p:cNvSpPr>
          <p:nvPr>
            <p:ph type="title"/>
          </p:nvPr>
        </p:nvSpPr>
        <p:spPr>
          <a:xfrm>
            <a:off x="720000" y="1054625"/>
            <a:ext cx="341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20" name="Google Shape;220;p7"/>
          <p:cNvSpPr txBox="1">
            <a:spLocks noGrp="1"/>
          </p:cNvSpPr>
          <p:nvPr>
            <p:ph type="body" idx="1"/>
          </p:nvPr>
        </p:nvSpPr>
        <p:spPr>
          <a:xfrm>
            <a:off x="720000" y="2282551"/>
            <a:ext cx="4413900" cy="19860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15000"/>
              </a:lnSpc>
              <a:spcBef>
                <a:spcPts val="1600"/>
              </a:spcBef>
              <a:spcAft>
                <a:spcPts val="0"/>
              </a:spcAft>
              <a:buSzPts val="1400"/>
              <a:buChar char="○"/>
              <a:defRPr>
                <a:solidFill>
                  <a:srgbClr val="434343"/>
                </a:solidFill>
              </a:defRPr>
            </a:lvl2pPr>
            <a:lvl3pPr marL="1371600" lvl="2" indent="-317500" rtl="0">
              <a:lnSpc>
                <a:spcPct val="115000"/>
              </a:lnSpc>
              <a:spcBef>
                <a:spcPts val="1600"/>
              </a:spcBef>
              <a:spcAft>
                <a:spcPts val="0"/>
              </a:spcAft>
              <a:buSzPts val="1400"/>
              <a:buChar char="■"/>
              <a:defRPr>
                <a:solidFill>
                  <a:srgbClr val="434343"/>
                </a:solidFill>
              </a:defRPr>
            </a:lvl3pPr>
            <a:lvl4pPr marL="1828800" lvl="3" indent="-317500" rtl="0">
              <a:lnSpc>
                <a:spcPct val="115000"/>
              </a:lnSpc>
              <a:spcBef>
                <a:spcPts val="1600"/>
              </a:spcBef>
              <a:spcAft>
                <a:spcPts val="0"/>
              </a:spcAft>
              <a:buSzPts val="1400"/>
              <a:buChar char="●"/>
              <a:defRPr>
                <a:solidFill>
                  <a:srgbClr val="434343"/>
                </a:solidFill>
              </a:defRPr>
            </a:lvl4pPr>
            <a:lvl5pPr marL="2286000" lvl="4" indent="-317500" rtl="0">
              <a:lnSpc>
                <a:spcPct val="115000"/>
              </a:lnSpc>
              <a:spcBef>
                <a:spcPts val="1600"/>
              </a:spcBef>
              <a:spcAft>
                <a:spcPts val="0"/>
              </a:spcAft>
              <a:buSzPts val="1400"/>
              <a:buChar char="○"/>
              <a:defRPr>
                <a:solidFill>
                  <a:srgbClr val="434343"/>
                </a:solidFill>
              </a:defRPr>
            </a:lvl5pPr>
            <a:lvl6pPr marL="2743200" lvl="5" indent="-317500" rtl="0">
              <a:lnSpc>
                <a:spcPct val="115000"/>
              </a:lnSpc>
              <a:spcBef>
                <a:spcPts val="1600"/>
              </a:spcBef>
              <a:spcAft>
                <a:spcPts val="0"/>
              </a:spcAft>
              <a:buSzPts val="1400"/>
              <a:buChar char="■"/>
              <a:defRPr>
                <a:solidFill>
                  <a:srgbClr val="434343"/>
                </a:solidFill>
              </a:defRPr>
            </a:lvl6pPr>
            <a:lvl7pPr marL="3200400" lvl="6" indent="-317500" rtl="0">
              <a:lnSpc>
                <a:spcPct val="115000"/>
              </a:lnSpc>
              <a:spcBef>
                <a:spcPts val="1600"/>
              </a:spcBef>
              <a:spcAft>
                <a:spcPts val="0"/>
              </a:spcAft>
              <a:buSzPts val="1400"/>
              <a:buChar char="●"/>
              <a:defRPr>
                <a:solidFill>
                  <a:srgbClr val="434343"/>
                </a:solidFill>
              </a:defRPr>
            </a:lvl7pPr>
            <a:lvl8pPr marL="3657600" lvl="7" indent="-317500" rtl="0">
              <a:lnSpc>
                <a:spcPct val="115000"/>
              </a:lnSpc>
              <a:spcBef>
                <a:spcPts val="1600"/>
              </a:spcBef>
              <a:spcAft>
                <a:spcPts val="0"/>
              </a:spcAft>
              <a:buSzPts val="1400"/>
              <a:buChar char="○"/>
              <a:defRPr>
                <a:solidFill>
                  <a:srgbClr val="434343"/>
                </a:solidFill>
              </a:defRPr>
            </a:lvl8pPr>
            <a:lvl9pPr marL="4114800" lvl="8" indent="-317500" rtl="0">
              <a:lnSpc>
                <a:spcPct val="115000"/>
              </a:lnSpc>
              <a:spcBef>
                <a:spcPts val="1600"/>
              </a:spcBef>
              <a:spcAft>
                <a:spcPts val="1600"/>
              </a:spcAft>
              <a:buSzPts val="1400"/>
              <a:buChar char="■"/>
              <a:defRPr>
                <a:solidFill>
                  <a:srgbClr val="434343"/>
                </a:solidFill>
              </a:defRPr>
            </a:lvl9pPr>
          </a:lstStyle>
          <a:p>
            <a:endParaRPr/>
          </a:p>
        </p:txBody>
      </p:sp>
      <p:sp>
        <p:nvSpPr>
          <p:cNvPr id="221" name="Google Shape;221;p7"/>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6154010" y="1035642"/>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8518014" y="724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 name="Google Shape;225;p7"/>
          <p:cNvGrpSpPr/>
          <p:nvPr/>
        </p:nvGrpSpPr>
        <p:grpSpPr>
          <a:xfrm>
            <a:off x="4838762" y="1325734"/>
            <a:ext cx="474643" cy="301588"/>
            <a:chOff x="7593894" y="395296"/>
            <a:chExt cx="474643" cy="301588"/>
          </a:xfrm>
        </p:grpSpPr>
        <p:sp>
          <p:nvSpPr>
            <p:cNvPr id="226" name="Google Shape;226;p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 name="Google Shape;229;p7"/>
          <p:cNvGrpSpPr/>
          <p:nvPr/>
        </p:nvGrpSpPr>
        <p:grpSpPr>
          <a:xfrm rot="-5400000">
            <a:off x="-1004624" y="-1403142"/>
            <a:ext cx="1915490" cy="2459786"/>
            <a:chOff x="2659350" y="1746500"/>
            <a:chExt cx="379350" cy="487125"/>
          </a:xfrm>
        </p:grpSpPr>
        <p:sp>
          <p:nvSpPr>
            <p:cNvPr id="230" name="Google Shape;230;p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7"/>
          <p:cNvSpPr/>
          <p:nvPr/>
        </p:nvSpPr>
        <p:spPr>
          <a:xfrm>
            <a:off x="3564896" y="46660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 name="Google Shape;234;p7"/>
          <p:cNvGrpSpPr/>
          <p:nvPr/>
        </p:nvGrpSpPr>
        <p:grpSpPr>
          <a:xfrm>
            <a:off x="7693887" y="3395809"/>
            <a:ext cx="2408503" cy="2408503"/>
            <a:chOff x="7349044" y="3624409"/>
            <a:chExt cx="2408503" cy="2408503"/>
          </a:xfrm>
        </p:grpSpPr>
        <p:sp>
          <p:nvSpPr>
            <p:cNvPr id="235" name="Google Shape;235;p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7"/>
          <p:cNvGrpSpPr/>
          <p:nvPr/>
        </p:nvGrpSpPr>
        <p:grpSpPr>
          <a:xfrm>
            <a:off x="8440811" y="1702902"/>
            <a:ext cx="307124" cy="305294"/>
            <a:chOff x="1026043" y="1162815"/>
            <a:chExt cx="307124" cy="305294"/>
          </a:xfrm>
        </p:grpSpPr>
        <p:sp>
          <p:nvSpPr>
            <p:cNvPr id="240" name="Google Shape;240;p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7"/>
          <p:cNvGrpSpPr/>
          <p:nvPr/>
        </p:nvGrpSpPr>
        <p:grpSpPr>
          <a:xfrm>
            <a:off x="3755816" y="324700"/>
            <a:ext cx="309000" cy="305294"/>
            <a:chOff x="8360310" y="1124637"/>
            <a:chExt cx="309000" cy="305294"/>
          </a:xfrm>
        </p:grpSpPr>
        <p:sp>
          <p:nvSpPr>
            <p:cNvPr id="249" name="Google Shape;249;p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7"/>
          <p:cNvSpPr/>
          <p:nvPr/>
        </p:nvSpPr>
        <p:spPr>
          <a:xfrm>
            <a:off x="5185141" y="2511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p:nvPr/>
        </p:nvSpPr>
        <p:spPr>
          <a:xfrm>
            <a:off x="5185140" y="44483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7"/>
          <p:cNvSpPr/>
          <p:nvPr/>
        </p:nvSpPr>
        <p:spPr>
          <a:xfrm>
            <a:off x="5588575" y="3765557"/>
            <a:ext cx="58" cy="58"/>
          </a:xfrm>
          <a:custGeom>
            <a:avLst/>
            <a:gdLst/>
            <a:ahLst/>
            <a:cxnLst/>
            <a:rect l="l" t="t" r="r" b="b"/>
            <a:pathLst>
              <a:path w="1" h="1" extrusionOk="0">
                <a:moveTo>
                  <a:pt x="0" y="1"/>
                </a:moveTo>
                <a:lnTo>
                  <a:pt x="0" y="1"/>
                </a:lnTo>
                <a:lnTo>
                  <a:pt x="0" y="1"/>
                </a:lnTo>
                <a:lnTo>
                  <a:pt x="0" y="1"/>
                </a:lnTo>
                <a:lnTo>
                  <a:pt x="0" y="1"/>
                </a:lnTo>
                <a:lnTo>
                  <a:pt x="0" y="1"/>
                </a:lnTo>
                <a:lnTo>
                  <a:pt x="0" y="1"/>
                </a:lnTo>
                <a:lnTo>
                  <a:pt x="0" y="1"/>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7"/>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0"/>
        <p:cNvGrpSpPr/>
        <p:nvPr/>
      </p:nvGrpSpPr>
      <p:grpSpPr>
        <a:xfrm>
          <a:off x="0" y="0"/>
          <a:ext cx="0" cy="0"/>
          <a:chOff x="0" y="0"/>
          <a:chExt cx="0" cy="0"/>
        </a:xfrm>
      </p:grpSpPr>
      <p:sp>
        <p:nvSpPr>
          <p:cNvPr id="301" name="Google Shape;301;p9"/>
          <p:cNvSpPr/>
          <p:nvPr/>
        </p:nvSpPr>
        <p:spPr>
          <a:xfrm flipH="1">
            <a:off x="4980018" y="1257073"/>
            <a:ext cx="6248884" cy="35917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txBox="1">
            <a:spLocks noGrp="1"/>
          </p:cNvSpPr>
          <p:nvPr>
            <p:ph type="subTitle" idx="1"/>
          </p:nvPr>
        </p:nvSpPr>
        <p:spPr>
          <a:xfrm>
            <a:off x="4353425" y="2391750"/>
            <a:ext cx="4070700" cy="132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303" name="Google Shape;303;p9"/>
          <p:cNvSpPr txBox="1">
            <a:spLocks noGrp="1"/>
          </p:cNvSpPr>
          <p:nvPr>
            <p:ph type="title"/>
          </p:nvPr>
        </p:nvSpPr>
        <p:spPr>
          <a:xfrm>
            <a:off x="4353450" y="1629175"/>
            <a:ext cx="4070700" cy="62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42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304" name="Google Shape;304;p9"/>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flipH="1">
            <a:off x="3543498" y="5527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9"/>
          <p:cNvGrpSpPr/>
          <p:nvPr/>
        </p:nvGrpSpPr>
        <p:grpSpPr>
          <a:xfrm flipH="1">
            <a:off x="4505376" y="672834"/>
            <a:ext cx="474643" cy="301588"/>
            <a:chOff x="7593894" y="395296"/>
            <a:chExt cx="474643" cy="301588"/>
          </a:xfrm>
        </p:grpSpPr>
        <p:sp>
          <p:nvSpPr>
            <p:cNvPr id="307" name="Google Shape;307;p9"/>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9"/>
          <p:cNvGrpSpPr/>
          <p:nvPr/>
        </p:nvGrpSpPr>
        <p:grpSpPr>
          <a:xfrm flipH="1">
            <a:off x="4295452" y="4470667"/>
            <a:ext cx="474643" cy="299712"/>
            <a:chOff x="7729218" y="1694205"/>
            <a:chExt cx="474643" cy="299712"/>
          </a:xfrm>
        </p:grpSpPr>
        <p:sp>
          <p:nvSpPr>
            <p:cNvPr id="310" name="Google Shape;310;p9"/>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2" name="Google Shape;312;p9"/>
          <p:cNvSpPr/>
          <p:nvPr/>
        </p:nvSpPr>
        <p:spPr>
          <a:xfrm flipH="1">
            <a:off x="741543" y="587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flipH="1">
            <a:off x="497936" y="16291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 name="Google Shape;314;p9"/>
          <p:cNvGrpSpPr/>
          <p:nvPr/>
        </p:nvGrpSpPr>
        <p:grpSpPr>
          <a:xfrm rot="5400000" flipH="1">
            <a:off x="7605726" y="-1041792"/>
            <a:ext cx="1915490" cy="2459786"/>
            <a:chOff x="2659350" y="1746500"/>
            <a:chExt cx="379350" cy="487125"/>
          </a:xfrm>
        </p:grpSpPr>
        <p:sp>
          <p:nvSpPr>
            <p:cNvPr id="315" name="Google Shape;315;p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 name="Google Shape;318;p9"/>
          <p:cNvSpPr/>
          <p:nvPr/>
        </p:nvSpPr>
        <p:spPr>
          <a:xfrm flipH="1">
            <a:off x="8231373" y="17836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9" name="Google Shape;319;p9"/>
          <p:cNvGrpSpPr/>
          <p:nvPr/>
        </p:nvGrpSpPr>
        <p:grpSpPr>
          <a:xfrm flipH="1">
            <a:off x="-1340959" y="3558109"/>
            <a:ext cx="2408503" cy="2408503"/>
            <a:chOff x="7349044" y="3624409"/>
            <a:chExt cx="2408503" cy="2408503"/>
          </a:xfrm>
        </p:grpSpPr>
        <p:sp>
          <p:nvSpPr>
            <p:cNvPr id="320" name="Google Shape;320;p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4" name="Google Shape;324;p9"/>
          <p:cNvSpPr/>
          <p:nvPr/>
        </p:nvSpPr>
        <p:spPr>
          <a:xfrm>
            <a:off x="2548754" y="3567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6077516" y="447066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9"/>
          <p:cNvGrpSpPr/>
          <p:nvPr/>
        </p:nvGrpSpPr>
        <p:grpSpPr>
          <a:xfrm>
            <a:off x="6412456" y="442427"/>
            <a:ext cx="307124" cy="305294"/>
            <a:chOff x="1026043" y="1162815"/>
            <a:chExt cx="307124" cy="305294"/>
          </a:xfrm>
        </p:grpSpPr>
        <p:sp>
          <p:nvSpPr>
            <p:cNvPr id="327" name="Google Shape;327;p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9"/>
          <p:cNvGrpSpPr/>
          <p:nvPr/>
        </p:nvGrpSpPr>
        <p:grpSpPr>
          <a:xfrm>
            <a:off x="3712948" y="1762875"/>
            <a:ext cx="309000" cy="305294"/>
            <a:chOff x="8360310" y="1124637"/>
            <a:chExt cx="309000" cy="305294"/>
          </a:xfrm>
        </p:grpSpPr>
        <p:sp>
          <p:nvSpPr>
            <p:cNvPr id="336" name="Google Shape;336;p9"/>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344;p9"/>
          <p:cNvSpPr/>
          <p:nvPr/>
        </p:nvSpPr>
        <p:spPr>
          <a:xfrm>
            <a:off x="8120573" y="40254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318460" y="27314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6"/>
        <p:cNvGrpSpPr/>
        <p:nvPr/>
      </p:nvGrpSpPr>
      <p:grpSpPr>
        <a:xfrm>
          <a:off x="0" y="0"/>
          <a:ext cx="0" cy="0"/>
          <a:chOff x="0" y="0"/>
          <a:chExt cx="0" cy="0"/>
        </a:xfrm>
      </p:grpSpPr>
      <p:sp>
        <p:nvSpPr>
          <p:cNvPr id="347" name="Google Shape;347;p10"/>
          <p:cNvSpPr txBox="1">
            <a:spLocks noGrp="1"/>
          </p:cNvSpPr>
          <p:nvPr>
            <p:ph type="title"/>
          </p:nvPr>
        </p:nvSpPr>
        <p:spPr>
          <a:xfrm>
            <a:off x="1643050" y="436544"/>
            <a:ext cx="5857800" cy="118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8"/>
        <p:cNvGrpSpPr/>
        <p:nvPr/>
      </p:nvGrpSpPr>
      <p:grpSpPr>
        <a:xfrm>
          <a:off x="0" y="0"/>
          <a:ext cx="0" cy="0"/>
          <a:chOff x="0" y="0"/>
          <a:chExt cx="0" cy="0"/>
        </a:xfrm>
      </p:grpSpPr>
      <p:sp>
        <p:nvSpPr>
          <p:cNvPr id="349" name="Google Shape;349;p11"/>
          <p:cNvSpPr txBox="1">
            <a:spLocks noGrp="1"/>
          </p:cNvSpPr>
          <p:nvPr>
            <p:ph type="title" hasCustomPrompt="1"/>
          </p:nvPr>
        </p:nvSpPr>
        <p:spPr>
          <a:xfrm>
            <a:off x="1284000" y="1082500"/>
            <a:ext cx="6576000" cy="2100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3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0" name="Google Shape;350;p11"/>
          <p:cNvSpPr txBox="1">
            <a:spLocks noGrp="1"/>
          </p:cNvSpPr>
          <p:nvPr>
            <p:ph type="subTitle" idx="1"/>
          </p:nvPr>
        </p:nvSpPr>
        <p:spPr>
          <a:xfrm>
            <a:off x="1284000" y="34876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351" name="Google Shape;351;p11"/>
          <p:cNvSpPr/>
          <p:nvPr/>
        </p:nvSpPr>
        <p:spPr>
          <a:xfrm>
            <a:off x="-2217921" y="-176611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1"/>
          <p:cNvSpPr/>
          <p:nvPr/>
        </p:nvSpPr>
        <p:spPr>
          <a:xfrm>
            <a:off x="6652416"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1"/>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1"/>
          <p:cNvSpPr/>
          <p:nvPr/>
        </p:nvSpPr>
        <p:spPr>
          <a:xfrm>
            <a:off x="8423989" y="22481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1"/>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 name="Google Shape;356;p11"/>
          <p:cNvGrpSpPr/>
          <p:nvPr/>
        </p:nvGrpSpPr>
        <p:grpSpPr>
          <a:xfrm rot="-5400000">
            <a:off x="-1004624" y="-1403142"/>
            <a:ext cx="1915490" cy="2459786"/>
            <a:chOff x="2659350" y="1746500"/>
            <a:chExt cx="379350" cy="487125"/>
          </a:xfrm>
        </p:grpSpPr>
        <p:sp>
          <p:nvSpPr>
            <p:cNvPr id="357" name="Google Shape;357;p1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0" name="Google Shape;360;p11"/>
          <p:cNvSpPr/>
          <p:nvPr/>
        </p:nvSpPr>
        <p:spPr>
          <a:xfrm>
            <a:off x="3733196" y="44278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11"/>
          <p:cNvGrpSpPr/>
          <p:nvPr/>
        </p:nvGrpSpPr>
        <p:grpSpPr>
          <a:xfrm>
            <a:off x="7693887" y="3395809"/>
            <a:ext cx="2408503" cy="2408503"/>
            <a:chOff x="7349044" y="3624409"/>
            <a:chExt cx="2408503" cy="2408503"/>
          </a:xfrm>
        </p:grpSpPr>
        <p:sp>
          <p:nvSpPr>
            <p:cNvPr id="362" name="Google Shape;362;p1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11"/>
          <p:cNvGrpSpPr/>
          <p:nvPr/>
        </p:nvGrpSpPr>
        <p:grpSpPr>
          <a:xfrm>
            <a:off x="7441561" y="724677"/>
            <a:ext cx="307124" cy="305294"/>
            <a:chOff x="1026043" y="1162815"/>
            <a:chExt cx="307124" cy="305294"/>
          </a:xfrm>
        </p:grpSpPr>
        <p:sp>
          <p:nvSpPr>
            <p:cNvPr id="367" name="Google Shape;367;p1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375;p11"/>
          <p:cNvGrpSpPr/>
          <p:nvPr/>
        </p:nvGrpSpPr>
        <p:grpSpPr>
          <a:xfrm>
            <a:off x="974991" y="3806300"/>
            <a:ext cx="309000" cy="305294"/>
            <a:chOff x="8360310" y="1124637"/>
            <a:chExt cx="309000" cy="305294"/>
          </a:xfrm>
        </p:grpSpPr>
        <p:sp>
          <p:nvSpPr>
            <p:cNvPr id="376" name="Google Shape;376;p1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 name="Google Shape;384;p11"/>
          <p:cNvSpPr/>
          <p:nvPr/>
        </p:nvSpPr>
        <p:spPr>
          <a:xfrm>
            <a:off x="4490941" y="47736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1"/>
          <p:cNvSpPr/>
          <p:nvPr/>
        </p:nvSpPr>
        <p:spPr>
          <a:xfrm>
            <a:off x="5563790" y="42100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87"/>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88"/>
        <p:cNvGrpSpPr/>
        <p:nvPr/>
      </p:nvGrpSpPr>
      <p:grpSpPr>
        <a:xfrm>
          <a:off x="0" y="0"/>
          <a:ext cx="0" cy="0"/>
          <a:chOff x="0" y="0"/>
          <a:chExt cx="0" cy="0"/>
        </a:xfrm>
      </p:grpSpPr>
      <p:sp>
        <p:nvSpPr>
          <p:cNvPr id="389" name="Google Shape;389;p13"/>
          <p:cNvSpPr txBox="1">
            <a:spLocks noGrp="1"/>
          </p:cNvSpPr>
          <p:nvPr>
            <p:ph type="title"/>
          </p:nvPr>
        </p:nvSpPr>
        <p:spPr>
          <a:xfrm>
            <a:off x="192712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0" name="Google Shape;390;p13"/>
          <p:cNvSpPr txBox="1">
            <a:spLocks noGrp="1"/>
          </p:cNvSpPr>
          <p:nvPr>
            <p:ph type="subTitle" idx="1"/>
          </p:nvPr>
        </p:nvSpPr>
        <p:spPr>
          <a:xfrm>
            <a:off x="1927125"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1" name="Google Shape;391;p13"/>
          <p:cNvSpPr txBox="1">
            <a:spLocks noGrp="1"/>
          </p:cNvSpPr>
          <p:nvPr>
            <p:ph type="title" idx="2"/>
          </p:nvPr>
        </p:nvSpPr>
        <p:spPr>
          <a:xfrm>
            <a:off x="5780475" y="1442375"/>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2" name="Google Shape;392;p13"/>
          <p:cNvSpPr txBox="1">
            <a:spLocks noGrp="1"/>
          </p:cNvSpPr>
          <p:nvPr>
            <p:ph type="subTitle" idx="3"/>
          </p:nvPr>
        </p:nvSpPr>
        <p:spPr>
          <a:xfrm>
            <a:off x="5780477" y="1970069"/>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3" name="Google Shape;393;p13"/>
          <p:cNvSpPr txBox="1">
            <a:spLocks noGrp="1"/>
          </p:cNvSpPr>
          <p:nvPr>
            <p:ph type="title" idx="4"/>
          </p:nvPr>
        </p:nvSpPr>
        <p:spPr>
          <a:xfrm>
            <a:off x="192712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4" name="Google Shape;394;p13"/>
          <p:cNvSpPr txBox="1">
            <a:spLocks noGrp="1"/>
          </p:cNvSpPr>
          <p:nvPr>
            <p:ph type="subTitle" idx="5"/>
          </p:nvPr>
        </p:nvSpPr>
        <p:spPr>
          <a:xfrm>
            <a:off x="1927125"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5" name="Google Shape;395;p13"/>
          <p:cNvSpPr txBox="1">
            <a:spLocks noGrp="1"/>
          </p:cNvSpPr>
          <p:nvPr>
            <p:ph type="title" idx="6"/>
          </p:nvPr>
        </p:nvSpPr>
        <p:spPr>
          <a:xfrm>
            <a:off x="5780475" y="3074271"/>
            <a:ext cx="22974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solidFill>
                  <a:schemeClr val="accen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96" name="Google Shape;396;p13"/>
          <p:cNvSpPr txBox="1">
            <a:spLocks noGrp="1"/>
          </p:cNvSpPr>
          <p:nvPr>
            <p:ph type="subTitle" idx="7"/>
          </p:nvPr>
        </p:nvSpPr>
        <p:spPr>
          <a:xfrm>
            <a:off x="5780477" y="3601976"/>
            <a:ext cx="22974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7" name="Google Shape;397;p13"/>
          <p:cNvSpPr txBox="1">
            <a:spLocks noGrp="1"/>
          </p:cNvSpPr>
          <p:nvPr>
            <p:ph type="title" idx="8" hasCustomPrompt="1"/>
          </p:nvPr>
        </p:nvSpPr>
        <p:spPr>
          <a:xfrm>
            <a:off x="87892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8" name="Google Shape;398;p13"/>
          <p:cNvSpPr txBox="1">
            <a:spLocks noGrp="1"/>
          </p:cNvSpPr>
          <p:nvPr>
            <p:ph type="title" idx="9" hasCustomPrompt="1"/>
          </p:nvPr>
        </p:nvSpPr>
        <p:spPr>
          <a:xfrm>
            <a:off x="87892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9" name="Google Shape;399;p13"/>
          <p:cNvSpPr txBox="1">
            <a:spLocks noGrp="1"/>
          </p:cNvSpPr>
          <p:nvPr>
            <p:ph type="title" idx="13" hasCustomPrompt="1"/>
          </p:nvPr>
        </p:nvSpPr>
        <p:spPr>
          <a:xfrm>
            <a:off x="4732275" y="15212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0" name="Google Shape;400;p13"/>
          <p:cNvSpPr txBox="1">
            <a:spLocks noGrp="1"/>
          </p:cNvSpPr>
          <p:nvPr>
            <p:ph type="title" idx="14" hasCustomPrompt="1"/>
          </p:nvPr>
        </p:nvSpPr>
        <p:spPr>
          <a:xfrm>
            <a:off x="4732275" y="3153175"/>
            <a:ext cx="1048200" cy="10482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47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1" name="Google Shape;401;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02" name="Google Shape;402;p13"/>
          <p:cNvSpPr/>
          <p:nvPr/>
        </p:nvSpPr>
        <p:spPr>
          <a:xfrm>
            <a:off x="8649796" y="21557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 name="Google Shape;403;p13"/>
          <p:cNvGrpSpPr/>
          <p:nvPr/>
        </p:nvGrpSpPr>
        <p:grpSpPr>
          <a:xfrm>
            <a:off x="353535" y="4510712"/>
            <a:ext cx="309000" cy="305294"/>
            <a:chOff x="8360310" y="1124637"/>
            <a:chExt cx="309000" cy="305294"/>
          </a:xfrm>
        </p:grpSpPr>
        <p:sp>
          <p:nvSpPr>
            <p:cNvPr id="404" name="Google Shape;404;p13"/>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3"/>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3"/>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3"/>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3"/>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3"/>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3"/>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3"/>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13"/>
          <p:cNvGrpSpPr/>
          <p:nvPr/>
        </p:nvGrpSpPr>
        <p:grpSpPr>
          <a:xfrm>
            <a:off x="1272319" y="559784"/>
            <a:ext cx="474643" cy="301588"/>
            <a:chOff x="7593894" y="395296"/>
            <a:chExt cx="474643" cy="301588"/>
          </a:xfrm>
        </p:grpSpPr>
        <p:sp>
          <p:nvSpPr>
            <p:cNvPr id="413" name="Google Shape;413;p13"/>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13"/>
          <p:cNvGrpSpPr/>
          <p:nvPr/>
        </p:nvGrpSpPr>
        <p:grpSpPr>
          <a:xfrm>
            <a:off x="8341181" y="4513505"/>
            <a:ext cx="474643" cy="299712"/>
            <a:chOff x="7729218" y="1694205"/>
            <a:chExt cx="474643" cy="299712"/>
          </a:xfrm>
        </p:grpSpPr>
        <p:sp>
          <p:nvSpPr>
            <p:cNvPr id="416" name="Google Shape;416;p1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13"/>
          <p:cNvSpPr/>
          <p:nvPr/>
        </p:nvSpPr>
        <p:spPr>
          <a:xfrm>
            <a:off x="749395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9" name="Google Shape;419;p13"/>
          <p:cNvGrpSpPr/>
          <p:nvPr/>
        </p:nvGrpSpPr>
        <p:grpSpPr>
          <a:xfrm>
            <a:off x="-421852" y="-181433"/>
            <a:ext cx="1985536" cy="1455081"/>
            <a:chOff x="238125" y="896375"/>
            <a:chExt cx="635575" cy="465775"/>
          </a:xfrm>
        </p:grpSpPr>
        <p:sp>
          <p:nvSpPr>
            <p:cNvPr id="420" name="Google Shape;420;p13"/>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3"/>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3"/>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3"/>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3"/>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 name="Google Shape;425;p13"/>
          <p:cNvGrpSpPr/>
          <p:nvPr/>
        </p:nvGrpSpPr>
        <p:grpSpPr>
          <a:xfrm>
            <a:off x="8151930" y="-741100"/>
            <a:ext cx="1340699" cy="1721646"/>
            <a:chOff x="2659350" y="1746500"/>
            <a:chExt cx="379350" cy="487125"/>
          </a:xfrm>
        </p:grpSpPr>
        <p:sp>
          <p:nvSpPr>
            <p:cNvPr id="426" name="Google Shape;426;p1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13"/>
          <p:cNvSpPr/>
          <p:nvPr/>
        </p:nvSpPr>
        <p:spPr>
          <a:xfrm>
            <a:off x="192328" y="17283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p:nvPr/>
        </p:nvSpPr>
        <p:spPr>
          <a:xfrm>
            <a:off x="8779428" y="35748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3"/>
          <p:cNvSpPr/>
          <p:nvPr/>
        </p:nvSpPr>
        <p:spPr>
          <a:xfrm>
            <a:off x="353529" y="38680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3"/>
          <p:cNvSpPr/>
          <p:nvPr/>
        </p:nvSpPr>
        <p:spPr>
          <a:xfrm>
            <a:off x="4349721" y="46176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3"/>
          <p:cNvSpPr/>
          <p:nvPr/>
        </p:nvSpPr>
        <p:spPr>
          <a:xfrm>
            <a:off x="6850353" y="47721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3"/>
          <p:cNvSpPr/>
          <p:nvPr/>
        </p:nvSpPr>
        <p:spPr>
          <a:xfrm>
            <a:off x="2463266" y="473942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
  <p:cSld name="ONE_COLUMN_TEXT_1">
    <p:spTree>
      <p:nvGrpSpPr>
        <p:cNvPr id="1" name="Shape 478"/>
        <p:cNvGrpSpPr/>
        <p:nvPr/>
      </p:nvGrpSpPr>
      <p:grpSpPr>
        <a:xfrm>
          <a:off x="0" y="0"/>
          <a:ext cx="0" cy="0"/>
          <a:chOff x="0" y="0"/>
          <a:chExt cx="0" cy="0"/>
        </a:xfrm>
      </p:grpSpPr>
      <p:sp>
        <p:nvSpPr>
          <p:cNvPr id="479" name="Google Shape;479;p15"/>
          <p:cNvSpPr txBox="1">
            <a:spLocks noGrp="1"/>
          </p:cNvSpPr>
          <p:nvPr>
            <p:ph type="title"/>
          </p:nvPr>
        </p:nvSpPr>
        <p:spPr>
          <a:xfrm>
            <a:off x="1991650" y="1223250"/>
            <a:ext cx="5183700" cy="172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400"/>
              <a:buNone/>
              <a:defRPr sz="10000">
                <a:solidFill>
                  <a:schemeClr val="lt1"/>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80" name="Google Shape;480;p15"/>
          <p:cNvSpPr txBox="1">
            <a:spLocks noGrp="1"/>
          </p:cNvSpPr>
          <p:nvPr>
            <p:ph type="subTitle" idx="1"/>
          </p:nvPr>
        </p:nvSpPr>
        <p:spPr>
          <a:xfrm>
            <a:off x="2009650" y="3187900"/>
            <a:ext cx="5147700" cy="64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1" name="Google Shape;481;p15"/>
          <p:cNvSpPr/>
          <p:nvPr/>
        </p:nvSpPr>
        <p:spPr>
          <a:xfrm>
            <a:off x="-1108350" y="41787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p:cNvSpPr/>
          <p:nvPr/>
        </p:nvSpPr>
        <p:spPr>
          <a:xfrm>
            <a:off x="7464025" y="-11568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15"/>
          <p:cNvGrpSpPr/>
          <p:nvPr/>
        </p:nvGrpSpPr>
        <p:grpSpPr>
          <a:xfrm>
            <a:off x="7371481" y="1494790"/>
            <a:ext cx="307124" cy="305294"/>
            <a:chOff x="1026043" y="1162815"/>
            <a:chExt cx="307124" cy="305294"/>
          </a:xfrm>
        </p:grpSpPr>
        <p:sp>
          <p:nvSpPr>
            <p:cNvPr id="484" name="Google Shape;484;p1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15"/>
          <p:cNvGrpSpPr/>
          <p:nvPr/>
        </p:nvGrpSpPr>
        <p:grpSpPr>
          <a:xfrm>
            <a:off x="4025218" y="4363642"/>
            <a:ext cx="474643" cy="299712"/>
            <a:chOff x="7729218" y="1694205"/>
            <a:chExt cx="474643" cy="299712"/>
          </a:xfrm>
        </p:grpSpPr>
        <p:sp>
          <p:nvSpPr>
            <p:cNvPr id="493" name="Google Shape;493;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5" name="Google Shape;495;p15"/>
          <p:cNvSpPr/>
          <p:nvPr/>
        </p:nvSpPr>
        <p:spPr>
          <a:xfrm>
            <a:off x="833397"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 name="Google Shape;496;p15"/>
          <p:cNvGrpSpPr/>
          <p:nvPr/>
        </p:nvGrpSpPr>
        <p:grpSpPr>
          <a:xfrm rot="10800000">
            <a:off x="7371465" y="3831622"/>
            <a:ext cx="2299701" cy="1685267"/>
            <a:chOff x="238125" y="896375"/>
            <a:chExt cx="635575" cy="465775"/>
          </a:xfrm>
        </p:grpSpPr>
        <p:sp>
          <p:nvSpPr>
            <p:cNvPr id="497" name="Google Shape;497;p15"/>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5"/>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5"/>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5"/>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5"/>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15"/>
          <p:cNvGrpSpPr/>
          <p:nvPr/>
        </p:nvGrpSpPr>
        <p:grpSpPr>
          <a:xfrm rot="-1707809" flipH="1">
            <a:off x="-612370" y="-270768"/>
            <a:ext cx="1340703" cy="1721669"/>
            <a:chOff x="2659350" y="1746500"/>
            <a:chExt cx="379350" cy="487125"/>
          </a:xfrm>
        </p:grpSpPr>
        <p:sp>
          <p:nvSpPr>
            <p:cNvPr id="503" name="Google Shape;503;p1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15"/>
          <p:cNvGrpSpPr/>
          <p:nvPr/>
        </p:nvGrpSpPr>
        <p:grpSpPr>
          <a:xfrm>
            <a:off x="1320893" y="1409142"/>
            <a:ext cx="474643" cy="299712"/>
            <a:chOff x="7729218" y="1694205"/>
            <a:chExt cx="474643" cy="299712"/>
          </a:xfrm>
        </p:grpSpPr>
        <p:sp>
          <p:nvSpPr>
            <p:cNvPr id="507" name="Google Shape;507;p1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 name="Google Shape;509;p15"/>
          <p:cNvSpPr/>
          <p:nvPr/>
        </p:nvSpPr>
        <p:spPr>
          <a:xfrm>
            <a:off x="567296" y="28452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5"/>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5"/>
          <p:cNvSpPr/>
          <p:nvPr/>
        </p:nvSpPr>
        <p:spPr>
          <a:xfrm>
            <a:off x="7371487" y="43636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5"/>
          <p:cNvSpPr/>
          <p:nvPr/>
        </p:nvSpPr>
        <p:spPr>
          <a:xfrm>
            <a:off x="8659703" y="18000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5"/>
          <p:cNvSpPr/>
          <p:nvPr/>
        </p:nvSpPr>
        <p:spPr>
          <a:xfrm>
            <a:off x="6814003" y="544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5"/>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5"/>
          <p:cNvSpPr/>
          <p:nvPr/>
        </p:nvSpPr>
        <p:spPr>
          <a:xfrm>
            <a:off x="5461497" y="5716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5"/>
          <p:cNvSpPr/>
          <p:nvPr/>
        </p:nvSpPr>
        <p:spPr>
          <a:xfrm>
            <a:off x="7824747" y="33064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5"/>
          <p:cNvSpPr/>
          <p:nvPr/>
        </p:nvSpPr>
        <p:spPr>
          <a:xfrm>
            <a:off x="3053403" y="6804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54"/>
        <p:cNvGrpSpPr/>
        <p:nvPr/>
      </p:nvGrpSpPr>
      <p:grpSpPr>
        <a:xfrm>
          <a:off x="0" y="0"/>
          <a:ext cx="0" cy="0"/>
          <a:chOff x="0" y="0"/>
          <a:chExt cx="0" cy="0"/>
        </a:xfrm>
      </p:grpSpPr>
      <p:sp>
        <p:nvSpPr>
          <p:cNvPr id="555" name="Google Shape;555;p17"/>
          <p:cNvSpPr/>
          <p:nvPr/>
        </p:nvSpPr>
        <p:spPr>
          <a:xfrm flipH="1">
            <a:off x="6640724" y="-468227"/>
            <a:ext cx="4382968" cy="251926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7"/>
          <p:cNvSpPr txBox="1">
            <a:spLocks noGrp="1"/>
          </p:cNvSpPr>
          <p:nvPr>
            <p:ph type="title"/>
          </p:nvPr>
        </p:nvSpPr>
        <p:spPr>
          <a:xfrm>
            <a:off x="4477750" y="1763625"/>
            <a:ext cx="3827400" cy="1915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3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557" name="Google Shape;557;p17"/>
          <p:cNvSpPr txBox="1">
            <a:spLocks noGrp="1"/>
          </p:cNvSpPr>
          <p:nvPr>
            <p:ph type="title" idx="2" hasCustomPrompt="1"/>
          </p:nvPr>
        </p:nvSpPr>
        <p:spPr>
          <a:xfrm>
            <a:off x="7119300" y="674750"/>
            <a:ext cx="1185900" cy="10611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6000"/>
              <a:buNone/>
              <a:defRPr sz="6200">
                <a:solidFill>
                  <a:schemeClr val="l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558" name="Google Shape;558;p17"/>
          <p:cNvSpPr txBox="1">
            <a:spLocks noGrp="1"/>
          </p:cNvSpPr>
          <p:nvPr>
            <p:ph type="subTitle" idx="1"/>
          </p:nvPr>
        </p:nvSpPr>
        <p:spPr>
          <a:xfrm>
            <a:off x="5224125" y="3679125"/>
            <a:ext cx="30810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r" rtl="0">
              <a:lnSpc>
                <a:spcPct val="100000"/>
              </a:lnSpc>
              <a:spcBef>
                <a:spcPts val="160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559" name="Google Shape;559;p17"/>
          <p:cNvSpPr/>
          <p:nvPr/>
        </p:nvSpPr>
        <p:spPr>
          <a:xfrm flipH="1">
            <a:off x="-1801179" y="3473499"/>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flipH="1">
            <a:off x="2361306" y="9021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7"/>
          <p:cNvSpPr/>
          <p:nvPr/>
        </p:nvSpPr>
        <p:spPr>
          <a:xfrm flipH="1">
            <a:off x="1198973" y="629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 name="Google Shape;562;p17"/>
          <p:cNvGrpSpPr/>
          <p:nvPr/>
        </p:nvGrpSpPr>
        <p:grpSpPr>
          <a:xfrm flipH="1">
            <a:off x="3334126" y="1507034"/>
            <a:ext cx="474643" cy="301588"/>
            <a:chOff x="7593894" y="395296"/>
            <a:chExt cx="474643" cy="301588"/>
          </a:xfrm>
        </p:grpSpPr>
        <p:sp>
          <p:nvSpPr>
            <p:cNvPr id="563" name="Google Shape;563;p17"/>
            <p:cNvSpPr/>
            <p:nvPr/>
          </p:nvSpPr>
          <p:spPr>
            <a:xfrm>
              <a:off x="7603183" y="404585"/>
              <a:ext cx="456065" cy="282964"/>
            </a:xfrm>
            <a:custGeom>
              <a:avLst/>
              <a:gdLst/>
              <a:ahLst/>
              <a:cxnLst/>
              <a:rect l="l" t="t" r="r" b="b"/>
              <a:pathLst>
                <a:path w="9967" h="6184" extrusionOk="0">
                  <a:moveTo>
                    <a:pt x="4678" y="1"/>
                  </a:moveTo>
                  <a:lnTo>
                    <a:pt x="4394" y="42"/>
                  </a:lnTo>
                  <a:lnTo>
                    <a:pt x="4109" y="164"/>
                  </a:lnTo>
                  <a:lnTo>
                    <a:pt x="3824" y="286"/>
                  </a:lnTo>
                  <a:lnTo>
                    <a:pt x="3540" y="448"/>
                  </a:lnTo>
                  <a:lnTo>
                    <a:pt x="3336" y="692"/>
                  </a:lnTo>
                  <a:lnTo>
                    <a:pt x="3133" y="936"/>
                  </a:lnTo>
                  <a:lnTo>
                    <a:pt x="2970" y="1181"/>
                  </a:lnTo>
                  <a:lnTo>
                    <a:pt x="2848" y="1465"/>
                  </a:lnTo>
                  <a:lnTo>
                    <a:pt x="2767" y="1750"/>
                  </a:lnTo>
                  <a:lnTo>
                    <a:pt x="2685" y="2075"/>
                  </a:lnTo>
                  <a:lnTo>
                    <a:pt x="2645" y="2360"/>
                  </a:lnTo>
                  <a:lnTo>
                    <a:pt x="2645" y="2686"/>
                  </a:lnTo>
                  <a:lnTo>
                    <a:pt x="2685" y="3011"/>
                  </a:lnTo>
                  <a:lnTo>
                    <a:pt x="2441" y="2848"/>
                  </a:lnTo>
                  <a:lnTo>
                    <a:pt x="2197" y="2767"/>
                  </a:lnTo>
                  <a:lnTo>
                    <a:pt x="1953" y="2686"/>
                  </a:lnTo>
                  <a:lnTo>
                    <a:pt x="1424" y="2686"/>
                  </a:lnTo>
                  <a:lnTo>
                    <a:pt x="1180" y="2767"/>
                  </a:lnTo>
                  <a:lnTo>
                    <a:pt x="936" y="2848"/>
                  </a:lnTo>
                  <a:lnTo>
                    <a:pt x="692" y="2970"/>
                  </a:lnTo>
                  <a:lnTo>
                    <a:pt x="570" y="3092"/>
                  </a:lnTo>
                  <a:lnTo>
                    <a:pt x="407" y="3214"/>
                  </a:lnTo>
                  <a:lnTo>
                    <a:pt x="204" y="3540"/>
                  </a:lnTo>
                  <a:lnTo>
                    <a:pt x="41" y="3906"/>
                  </a:lnTo>
                  <a:lnTo>
                    <a:pt x="1" y="4272"/>
                  </a:lnTo>
                  <a:lnTo>
                    <a:pt x="1" y="4679"/>
                  </a:lnTo>
                  <a:lnTo>
                    <a:pt x="82" y="5045"/>
                  </a:lnTo>
                  <a:lnTo>
                    <a:pt x="285" y="5370"/>
                  </a:lnTo>
                  <a:lnTo>
                    <a:pt x="407" y="5533"/>
                  </a:lnTo>
                  <a:lnTo>
                    <a:pt x="529" y="5655"/>
                  </a:lnTo>
                  <a:lnTo>
                    <a:pt x="814" y="5858"/>
                  </a:lnTo>
                  <a:lnTo>
                    <a:pt x="1180" y="6021"/>
                  </a:lnTo>
                  <a:lnTo>
                    <a:pt x="1587" y="6102"/>
                  </a:lnTo>
                  <a:lnTo>
                    <a:pt x="1994" y="6143"/>
                  </a:lnTo>
                  <a:lnTo>
                    <a:pt x="2848" y="6184"/>
                  </a:lnTo>
                  <a:lnTo>
                    <a:pt x="3580" y="6143"/>
                  </a:lnTo>
                  <a:lnTo>
                    <a:pt x="4678" y="6143"/>
                  </a:lnTo>
                  <a:lnTo>
                    <a:pt x="5736" y="6102"/>
                  </a:lnTo>
                  <a:lnTo>
                    <a:pt x="6834" y="6021"/>
                  </a:lnTo>
                  <a:lnTo>
                    <a:pt x="7892" y="5899"/>
                  </a:lnTo>
                  <a:lnTo>
                    <a:pt x="8543" y="5818"/>
                  </a:lnTo>
                  <a:lnTo>
                    <a:pt x="8868" y="5736"/>
                  </a:lnTo>
                  <a:lnTo>
                    <a:pt x="9153" y="5614"/>
                  </a:lnTo>
                  <a:lnTo>
                    <a:pt x="9438" y="5452"/>
                  </a:lnTo>
                  <a:lnTo>
                    <a:pt x="9682" y="5248"/>
                  </a:lnTo>
                  <a:lnTo>
                    <a:pt x="9844" y="5045"/>
                  </a:lnTo>
                  <a:lnTo>
                    <a:pt x="9926" y="4760"/>
                  </a:lnTo>
                  <a:lnTo>
                    <a:pt x="9966" y="4557"/>
                  </a:lnTo>
                  <a:lnTo>
                    <a:pt x="9966" y="4353"/>
                  </a:lnTo>
                  <a:lnTo>
                    <a:pt x="9885" y="4150"/>
                  </a:lnTo>
                  <a:lnTo>
                    <a:pt x="9804" y="3946"/>
                  </a:lnTo>
                  <a:lnTo>
                    <a:pt x="9682" y="3784"/>
                  </a:lnTo>
                  <a:lnTo>
                    <a:pt x="9560" y="3662"/>
                  </a:lnTo>
                  <a:lnTo>
                    <a:pt x="9397" y="3499"/>
                  </a:lnTo>
                  <a:lnTo>
                    <a:pt x="9234" y="3418"/>
                  </a:lnTo>
                  <a:lnTo>
                    <a:pt x="9031" y="3336"/>
                  </a:lnTo>
                  <a:lnTo>
                    <a:pt x="8827" y="3296"/>
                  </a:lnTo>
                  <a:lnTo>
                    <a:pt x="8421" y="3296"/>
                  </a:lnTo>
                  <a:lnTo>
                    <a:pt x="8014" y="3418"/>
                  </a:lnTo>
                  <a:lnTo>
                    <a:pt x="7648" y="3580"/>
                  </a:lnTo>
                  <a:lnTo>
                    <a:pt x="7729" y="3458"/>
                  </a:lnTo>
                  <a:lnTo>
                    <a:pt x="7770" y="3296"/>
                  </a:lnTo>
                  <a:lnTo>
                    <a:pt x="7811" y="3011"/>
                  </a:lnTo>
                  <a:lnTo>
                    <a:pt x="7729" y="2726"/>
                  </a:lnTo>
                  <a:lnTo>
                    <a:pt x="7648" y="2564"/>
                  </a:lnTo>
                  <a:lnTo>
                    <a:pt x="7566" y="2441"/>
                  </a:lnTo>
                  <a:lnTo>
                    <a:pt x="7444" y="2360"/>
                  </a:lnTo>
                  <a:lnTo>
                    <a:pt x="7322" y="2279"/>
                  </a:lnTo>
                  <a:lnTo>
                    <a:pt x="7038" y="2157"/>
                  </a:lnTo>
                  <a:lnTo>
                    <a:pt x="6590" y="2157"/>
                  </a:lnTo>
                  <a:lnTo>
                    <a:pt x="6428" y="2197"/>
                  </a:lnTo>
                  <a:lnTo>
                    <a:pt x="6550" y="1913"/>
                  </a:lnTo>
                  <a:lnTo>
                    <a:pt x="6550" y="1628"/>
                  </a:lnTo>
                  <a:lnTo>
                    <a:pt x="6550" y="1303"/>
                  </a:lnTo>
                  <a:lnTo>
                    <a:pt x="6428" y="1018"/>
                  </a:lnTo>
                  <a:lnTo>
                    <a:pt x="6306" y="733"/>
                  </a:lnTo>
                  <a:lnTo>
                    <a:pt x="6102" y="489"/>
                  </a:lnTo>
                  <a:lnTo>
                    <a:pt x="5858" y="286"/>
                  </a:lnTo>
                  <a:lnTo>
                    <a:pt x="5614" y="164"/>
                  </a:lnTo>
                  <a:lnTo>
                    <a:pt x="5289" y="42"/>
                  </a:lnTo>
                  <a:lnTo>
                    <a:pt x="5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a:off x="7593894" y="395296"/>
              <a:ext cx="474643" cy="301588"/>
            </a:xfrm>
            <a:custGeom>
              <a:avLst/>
              <a:gdLst/>
              <a:ahLst/>
              <a:cxnLst/>
              <a:rect l="l" t="t" r="r" b="b"/>
              <a:pathLst>
                <a:path w="10373" h="6591" extrusionOk="0">
                  <a:moveTo>
                    <a:pt x="5329" y="407"/>
                  </a:moveTo>
                  <a:lnTo>
                    <a:pt x="5532" y="448"/>
                  </a:lnTo>
                  <a:lnTo>
                    <a:pt x="5695" y="529"/>
                  </a:lnTo>
                  <a:lnTo>
                    <a:pt x="5858" y="611"/>
                  </a:lnTo>
                  <a:lnTo>
                    <a:pt x="6020" y="733"/>
                  </a:lnTo>
                  <a:lnTo>
                    <a:pt x="6183" y="855"/>
                  </a:lnTo>
                  <a:lnTo>
                    <a:pt x="6305" y="1017"/>
                  </a:lnTo>
                  <a:lnTo>
                    <a:pt x="6386" y="1180"/>
                  </a:lnTo>
                  <a:lnTo>
                    <a:pt x="6468" y="1384"/>
                  </a:lnTo>
                  <a:lnTo>
                    <a:pt x="6549" y="1546"/>
                  </a:lnTo>
                  <a:lnTo>
                    <a:pt x="6549" y="1750"/>
                  </a:lnTo>
                  <a:lnTo>
                    <a:pt x="6549" y="1953"/>
                  </a:lnTo>
                  <a:lnTo>
                    <a:pt x="6549" y="2116"/>
                  </a:lnTo>
                  <a:lnTo>
                    <a:pt x="6468" y="2319"/>
                  </a:lnTo>
                  <a:lnTo>
                    <a:pt x="6468" y="2441"/>
                  </a:lnTo>
                  <a:lnTo>
                    <a:pt x="6509" y="2522"/>
                  </a:lnTo>
                  <a:lnTo>
                    <a:pt x="6590" y="2604"/>
                  </a:lnTo>
                  <a:lnTo>
                    <a:pt x="6712" y="2604"/>
                  </a:lnTo>
                  <a:lnTo>
                    <a:pt x="6956" y="2563"/>
                  </a:lnTo>
                  <a:lnTo>
                    <a:pt x="7200" y="2563"/>
                  </a:lnTo>
                  <a:lnTo>
                    <a:pt x="7403" y="2644"/>
                  </a:lnTo>
                  <a:lnTo>
                    <a:pt x="7607" y="2807"/>
                  </a:lnTo>
                  <a:lnTo>
                    <a:pt x="7729" y="2970"/>
                  </a:lnTo>
                  <a:lnTo>
                    <a:pt x="7810" y="3214"/>
                  </a:lnTo>
                  <a:lnTo>
                    <a:pt x="7769" y="3458"/>
                  </a:lnTo>
                  <a:lnTo>
                    <a:pt x="7688" y="3702"/>
                  </a:lnTo>
                  <a:lnTo>
                    <a:pt x="7647" y="3783"/>
                  </a:lnTo>
                  <a:lnTo>
                    <a:pt x="7647" y="3824"/>
                  </a:lnTo>
                  <a:lnTo>
                    <a:pt x="7729" y="3946"/>
                  </a:lnTo>
                  <a:lnTo>
                    <a:pt x="7851" y="3987"/>
                  </a:lnTo>
                  <a:lnTo>
                    <a:pt x="7973" y="3987"/>
                  </a:lnTo>
                  <a:lnTo>
                    <a:pt x="8298" y="3824"/>
                  </a:lnTo>
                  <a:lnTo>
                    <a:pt x="8624" y="3702"/>
                  </a:lnTo>
                  <a:lnTo>
                    <a:pt x="8990" y="3702"/>
                  </a:lnTo>
                  <a:lnTo>
                    <a:pt x="9152" y="3743"/>
                  </a:lnTo>
                  <a:lnTo>
                    <a:pt x="9356" y="3824"/>
                  </a:lnTo>
                  <a:lnTo>
                    <a:pt x="9478" y="3865"/>
                  </a:lnTo>
                  <a:lnTo>
                    <a:pt x="9641" y="3987"/>
                  </a:lnTo>
                  <a:lnTo>
                    <a:pt x="9722" y="4109"/>
                  </a:lnTo>
                  <a:lnTo>
                    <a:pt x="9844" y="4231"/>
                  </a:lnTo>
                  <a:lnTo>
                    <a:pt x="9925" y="4394"/>
                  </a:lnTo>
                  <a:lnTo>
                    <a:pt x="9966" y="4556"/>
                  </a:lnTo>
                  <a:lnTo>
                    <a:pt x="9966" y="4719"/>
                  </a:lnTo>
                  <a:lnTo>
                    <a:pt x="9966" y="4882"/>
                  </a:lnTo>
                  <a:lnTo>
                    <a:pt x="9844" y="5166"/>
                  </a:lnTo>
                  <a:lnTo>
                    <a:pt x="9681" y="5370"/>
                  </a:lnTo>
                  <a:lnTo>
                    <a:pt x="9478" y="5532"/>
                  </a:lnTo>
                  <a:lnTo>
                    <a:pt x="9193" y="5655"/>
                  </a:lnTo>
                  <a:lnTo>
                    <a:pt x="8949" y="5777"/>
                  </a:lnTo>
                  <a:lnTo>
                    <a:pt x="8624" y="5858"/>
                  </a:lnTo>
                  <a:lnTo>
                    <a:pt x="8095" y="5939"/>
                  </a:lnTo>
                  <a:lnTo>
                    <a:pt x="8014" y="5939"/>
                  </a:lnTo>
                  <a:lnTo>
                    <a:pt x="8005" y="5947"/>
                  </a:lnTo>
                  <a:lnTo>
                    <a:pt x="8005" y="5947"/>
                  </a:lnTo>
                  <a:lnTo>
                    <a:pt x="6753" y="6061"/>
                  </a:lnTo>
                  <a:lnTo>
                    <a:pt x="5410" y="6143"/>
                  </a:lnTo>
                  <a:lnTo>
                    <a:pt x="4068" y="6183"/>
                  </a:lnTo>
                  <a:lnTo>
                    <a:pt x="2685" y="6183"/>
                  </a:lnTo>
                  <a:lnTo>
                    <a:pt x="2197" y="6143"/>
                  </a:lnTo>
                  <a:lnTo>
                    <a:pt x="1668" y="6102"/>
                  </a:lnTo>
                  <a:lnTo>
                    <a:pt x="1424" y="6021"/>
                  </a:lnTo>
                  <a:lnTo>
                    <a:pt x="1180" y="5939"/>
                  </a:lnTo>
                  <a:lnTo>
                    <a:pt x="977" y="5817"/>
                  </a:lnTo>
                  <a:lnTo>
                    <a:pt x="773" y="5655"/>
                  </a:lnTo>
                  <a:lnTo>
                    <a:pt x="610" y="5451"/>
                  </a:lnTo>
                  <a:lnTo>
                    <a:pt x="529" y="5248"/>
                  </a:lnTo>
                  <a:lnTo>
                    <a:pt x="448" y="5004"/>
                  </a:lnTo>
                  <a:lnTo>
                    <a:pt x="407" y="4800"/>
                  </a:lnTo>
                  <a:lnTo>
                    <a:pt x="407" y="4556"/>
                  </a:lnTo>
                  <a:lnTo>
                    <a:pt x="407" y="4312"/>
                  </a:lnTo>
                  <a:lnTo>
                    <a:pt x="488" y="4068"/>
                  </a:lnTo>
                  <a:lnTo>
                    <a:pt x="570" y="3865"/>
                  </a:lnTo>
                  <a:lnTo>
                    <a:pt x="773" y="3580"/>
                  </a:lnTo>
                  <a:lnTo>
                    <a:pt x="1017" y="3377"/>
                  </a:lnTo>
                  <a:lnTo>
                    <a:pt x="1261" y="3214"/>
                  </a:lnTo>
                  <a:lnTo>
                    <a:pt x="1587" y="3133"/>
                  </a:lnTo>
                  <a:lnTo>
                    <a:pt x="1871" y="3092"/>
                  </a:lnTo>
                  <a:lnTo>
                    <a:pt x="2197" y="3133"/>
                  </a:lnTo>
                  <a:lnTo>
                    <a:pt x="2482" y="3214"/>
                  </a:lnTo>
                  <a:lnTo>
                    <a:pt x="2766" y="3377"/>
                  </a:lnTo>
                  <a:lnTo>
                    <a:pt x="2970" y="3377"/>
                  </a:lnTo>
                  <a:lnTo>
                    <a:pt x="3051" y="3295"/>
                  </a:lnTo>
                  <a:lnTo>
                    <a:pt x="3092" y="3214"/>
                  </a:lnTo>
                  <a:lnTo>
                    <a:pt x="3051" y="2767"/>
                  </a:lnTo>
                  <a:lnTo>
                    <a:pt x="3092" y="2319"/>
                  </a:lnTo>
                  <a:lnTo>
                    <a:pt x="3214" y="1872"/>
                  </a:lnTo>
                  <a:lnTo>
                    <a:pt x="3376" y="1465"/>
                  </a:lnTo>
                  <a:lnTo>
                    <a:pt x="3621" y="1099"/>
                  </a:lnTo>
                  <a:lnTo>
                    <a:pt x="3905" y="814"/>
                  </a:lnTo>
                  <a:lnTo>
                    <a:pt x="4068" y="692"/>
                  </a:lnTo>
                  <a:lnTo>
                    <a:pt x="4271" y="570"/>
                  </a:lnTo>
                  <a:lnTo>
                    <a:pt x="4475" y="489"/>
                  </a:lnTo>
                  <a:lnTo>
                    <a:pt x="4719" y="448"/>
                  </a:lnTo>
                  <a:lnTo>
                    <a:pt x="5126" y="407"/>
                  </a:lnTo>
                  <a:close/>
                  <a:moveTo>
                    <a:pt x="4881" y="1"/>
                  </a:moveTo>
                  <a:lnTo>
                    <a:pt x="4597" y="41"/>
                  </a:lnTo>
                  <a:lnTo>
                    <a:pt x="4312" y="123"/>
                  </a:lnTo>
                  <a:lnTo>
                    <a:pt x="4068" y="245"/>
                  </a:lnTo>
                  <a:lnTo>
                    <a:pt x="3865" y="367"/>
                  </a:lnTo>
                  <a:lnTo>
                    <a:pt x="3621" y="529"/>
                  </a:lnTo>
                  <a:lnTo>
                    <a:pt x="3458" y="692"/>
                  </a:lnTo>
                  <a:lnTo>
                    <a:pt x="3254" y="895"/>
                  </a:lnTo>
                  <a:lnTo>
                    <a:pt x="3132" y="1099"/>
                  </a:lnTo>
                  <a:lnTo>
                    <a:pt x="3010" y="1343"/>
                  </a:lnTo>
                  <a:lnTo>
                    <a:pt x="2888" y="1587"/>
                  </a:lnTo>
                  <a:lnTo>
                    <a:pt x="2726" y="2116"/>
                  </a:lnTo>
                  <a:lnTo>
                    <a:pt x="2644" y="2644"/>
                  </a:lnTo>
                  <a:lnTo>
                    <a:pt x="2661" y="2878"/>
                  </a:lnTo>
                  <a:lnTo>
                    <a:pt x="2661" y="2878"/>
                  </a:lnTo>
                  <a:lnTo>
                    <a:pt x="2400" y="2767"/>
                  </a:lnTo>
                  <a:lnTo>
                    <a:pt x="2115" y="2685"/>
                  </a:lnTo>
                  <a:lnTo>
                    <a:pt x="1790" y="2685"/>
                  </a:lnTo>
                  <a:lnTo>
                    <a:pt x="1465" y="2726"/>
                  </a:lnTo>
                  <a:lnTo>
                    <a:pt x="1180" y="2807"/>
                  </a:lnTo>
                  <a:lnTo>
                    <a:pt x="895" y="2970"/>
                  </a:lnTo>
                  <a:lnTo>
                    <a:pt x="610" y="3133"/>
                  </a:lnTo>
                  <a:lnTo>
                    <a:pt x="448" y="3336"/>
                  </a:lnTo>
                  <a:lnTo>
                    <a:pt x="285" y="3580"/>
                  </a:lnTo>
                  <a:lnTo>
                    <a:pt x="163" y="3824"/>
                  </a:lnTo>
                  <a:lnTo>
                    <a:pt x="82" y="4068"/>
                  </a:lnTo>
                  <a:lnTo>
                    <a:pt x="0" y="4353"/>
                  </a:lnTo>
                  <a:lnTo>
                    <a:pt x="0" y="4597"/>
                  </a:lnTo>
                  <a:lnTo>
                    <a:pt x="0" y="4882"/>
                  </a:lnTo>
                  <a:lnTo>
                    <a:pt x="41" y="5166"/>
                  </a:lnTo>
                  <a:lnTo>
                    <a:pt x="163" y="5451"/>
                  </a:lnTo>
                  <a:lnTo>
                    <a:pt x="326" y="5695"/>
                  </a:lnTo>
                  <a:lnTo>
                    <a:pt x="488" y="5939"/>
                  </a:lnTo>
                  <a:lnTo>
                    <a:pt x="692" y="6102"/>
                  </a:lnTo>
                  <a:lnTo>
                    <a:pt x="936" y="6224"/>
                  </a:lnTo>
                  <a:lnTo>
                    <a:pt x="1180" y="6346"/>
                  </a:lnTo>
                  <a:lnTo>
                    <a:pt x="1465" y="6427"/>
                  </a:lnTo>
                  <a:lnTo>
                    <a:pt x="1749" y="6509"/>
                  </a:lnTo>
                  <a:lnTo>
                    <a:pt x="2360" y="6590"/>
                  </a:lnTo>
                  <a:lnTo>
                    <a:pt x="2970" y="6590"/>
                  </a:lnTo>
                  <a:lnTo>
                    <a:pt x="4149" y="6549"/>
                  </a:lnTo>
                  <a:lnTo>
                    <a:pt x="6102" y="6468"/>
                  </a:lnTo>
                  <a:lnTo>
                    <a:pt x="8095" y="6305"/>
                  </a:lnTo>
                  <a:lnTo>
                    <a:pt x="8176" y="6305"/>
                  </a:lnTo>
                  <a:lnTo>
                    <a:pt x="8186" y="6295"/>
                  </a:lnTo>
                  <a:lnTo>
                    <a:pt x="8186" y="6295"/>
                  </a:lnTo>
                  <a:lnTo>
                    <a:pt x="8461" y="6265"/>
                  </a:lnTo>
                  <a:lnTo>
                    <a:pt x="8827" y="6183"/>
                  </a:lnTo>
                  <a:lnTo>
                    <a:pt x="9234" y="6061"/>
                  </a:lnTo>
                  <a:lnTo>
                    <a:pt x="9559" y="5939"/>
                  </a:lnTo>
                  <a:lnTo>
                    <a:pt x="9885" y="5736"/>
                  </a:lnTo>
                  <a:lnTo>
                    <a:pt x="10007" y="5614"/>
                  </a:lnTo>
                  <a:lnTo>
                    <a:pt x="10129" y="5451"/>
                  </a:lnTo>
                  <a:lnTo>
                    <a:pt x="10251" y="5288"/>
                  </a:lnTo>
                  <a:lnTo>
                    <a:pt x="10291" y="5126"/>
                  </a:lnTo>
                  <a:lnTo>
                    <a:pt x="10373" y="4922"/>
                  </a:lnTo>
                  <a:lnTo>
                    <a:pt x="10373" y="4719"/>
                  </a:lnTo>
                  <a:lnTo>
                    <a:pt x="10373" y="4516"/>
                  </a:lnTo>
                  <a:lnTo>
                    <a:pt x="10291" y="4353"/>
                  </a:lnTo>
                  <a:lnTo>
                    <a:pt x="10251" y="4149"/>
                  </a:lnTo>
                  <a:lnTo>
                    <a:pt x="10129" y="3987"/>
                  </a:lnTo>
                  <a:lnTo>
                    <a:pt x="10007" y="3824"/>
                  </a:lnTo>
                  <a:lnTo>
                    <a:pt x="9844" y="3661"/>
                  </a:lnTo>
                  <a:lnTo>
                    <a:pt x="9681" y="3539"/>
                  </a:lnTo>
                  <a:lnTo>
                    <a:pt x="9519" y="3458"/>
                  </a:lnTo>
                  <a:lnTo>
                    <a:pt x="9315" y="3377"/>
                  </a:lnTo>
                  <a:lnTo>
                    <a:pt x="9071" y="3336"/>
                  </a:lnTo>
                  <a:lnTo>
                    <a:pt x="8868" y="3295"/>
                  </a:lnTo>
                  <a:lnTo>
                    <a:pt x="8624" y="3336"/>
                  </a:lnTo>
                  <a:lnTo>
                    <a:pt x="8380" y="3377"/>
                  </a:lnTo>
                  <a:lnTo>
                    <a:pt x="8176" y="3417"/>
                  </a:lnTo>
                  <a:lnTo>
                    <a:pt x="8176" y="3377"/>
                  </a:lnTo>
                  <a:lnTo>
                    <a:pt x="8176" y="3173"/>
                  </a:lnTo>
                  <a:lnTo>
                    <a:pt x="8176" y="3011"/>
                  </a:lnTo>
                  <a:lnTo>
                    <a:pt x="8095" y="2848"/>
                  </a:lnTo>
                  <a:lnTo>
                    <a:pt x="8014" y="2685"/>
                  </a:lnTo>
                  <a:lnTo>
                    <a:pt x="7891" y="2522"/>
                  </a:lnTo>
                  <a:lnTo>
                    <a:pt x="7769" y="2400"/>
                  </a:lnTo>
                  <a:lnTo>
                    <a:pt x="7647" y="2278"/>
                  </a:lnTo>
                  <a:lnTo>
                    <a:pt x="7485" y="2238"/>
                  </a:lnTo>
                  <a:lnTo>
                    <a:pt x="7281" y="2156"/>
                  </a:lnTo>
                  <a:lnTo>
                    <a:pt x="6940" y="2156"/>
                  </a:lnTo>
                  <a:lnTo>
                    <a:pt x="6956" y="2075"/>
                  </a:lnTo>
                  <a:lnTo>
                    <a:pt x="6956" y="1831"/>
                  </a:lnTo>
                  <a:lnTo>
                    <a:pt x="6956" y="1587"/>
                  </a:lnTo>
                  <a:lnTo>
                    <a:pt x="6915" y="1384"/>
                  </a:lnTo>
                  <a:lnTo>
                    <a:pt x="6834" y="1139"/>
                  </a:lnTo>
                  <a:lnTo>
                    <a:pt x="6712" y="936"/>
                  </a:lnTo>
                  <a:lnTo>
                    <a:pt x="6590" y="733"/>
                  </a:lnTo>
                  <a:lnTo>
                    <a:pt x="6427" y="529"/>
                  </a:lnTo>
                  <a:lnTo>
                    <a:pt x="6224" y="367"/>
                  </a:lnTo>
                  <a:lnTo>
                    <a:pt x="6061" y="245"/>
                  </a:lnTo>
                  <a:lnTo>
                    <a:pt x="5817" y="163"/>
                  </a:lnTo>
                  <a:lnTo>
                    <a:pt x="5614" y="82"/>
                  </a:lnTo>
                  <a:lnTo>
                    <a:pt x="5370" y="41"/>
                  </a:lnTo>
                  <a:lnTo>
                    <a:pt x="51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 name="Google Shape;565;p17"/>
          <p:cNvGrpSpPr/>
          <p:nvPr/>
        </p:nvGrpSpPr>
        <p:grpSpPr>
          <a:xfrm flipH="1">
            <a:off x="4059714" y="4365267"/>
            <a:ext cx="474643" cy="299712"/>
            <a:chOff x="7729218" y="1694205"/>
            <a:chExt cx="474643" cy="299712"/>
          </a:xfrm>
        </p:grpSpPr>
        <p:sp>
          <p:nvSpPr>
            <p:cNvPr id="566" name="Google Shape;566;p17"/>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7"/>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8" name="Google Shape;568;p17"/>
          <p:cNvSpPr/>
          <p:nvPr/>
        </p:nvSpPr>
        <p:spPr>
          <a:xfrm flipH="1">
            <a:off x="677156" y="26785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7"/>
          <p:cNvSpPr/>
          <p:nvPr/>
        </p:nvSpPr>
        <p:spPr>
          <a:xfrm flipH="1">
            <a:off x="-223277" y="34734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p17"/>
          <p:cNvGrpSpPr/>
          <p:nvPr/>
        </p:nvGrpSpPr>
        <p:grpSpPr>
          <a:xfrm rot="5400000" flipH="1">
            <a:off x="3231676" y="-1110167"/>
            <a:ext cx="1915490" cy="2459786"/>
            <a:chOff x="2659350" y="1746500"/>
            <a:chExt cx="379350" cy="487125"/>
          </a:xfrm>
        </p:grpSpPr>
        <p:sp>
          <p:nvSpPr>
            <p:cNvPr id="571" name="Google Shape;571;p17"/>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7"/>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7"/>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4" name="Google Shape;574;p17"/>
          <p:cNvSpPr/>
          <p:nvPr/>
        </p:nvSpPr>
        <p:spPr>
          <a:xfrm flipH="1">
            <a:off x="8423998" y="3177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7"/>
          <p:cNvSpPr/>
          <p:nvPr/>
        </p:nvSpPr>
        <p:spPr>
          <a:xfrm flipH="1">
            <a:off x="5694081" y="4660085"/>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 name="Google Shape;576;p17"/>
          <p:cNvGrpSpPr/>
          <p:nvPr/>
        </p:nvGrpSpPr>
        <p:grpSpPr>
          <a:xfrm flipH="1">
            <a:off x="-1756434" y="3624409"/>
            <a:ext cx="2408503" cy="2408503"/>
            <a:chOff x="7349044" y="3624409"/>
            <a:chExt cx="2408503" cy="2408503"/>
          </a:xfrm>
        </p:grpSpPr>
        <p:sp>
          <p:nvSpPr>
            <p:cNvPr id="577" name="Google Shape;577;p17"/>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7"/>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7"/>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7"/>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17"/>
          <p:cNvGrpSpPr/>
          <p:nvPr/>
        </p:nvGrpSpPr>
        <p:grpSpPr>
          <a:xfrm flipH="1">
            <a:off x="3770282" y="3148752"/>
            <a:ext cx="307124" cy="305294"/>
            <a:chOff x="1026043" y="1162815"/>
            <a:chExt cx="307124" cy="305294"/>
          </a:xfrm>
        </p:grpSpPr>
        <p:sp>
          <p:nvSpPr>
            <p:cNvPr id="582" name="Google Shape;582;p1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0" name="Google Shape;590;p17"/>
          <p:cNvSpPr/>
          <p:nvPr/>
        </p:nvSpPr>
        <p:spPr>
          <a:xfrm flipH="1">
            <a:off x="4535621" y="10743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7"/>
          <p:cNvSpPr/>
          <p:nvPr/>
        </p:nvSpPr>
        <p:spPr>
          <a:xfrm flipH="1">
            <a:off x="8534397" y="455120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 name="Google Shape;592;p17"/>
          <p:cNvGrpSpPr/>
          <p:nvPr/>
        </p:nvGrpSpPr>
        <p:grpSpPr>
          <a:xfrm flipH="1">
            <a:off x="6114802" y="477350"/>
            <a:ext cx="309000" cy="305294"/>
            <a:chOff x="8360310" y="1124637"/>
            <a:chExt cx="309000" cy="305294"/>
          </a:xfrm>
        </p:grpSpPr>
        <p:sp>
          <p:nvSpPr>
            <p:cNvPr id="593" name="Google Shape;593;p17"/>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7"/>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7"/>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7"/>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7"/>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7"/>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7"/>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7"/>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21"/>
        <p:cNvGrpSpPr/>
        <p:nvPr/>
      </p:nvGrpSpPr>
      <p:grpSpPr>
        <a:xfrm>
          <a:off x="0" y="0"/>
          <a:ext cx="0" cy="0"/>
          <a:chOff x="0" y="0"/>
          <a:chExt cx="0" cy="0"/>
        </a:xfrm>
      </p:grpSpPr>
      <p:sp>
        <p:nvSpPr>
          <p:cNvPr id="822" name="Google Shape;822;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23" name="Google Shape;823;p23"/>
          <p:cNvSpPr/>
          <p:nvPr/>
        </p:nvSpPr>
        <p:spPr>
          <a:xfrm rot="10800000"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3"/>
          <p:cNvSpPr/>
          <p:nvPr/>
        </p:nvSpPr>
        <p:spPr>
          <a:xfrm rot="10800000" flipH="1">
            <a:off x="78516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5" name="Google Shape;825;p23"/>
          <p:cNvGrpSpPr/>
          <p:nvPr/>
        </p:nvGrpSpPr>
        <p:grpSpPr>
          <a:xfrm rot="8100069" flipH="1">
            <a:off x="8406819" y="-473906"/>
            <a:ext cx="1340695" cy="1721696"/>
            <a:chOff x="2659350" y="1746500"/>
            <a:chExt cx="379350" cy="487125"/>
          </a:xfrm>
        </p:grpSpPr>
        <p:sp>
          <p:nvSpPr>
            <p:cNvPr id="826" name="Google Shape;826;p23"/>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3"/>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3"/>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9" name="Google Shape;829;p23"/>
          <p:cNvSpPr/>
          <p:nvPr/>
        </p:nvSpPr>
        <p:spPr>
          <a:xfrm rot="10800000">
            <a:off x="8385206"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3"/>
          <p:cNvSpPr/>
          <p:nvPr/>
        </p:nvSpPr>
        <p:spPr>
          <a:xfrm rot="10800000" flipH="1">
            <a:off x="5789142"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3"/>
          <p:cNvSpPr/>
          <p:nvPr/>
        </p:nvSpPr>
        <p:spPr>
          <a:xfrm rot="10800000" flipH="1">
            <a:off x="8582762"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3"/>
          <p:cNvSpPr/>
          <p:nvPr/>
        </p:nvSpPr>
        <p:spPr>
          <a:xfrm rot="10800000" flipH="1">
            <a:off x="8460567"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3" name="Google Shape;833;p23"/>
          <p:cNvGrpSpPr/>
          <p:nvPr/>
        </p:nvGrpSpPr>
        <p:grpSpPr>
          <a:xfrm flipH="1">
            <a:off x="8217414" y="1593503"/>
            <a:ext cx="474643" cy="299712"/>
            <a:chOff x="7729218" y="1694205"/>
            <a:chExt cx="474643" cy="299712"/>
          </a:xfrm>
        </p:grpSpPr>
        <p:sp>
          <p:nvSpPr>
            <p:cNvPr id="834" name="Google Shape;834;p23"/>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3"/>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6" name="Google Shape;836;p23"/>
          <p:cNvSpPr/>
          <p:nvPr/>
        </p:nvSpPr>
        <p:spPr>
          <a:xfrm rot="10800000" flipH="1">
            <a:off x="528667"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3"/>
          <p:cNvSpPr/>
          <p:nvPr/>
        </p:nvSpPr>
        <p:spPr>
          <a:xfrm rot="10800000" flipH="1">
            <a:off x="791549"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8" name="Google Shape;838;p23"/>
          <p:cNvGrpSpPr/>
          <p:nvPr/>
        </p:nvGrpSpPr>
        <p:grpSpPr>
          <a:xfrm rot="10800000">
            <a:off x="451453" y="4617386"/>
            <a:ext cx="307124" cy="305294"/>
            <a:chOff x="1026043" y="1162815"/>
            <a:chExt cx="307124" cy="305294"/>
          </a:xfrm>
        </p:grpSpPr>
        <p:sp>
          <p:nvSpPr>
            <p:cNvPr id="839" name="Google Shape;839;p23"/>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3"/>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3"/>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3"/>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3"/>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3"/>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3"/>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3"/>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7" name="Google Shape;847;p23"/>
          <p:cNvSpPr/>
          <p:nvPr/>
        </p:nvSpPr>
        <p:spPr>
          <a:xfrm rot="10800000">
            <a:off x="147817"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848"/>
        <p:cNvGrpSpPr/>
        <p:nvPr/>
      </p:nvGrpSpPr>
      <p:grpSpPr>
        <a:xfrm>
          <a:off x="0" y="0"/>
          <a:ext cx="0" cy="0"/>
          <a:chOff x="0" y="0"/>
          <a:chExt cx="0" cy="0"/>
        </a:xfrm>
      </p:grpSpPr>
      <p:sp>
        <p:nvSpPr>
          <p:cNvPr id="849" name="Google Shape;849;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50" name="Google Shape;850;p24"/>
          <p:cNvSpPr/>
          <p:nvPr/>
        </p:nvSpPr>
        <p:spPr>
          <a:xfrm rot="10800000">
            <a:off x="78516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rot="10800000">
            <a:off x="-2479325" y="425106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2" name="Google Shape;852;p24"/>
          <p:cNvGrpSpPr/>
          <p:nvPr/>
        </p:nvGrpSpPr>
        <p:grpSpPr>
          <a:xfrm rot="-8100069">
            <a:off x="-718506" y="-473906"/>
            <a:ext cx="1340695" cy="1721696"/>
            <a:chOff x="2659350" y="1746500"/>
            <a:chExt cx="379350" cy="487125"/>
          </a:xfrm>
        </p:grpSpPr>
        <p:sp>
          <p:nvSpPr>
            <p:cNvPr id="853" name="Google Shape;853;p2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6" name="Google Shape;856;p24"/>
          <p:cNvSpPr/>
          <p:nvPr/>
        </p:nvSpPr>
        <p:spPr>
          <a:xfrm rot="10800000" flipH="1">
            <a:off x="340385" y="4619268"/>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rot="10800000">
            <a:off x="3087173" y="20117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rot="10800000">
            <a:off x="360543" y="39889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rot="10800000">
            <a:off x="415748" y="273692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0" name="Google Shape;860;p24"/>
          <p:cNvGrpSpPr/>
          <p:nvPr/>
        </p:nvGrpSpPr>
        <p:grpSpPr>
          <a:xfrm>
            <a:off x="336952" y="1017728"/>
            <a:ext cx="474643" cy="299712"/>
            <a:chOff x="7729218" y="1694205"/>
            <a:chExt cx="474643" cy="299712"/>
          </a:xfrm>
        </p:grpSpPr>
        <p:sp>
          <p:nvSpPr>
            <p:cNvPr id="861" name="Google Shape;861;p2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3" name="Google Shape;863;p24"/>
          <p:cNvSpPr/>
          <p:nvPr/>
        </p:nvSpPr>
        <p:spPr>
          <a:xfrm rot="10800000">
            <a:off x="8347648" y="333314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rot="10800000">
            <a:off x="8151756" y="23560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 name="Google Shape;865;p24"/>
          <p:cNvGrpSpPr/>
          <p:nvPr/>
        </p:nvGrpSpPr>
        <p:grpSpPr>
          <a:xfrm rot="10800000" flipH="1">
            <a:off x="8577781" y="4566686"/>
            <a:ext cx="307124" cy="305294"/>
            <a:chOff x="1026043" y="1162815"/>
            <a:chExt cx="307124" cy="305294"/>
          </a:xfrm>
        </p:grpSpPr>
        <p:sp>
          <p:nvSpPr>
            <p:cNvPr id="866" name="Google Shape;866;p2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4" name="Google Shape;874;p24"/>
          <p:cNvSpPr/>
          <p:nvPr/>
        </p:nvSpPr>
        <p:spPr>
          <a:xfrm rot="10800000" flipH="1">
            <a:off x="8577773" y="1778778"/>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875"/>
        <p:cNvGrpSpPr/>
        <p:nvPr/>
      </p:nvGrpSpPr>
      <p:grpSpPr>
        <a:xfrm>
          <a:off x="0" y="0"/>
          <a:ext cx="0" cy="0"/>
          <a:chOff x="0" y="0"/>
          <a:chExt cx="0" cy="0"/>
        </a:xfrm>
      </p:grpSpPr>
      <p:sp>
        <p:nvSpPr>
          <p:cNvPr id="876" name="Google Shape;876;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77" name="Google Shape;877;p25"/>
          <p:cNvSpPr/>
          <p:nvPr/>
        </p:nvSpPr>
        <p:spPr>
          <a:xfrm flipH="1">
            <a:off x="5767750" y="4671812"/>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5"/>
          <p:cNvSpPr/>
          <p:nvPr/>
        </p:nvSpPr>
        <p:spPr>
          <a:xfrm flipH="1">
            <a:off x="-2479325" y="-1234000"/>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9" name="Google Shape;879;p25"/>
          <p:cNvGrpSpPr/>
          <p:nvPr/>
        </p:nvGrpSpPr>
        <p:grpSpPr>
          <a:xfrm rot="-2699931" flipH="1">
            <a:off x="-634356" y="4042755"/>
            <a:ext cx="1340695" cy="1721696"/>
            <a:chOff x="2659350" y="1746500"/>
            <a:chExt cx="379350" cy="487125"/>
          </a:xfrm>
        </p:grpSpPr>
        <p:sp>
          <p:nvSpPr>
            <p:cNvPr id="880" name="Google Shape;880;p25"/>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5"/>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5"/>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3" name="Google Shape;883;p25"/>
          <p:cNvSpPr/>
          <p:nvPr/>
        </p:nvSpPr>
        <p:spPr>
          <a:xfrm>
            <a:off x="112335" y="37507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5"/>
          <p:cNvSpPr/>
          <p:nvPr/>
        </p:nvSpPr>
        <p:spPr>
          <a:xfrm flipH="1">
            <a:off x="1475493" y="2028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5"/>
          <p:cNvSpPr/>
          <p:nvPr/>
        </p:nvSpPr>
        <p:spPr>
          <a:xfrm flipH="1">
            <a:off x="8881198" y="11300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6" name="Google Shape;886;p25"/>
          <p:cNvGrpSpPr/>
          <p:nvPr/>
        </p:nvGrpSpPr>
        <p:grpSpPr>
          <a:xfrm flipH="1">
            <a:off x="8186677" y="366217"/>
            <a:ext cx="474643" cy="299712"/>
            <a:chOff x="7729218" y="1694205"/>
            <a:chExt cx="474643" cy="299712"/>
          </a:xfrm>
        </p:grpSpPr>
        <p:sp>
          <p:nvSpPr>
            <p:cNvPr id="887" name="Google Shape;887;p25"/>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5"/>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9" name="Google Shape;889;p25"/>
          <p:cNvSpPr/>
          <p:nvPr/>
        </p:nvSpPr>
        <p:spPr>
          <a:xfrm flipH="1">
            <a:off x="69298" y="16249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5"/>
          <p:cNvSpPr/>
          <p:nvPr/>
        </p:nvSpPr>
        <p:spPr>
          <a:xfrm flipH="1">
            <a:off x="8688493" y="468916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1" name="Google Shape;891;p25"/>
          <p:cNvGrpSpPr/>
          <p:nvPr/>
        </p:nvGrpSpPr>
        <p:grpSpPr>
          <a:xfrm>
            <a:off x="643806" y="477352"/>
            <a:ext cx="307124" cy="305294"/>
            <a:chOff x="1026043" y="1162815"/>
            <a:chExt cx="307124" cy="305294"/>
          </a:xfrm>
        </p:grpSpPr>
        <p:sp>
          <p:nvSpPr>
            <p:cNvPr id="892" name="Google Shape;892;p25"/>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5"/>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5"/>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5"/>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5"/>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5"/>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5"/>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5"/>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0" name="Google Shape;900;p25"/>
          <p:cNvSpPr/>
          <p:nvPr/>
        </p:nvSpPr>
        <p:spPr>
          <a:xfrm>
            <a:off x="8774198" y="347493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5"/>
          <p:cNvSpPr/>
          <p:nvPr/>
        </p:nvSpPr>
        <p:spPr>
          <a:xfrm flipH="1">
            <a:off x="3007298" y="4826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13">
    <p:spTree>
      <p:nvGrpSpPr>
        <p:cNvPr id="1" name="Shape 986"/>
        <p:cNvGrpSpPr/>
        <p:nvPr/>
      </p:nvGrpSpPr>
      <p:grpSpPr>
        <a:xfrm>
          <a:off x="0" y="0"/>
          <a:ext cx="0" cy="0"/>
          <a:chOff x="0" y="0"/>
          <a:chExt cx="0" cy="0"/>
        </a:xfrm>
      </p:grpSpPr>
      <p:sp>
        <p:nvSpPr>
          <p:cNvPr id="987" name="Google Shape;987;p28"/>
          <p:cNvSpPr/>
          <p:nvPr/>
        </p:nvSpPr>
        <p:spPr>
          <a:xfrm>
            <a:off x="-3676400" y="309862"/>
            <a:ext cx="7013009" cy="403102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8"/>
          <p:cNvSpPr txBox="1">
            <a:spLocks noGrp="1"/>
          </p:cNvSpPr>
          <p:nvPr>
            <p:ph type="title"/>
          </p:nvPr>
        </p:nvSpPr>
        <p:spPr>
          <a:xfrm>
            <a:off x="4838575" y="1553875"/>
            <a:ext cx="3090900" cy="1076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89" name="Google Shape;989;p28"/>
          <p:cNvSpPr txBox="1">
            <a:spLocks noGrp="1"/>
          </p:cNvSpPr>
          <p:nvPr>
            <p:ph type="subTitle" idx="1"/>
          </p:nvPr>
        </p:nvSpPr>
        <p:spPr>
          <a:xfrm>
            <a:off x="4838625" y="2864500"/>
            <a:ext cx="3090900" cy="813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0" name="Google Shape;990;p28"/>
          <p:cNvSpPr/>
          <p:nvPr/>
        </p:nvSpPr>
        <p:spPr>
          <a:xfrm>
            <a:off x="8040841" y="302736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8"/>
          <p:cNvSpPr/>
          <p:nvPr/>
        </p:nvSpPr>
        <p:spPr>
          <a:xfrm>
            <a:off x="2005792" y="5564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8"/>
          <p:cNvSpPr/>
          <p:nvPr/>
        </p:nvSpPr>
        <p:spPr>
          <a:xfrm>
            <a:off x="7455664" y="64208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8"/>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4" name="Google Shape;994;p28"/>
          <p:cNvGrpSpPr/>
          <p:nvPr/>
        </p:nvGrpSpPr>
        <p:grpSpPr>
          <a:xfrm rot="-5400000">
            <a:off x="-1004624" y="-1403142"/>
            <a:ext cx="1915490" cy="2459786"/>
            <a:chOff x="2659350" y="1746500"/>
            <a:chExt cx="379350" cy="487125"/>
          </a:xfrm>
        </p:grpSpPr>
        <p:sp>
          <p:nvSpPr>
            <p:cNvPr id="995" name="Google Shape;995;p28"/>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8"/>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8"/>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8" name="Google Shape;998;p28"/>
          <p:cNvSpPr/>
          <p:nvPr/>
        </p:nvSpPr>
        <p:spPr>
          <a:xfrm>
            <a:off x="2776021"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9" name="Google Shape;999;p28"/>
          <p:cNvGrpSpPr/>
          <p:nvPr/>
        </p:nvGrpSpPr>
        <p:grpSpPr>
          <a:xfrm>
            <a:off x="7693887" y="3395809"/>
            <a:ext cx="2408503" cy="2408503"/>
            <a:chOff x="7349044" y="3624409"/>
            <a:chExt cx="2408503" cy="2408503"/>
          </a:xfrm>
        </p:grpSpPr>
        <p:sp>
          <p:nvSpPr>
            <p:cNvPr id="1000" name="Google Shape;1000;p28"/>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8"/>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8"/>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8"/>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1004;p28"/>
          <p:cNvGrpSpPr/>
          <p:nvPr/>
        </p:nvGrpSpPr>
        <p:grpSpPr>
          <a:xfrm>
            <a:off x="8346161" y="1113852"/>
            <a:ext cx="307124" cy="305294"/>
            <a:chOff x="1026043" y="1162815"/>
            <a:chExt cx="307124" cy="305294"/>
          </a:xfrm>
        </p:grpSpPr>
        <p:sp>
          <p:nvSpPr>
            <p:cNvPr id="1005" name="Google Shape;1005;p28"/>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8"/>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8"/>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8"/>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8"/>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8"/>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8"/>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8"/>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8"/>
          <p:cNvGrpSpPr/>
          <p:nvPr/>
        </p:nvGrpSpPr>
        <p:grpSpPr>
          <a:xfrm>
            <a:off x="3410166" y="446625"/>
            <a:ext cx="309000" cy="305294"/>
            <a:chOff x="8360310" y="1124637"/>
            <a:chExt cx="309000" cy="305294"/>
          </a:xfrm>
        </p:grpSpPr>
        <p:sp>
          <p:nvSpPr>
            <p:cNvPr id="1014" name="Google Shape;1014;p28"/>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8"/>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8"/>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8"/>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8"/>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8"/>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8"/>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8"/>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2" name="Google Shape;1022;p28"/>
          <p:cNvSpPr/>
          <p:nvPr/>
        </p:nvSpPr>
        <p:spPr>
          <a:xfrm>
            <a:off x="5037891" y="566710"/>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8"/>
          <p:cNvSpPr/>
          <p:nvPr/>
        </p:nvSpPr>
        <p:spPr>
          <a:xfrm>
            <a:off x="4295390" y="43617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8"/>
          <p:cNvSpPr/>
          <p:nvPr/>
        </p:nvSpPr>
        <p:spPr>
          <a:xfrm>
            <a:off x="215042" y="228254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14">
    <p:spTree>
      <p:nvGrpSpPr>
        <p:cNvPr id="1" name="Shape 1054"/>
        <p:cNvGrpSpPr/>
        <p:nvPr/>
      </p:nvGrpSpPr>
      <p:grpSpPr>
        <a:xfrm>
          <a:off x="0" y="0"/>
          <a:ext cx="0" cy="0"/>
          <a:chOff x="0" y="0"/>
          <a:chExt cx="0" cy="0"/>
        </a:xfrm>
      </p:grpSpPr>
      <p:sp>
        <p:nvSpPr>
          <p:cNvPr id="1055" name="Google Shape;1055;p30"/>
          <p:cNvSpPr/>
          <p:nvPr/>
        </p:nvSpPr>
        <p:spPr>
          <a:xfrm>
            <a:off x="-1614825" y="383163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0"/>
          <p:cNvSpPr/>
          <p:nvPr/>
        </p:nvSpPr>
        <p:spPr>
          <a:xfrm>
            <a:off x="7611275" y="-1005275"/>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7" name="Google Shape;1057;p30"/>
          <p:cNvGrpSpPr/>
          <p:nvPr/>
        </p:nvGrpSpPr>
        <p:grpSpPr>
          <a:xfrm>
            <a:off x="8116881" y="393465"/>
            <a:ext cx="307124" cy="305294"/>
            <a:chOff x="1026043" y="1162815"/>
            <a:chExt cx="307124" cy="305294"/>
          </a:xfrm>
        </p:grpSpPr>
        <p:sp>
          <p:nvSpPr>
            <p:cNvPr id="1058" name="Google Shape;1058;p30"/>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0"/>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0"/>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0"/>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0"/>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0"/>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0"/>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0"/>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6" name="Google Shape;1066;p30"/>
          <p:cNvGrpSpPr/>
          <p:nvPr/>
        </p:nvGrpSpPr>
        <p:grpSpPr>
          <a:xfrm>
            <a:off x="6749493" y="4363642"/>
            <a:ext cx="474643" cy="299712"/>
            <a:chOff x="7729218" y="1694205"/>
            <a:chExt cx="474643" cy="299712"/>
          </a:xfrm>
        </p:grpSpPr>
        <p:sp>
          <p:nvSpPr>
            <p:cNvPr id="1067" name="Google Shape;1067;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9" name="Google Shape;1069;p30"/>
          <p:cNvSpPr/>
          <p:nvPr/>
        </p:nvSpPr>
        <p:spPr>
          <a:xfrm>
            <a:off x="360072" y="372713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0" name="Google Shape;1070;p30"/>
          <p:cNvGrpSpPr/>
          <p:nvPr/>
        </p:nvGrpSpPr>
        <p:grpSpPr>
          <a:xfrm rot="10800000">
            <a:off x="7371465" y="3831622"/>
            <a:ext cx="2299701" cy="1685267"/>
            <a:chOff x="238125" y="896375"/>
            <a:chExt cx="635575" cy="465775"/>
          </a:xfrm>
        </p:grpSpPr>
        <p:sp>
          <p:nvSpPr>
            <p:cNvPr id="1071" name="Google Shape;1071;p30"/>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0"/>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0"/>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0"/>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0"/>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30"/>
          <p:cNvGrpSpPr/>
          <p:nvPr/>
        </p:nvGrpSpPr>
        <p:grpSpPr>
          <a:xfrm rot="-1707809" flipH="1">
            <a:off x="-717545" y="-721343"/>
            <a:ext cx="1340703" cy="1721669"/>
            <a:chOff x="2659350" y="1746500"/>
            <a:chExt cx="379350" cy="487125"/>
          </a:xfrm>
        </p:grpSpPr>
        <p:sp>
          <p:nvSpPr>
            <p:cNvPr id="1077" name="Google Shape;1077;p30"/>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0"/>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0"/>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0" name="Google Shape;1080;p30"/>
          <p:cNvGrpSpPr/>
          <p:nvPr/>
        </p:nvGrpSpPr>
        <p:grpSpPr>
          <a:xfrm>
            <a:off x="886093" y="581517"/>
            <a:ext cx="474643" cy="299712"/>
            <a:chOff x="7729218" y="1694205"/>
            <a:chExt cx="474643" cy="299712"/>
          </a:xfrm>
        </p:grpSpPr>
        <p:sp>
          <p:nvSpPr>
            <p:cNvPr id="1081" name="Google Shape;1081;p30"/>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0"/>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3" name="Google Shape;1083;p30"/>
          <p:cNvSpPr/>
          <p:nvPr/>
        </p:nvSpPr>
        <p:spPr>
          <a:xfrm>
            <a:off x="278996" y="3091338"/>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0"/>
          <p:cNvSpPr/>
          <p:nvPr/>
        </p:nvSpPr>
        <p:spPr>
          <a:xfrm>
            <a:off x="6054153" y="46633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0"/>
          <p:cNvSpPr/>
          <p:nvPr/>
        </p:nvSpPr>
        <p:spPr>
          <a:xfrm>
            <a:off x="7739087" y="4470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0"/>
          <p:cNvSpPr/>
          <p:nvPr/>
        </p:nvSpPr>
        <p:spPr>
          <a:xfrm>
            <a:off x="8772703" y="1409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0"/>
          <p:cNvSpPr/>
          <p:nvPr/>
        </p:nvSpPr>
        <p:spPr>
          <a:xfrm>
            <a:off x="7371478" y="2061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0"/>
          <p:cNvSpPr/>
          <p:nvPr/>
        </p:nvSpPr>
        <p:spPr>
          <a:xfrm>
            <a:off x="1648337" y="2917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4_1">
    <p:spTree>
      <p:nvGrpSpPr>
        <p:cNvPr id="1" name="Shape 1089"/>
        <p:cNvGrpSpPr/>
        <p:nvPr/>
      </p:nvGrpSpPr>
      <p:grpSpPr>
        <a:xfrm>
          <a:off x="0" y="0"/>
          <a:ext cx="0" cy="0"/>
          <a:chOff x="0" y="0"/>
          <a:chExt cx="0" cy="0"/>
        </a:xfrm>
      </p:grpSpPr>
      <p:sp>
        <p:nvSpPr>
          <p:cNvPr id="1090" name="Google Shape;1090;p31"/>
          <p:cNvSpPr/>
          <p:nvPr/>
        </p:nvSpPr>
        <p:spPr>
          <a:xfrm rot="10800000" flipH="1">
            <a:off x="-3335934" y="439028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1"/>
          <p:cNvSpPr/>
          <p:nvPr/>
        </p:nvSpPr>
        <p:spPr>
          <a:xfrm rot="10800000" flipH="1">
            <a:off x="6652416" y="-1583268"/>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1"/>
          <p:cNvSpPr/>
          <p:nvPr/>
        </p:nvSpPr>
        <p:spPr>
          <a:xfrm rot="10800000" flipH="1">
            <a:off x="1920142" y="4470671"/>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1"/>
          <p:cNvSpPr/>
          <p:nvPr/>
        </p:nvSpPr>
        <p:spPr>
          <a:xfrm rot="10800000" flipH="1">
            <a:off x="8271314" y="3824986"/>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1"/>
          <p:cNvSpPr/>
          <p:nvPr/>
        </p:nvSpPr>
        <p:spPr>
          <a:xfrm rot="10800000" flipH="1">
            <a:off x="1853114" y="552749"/>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5" name="Google Shape;1095;p31"/>
          <p:cNvGrpSpPr/>
          <p:nvPr/>
        </p:nvGrpSpPr>
        <p:grpSpPr>
          <a:xfrm rot="-5400000" flipH="1">
            <a:off x="-1004624" y="3805865"/>
            <a:ext cx="1915490" cy="2459786"/>
            <a:chOff x="2659350" y="1746500"/>
            <a:chExt cx="379350" cy="487125"/>
          </a:xfrm>
        </p:grpSpPr>
        <p:sp>
          <p:nvSpPr>
            <p:cNvPr id="1096" name="Google Shape;1096;p31"/>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1"/>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1"/>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9" name="Google Shape;1099;p31"/>
          <p:cNvSpPr/>
          <p:nvPr/>
        </p:nvSpPr>
        <p:spPr>
          <a:xfrm rot="10800000" flipH="1">
            <a:off x="7435646" y="119353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0" name="Google Shape;1100;p31"/>
          <p:cNvGrpSpPr/>
          <p:nvPr/>
        </p:nvGrpSpPr>
        <p:grpSpPr>
          <a:xfrm rot="10800000" flipH="1">
            <a:off x="7693887" y="-941801"/>
            <a:ext cx="2408503" cy="2408503"/>
            <a:chOff x="7349044" y="3624409"/>
            <a:chExt cx="2408503" cy="2408503"/>
          </a:xfrm>
        </p:grpSpPr>
        <p:sp>
          <p:nvSpPr>
            <p:cNvPr id="1101" name="Google Shape;1101;p31"/>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1"/>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1"/>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1"/>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5" name="Google Shape;1105;p31"/>
          <p:cNvGrpSpPr/>
          <p:nvPr/>
        </p:nvGrpSpPr>
        <p:grpSpPr>
          <a:xfrm rot="10800000" flipH="1">
            <a:off x="7964211" y="2127664"/>
            <a:ext cx="307124" cy="305294"/>
            <a:chOff x="1026043" y="1162815"/>
            <a:chExt cx="307124" cy="305294"/>
          </a:xfrm>
        </p:grpSpPr>
        <p:sp>
          <p:nvSpPr>
            <p:cNvPr id="1106" name="Google Shape;1106;p31"/>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1"/>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1"/>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1"/>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1"/>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1"/>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1"/>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1"/>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31"/>
          <p:cNvGrpSpPr/>
          <p:nvPr/>
        </p:nvGrpSpPr>
        <p:grpSpPr>
          <a:xfrm rot="10800000" flipH="1">
            <a:off x="1002003" y="1466691"/>
            <a:ext cx="309000" cy="305294"/>
            <a:chOff x="8360310" y="1124637"/>
            <a:chExt cx="309000" cy="305294"/>
          </a:xfrm>
        </p:grpSpPr>
        <p:sp>
          <p:nvSpPr>
            <p:cNvPr id="1115" name="Google Shape;1115;p31"/>
            <p:cNvSpPr/>
            <p:nvPr/>
          </p:nvSpPr>
          <p:spPr>
            <a:xfrm>
              <a:off x="8360310" y="1124637"/>
              <a:ext cx="309000" cy="305294"/>
            </a:xfrm>
            <a:custGeom>
              <a:avLst/>
              <a:gdLst/>
              <a:ahLst/>
              <a:cxnLst/>
              <a:rect l="l" t="t" r="r" b="b"/>
              <a:pathLst>
                <a:path w="6753" h="6672" extrusionOk="0">
                  <a:moveTo>
                    <a:pt x="2767" y="1"/>
                  </a:moveTo>
                  <a:lnTo>
                    <a:pt x="2645" y="42"/>
                  </a:lnTo>
                  <a:lnTo>
                    <a:pt x="2563" y="82"/>
                  </a:lnTo>
                  <a:lnTo>
                    <a:pt x="2441" y="164"/>
                  </a:lnTo>
                  <a:lnTo>
                    <a:pt x="2360" y="245"/>
                  </a:lnTo>
                  <a:lnTo>
                    <a:pt x="2319" y="367"/>
                  </a:lnTo>
                  <a:lnTo>
                    <a:pt x="2238" y="652"/>
                  </a:lnTo>
                  <a:lnTo>
                    <a:pt x="2197" y="937"/>
                  </a:lnTo>
                  <a:lnTo>
                    <a:pt x="2197" y="1221"/>
                  </a:lnTo>
                  <a:lnTo>
                    <a:pt x="2238" y="1506"/>
                  </a:lnTo>
                  <a:lnTo>
                    <a:pt x="2075" y="1343"/>
                  </a:lnTo>
                  <a:lnTo>
                    <a:pt x="1872" y="1221"/>
                  </a:lnTo>
                  <a:lnTo>
                    <a:pt x="1546" y="1099"/>
                  </a:lnTo>
                  <a:lnTo>
                    <a:pt x="1262" y="1099"/>
                  </a:lnTo>
                  <a:lnTo>
                    <a:pt x="1140" y="1140"/>
                  </a:lnTo>
                  <a:lnTo>
                    <a:pt x="1018" y="1221"/>
                  </a:lnTo>
                  <a:lnTo>
                    <a:pt x="895" y="1343"/>
                  </a:lnTo>
                  <a:lnTo>
                    <a:pt x="855" y="1506"/>
                  </a:lnTo>
                  <a:lnTo>
                    <a:pt x="773" y="1791"/>
                  </a:lnTo>
                  <a:lnTo>
                    <a:pt x="814" y="2075"/>
                  </a:lnTo>
                  <a:lnTo>
                    <a:pt x="855" y="2360"/>
                  </a:lnTo>
                  <a:lnTo>
                    <a:pt x="1018" y="2604"/>
                  </a:lnTo>
                  <a:lnTo>
                    <a:pt x="1180" y="2808"/>
                  </a:lnTo>
                  <a:lnTo>
                    <a:pt x="1384" y="2970"/>
                  </a:lnTo>
                  <a:lnTo>
                    <a:pt x="1018" y="2970"/>
                  </a:lnTo>
                  <a:lnTo>
                    <a:pt x="814" y="3011"/>
                  </a:lnTo>
                  <a:lnTo>
                    <a:pt x="651" y="3052"/>
                  </a:lnTo>
                  <a:lnTo>
                    <a:pt x="407" y="3174"/>
                  </a:lnTo>
                  <a:lnTo>
                    <a:pt x="204" y="3377"/>
                  </a:lnTo>
                  <a:lnTo>
                    <a:pt x="82" y="3621"/>
                  </a:lnTo>
                  <a:lnTo>
                    <a:pt x="1" y="3865"/>
                  </a:lnTo>
                  <a:lnTo>
                    <a:pt x="1" y="4109"/>
                  </a:lnTo>
                  <a:lnTo>
                    <a:pt x="82" y="4353"/>
                  </a:lnTo>
                  <a:lnTo>
                    <a:pt x="245" y="4516"/>
                  </a:lnTo>
                  <a:lnTo>
                    <a:pt x="489" y="4638"/>
                  </a:lnTo>
                  <a:lnTo>
                    <a:pt x="692" y="4719"/>
                  </a:lnTo>
                  <a:lnTo>
                    <a:pt x="936" y="4719"/>
                  </a:lnTo>
                  <a:lnTo>
                    <a:pt x="1424" y="4679"/>
                  </a:lnTo>
                  <a:lnTo>
                    <a:pt x="1424" y="4679"/>
                  </a:lnTo>
                  <a:lnTo>
                    <a:pt x="1180" y="5004"/>
                  </a:lnTo>
                  <a:lnTo>
                    <a:pt x="1099" y="5167"/>
                  </a:lnTo>
                  <a:lnTo>
                    <a:pt x="1058" y="5370"/>
                  </a:lnTo>
                  <a:lnTo>
                    <a:pt x="1018" y="5655"/>
                  </a:lnTo>
                  <a:lnTo>
                    <a:pt x="1099" y="5899"/>
                  </a:lnTo>
                  <a:lnTo>
                    <a:pt x="1140" y="6021"/>
                  </a:lnTo>
                  <a:lnTo>
                    <a:pt x="1221" y="6143"/>
                  </a:lnTo>
                  <a:lnTo>
                    <a:pt x="1343" y="6224"/>
                  </a:lnTo>
                  <a:lnTo>
                    <a:pt x="1465" y="6306"/>
                  </a:lnTo>
                  <a:lnTo>
                    <a:pt x="1709" y="6387"/>
                  </a:lnTo>
                  <a:lnTo>
                    <a:pt x="1994" y="6387"/>
                  </a:lnTo>
                  <a:lnTo>
                    <a:pt x="2238" y="6346"/>
                  </a:lnTo>
                  <a:lnTo>
                    <a:pt x="2482" y="6224"/>
                  </a:lnTo>
                  <a:lnTo>
                    <a:pt x="2726" y="6021"/>
                  </a:lnTo>
                  <a:lnTo>
                    <a:pt x="2889" y="5777"/>
                  </a:lnTo>
                  <a:lnTo>
                    <a:pt x="3011" y="6102"/>
                  </a:lnTo>
                  <a:lnTo>
                    <a:pt x="3092" y="6265"/>
                  </a:lnTo>
                  <a:lnTo>
                    <a:pt x="3173" y="6387"/>
                  </a:lnTo>
                  <a:lnTo>
                    <a:pt x="3295" y="6509"/>
                  </a:lnTo>
                  <a:lnTo>
                    <a:pt x="3417" y="6590"/>
                  </a:lnTo>
                  <a:lnTo>
                    <a:pt x="3580" y="6631"/>
                  </a:lnTo>
                  <a:lnTo>
                    <a:pt x="3743" y="6672"/>
                  </a:lnTo>
                  <a:lnTo>
                    <a:pt x="3906" y="6672"/>
                  </a:lnTo>
                  <a:lnTo>
                    <a:pt x="4109" y="6590"/>
                  </a:lnTo>
                  <a:lnTo>
                    <a:pt x="4312" y="6468"/>
                  </a:lnTo>
                  <a:lnTo>
                    <a:pt x="4475" y="6306"/>
                  </a:lnTo>
                  <a:lnTo>
                    <a:pt x="4597" y="6102"/>
                  </a:lnTo>
                  <a:lnTo>
                    <a:pt x="4678" y="5777"/>
                  </a:lnTo>
                  <a:lnTo>
                    <a:pt x="4678" y="5452"/>
                  </a:lnTo>
                  <a:lnTo>
                    <a:pt x="4841" y="5533"/>
                  </a:lnTo>
                  <a:lnTo>
                    <a:pt x="5004" y="5574"/>
                  </a:lnTo>
                  <a:lnTo>
                    <a:pt x="5329" y="5574"/>
                  </a:lnTo>
                  <a:lnTo>
                    <a:pt x="5492" y="5533"/>
                  </a:lnTo>
                  <a:lnTo>
                    <a:pt x="5655" y="5492"/>
                  </a:lnTo>
                  <a:lnTo>
                    <a:pt x="5817" y="5370"/>
                  </a:lnTo>
                  <a:lnTo>
                    <a:pt x="5939" y="5248"/>
                  </a:lnTo>
                  <a:lnTo>
                    <a:pt x="6061" y="5085"/>
                  </a:lnTo>
                  <a:lnTo>
                    <a:pt x="6143" y="4923"/>
                  </a:lnTo>
                  <a:lnTo>
                    <a:pt x="6183" y="4760"/>
                  </a:lnTo>
                  <a:lnTo>
                    <a:pt x="6224" y="4597"/>
                  </a:lnTo>
                  <a:lnTo>
                    <a:pt x="6224" y="4394"/>
                  </a:lnTo>
                  <a:lnTo>
                    <a:pt x="6183" y="4231"/>
                  </a:lnTo>
                  <a:lnTo>
                    <a:pt x="6102" y="4069"/>
                  </a:lnTo>
                  <a:lnTo>
                    <a:pt x="6021" y="3947"/>
                  </a:lnTo>
                  <a:lnTo>
                    <a:pt x="6183" y="3865"/>
                  </a:lnTo>
                  <a:lnTo>
                    <a:pt x="6346" y="3784"/>
                  </a:lnTo>
                  <a:lnTo>
                    <a:pt x="6468" y="3662"/>
                  </a:lnTo>
                  <a:lnTo>
                    <a:pt x="6590" y="3540"/>
                  </a:lnTo>
                  <a:lnTo>
                    <a:pt x="6672" y="3418"/>
                  </a:lnTo>
                  <a:lnTo>
                    <a:pt x="6712" y="3255"/>
                  </a:lnTo>
                  <a:lnTo>
                    <a:pt x="6753" y="3052"/>
                  </a:lnTo>
                  <a:lnTo>
                    <a:pt x="6712" y="2848"/>
                  </a:lnTo>
                  <a:lnTo>
                    <a:pt x="6672" y="2686"/>
                  </a:lnTo>
                  <a:lnTo>
                    <a:pt x="6590" y="2523"/>
                  </a:lnTo>
                  <a:lnTo>
                    <a:pt x="6468" y="2360"/>
                  </a:lnTo>
                  <a:lnTo>
                    <a:pt x="6346" y="2238"/>
                  </a:lnTo>
                  <a:lnTo>
                    <a:pt x="6183" y="2157"/>
                  </a:lnTo>
                  <a:lnTo>
                    <a:pt x="6021" y="2116"/>
                  </a:lnTo>
                  <a:lnTo>
                    <a:pt x="5858" y="2075"/>
                  </a:lnTo>
                  <a:lnTo>
                    <a:pt x="5695" y="2075"/>
                  </a:lnTo>
                  <a:lnTo>
                    <a:pt x="5817" y="1750"/>
                  </a:lnTo>
                  <a:lnTo>
                    <a:pt x="5817" y="1547"/>
                  </a:lnTo>
                  <a:lnTo>
                    <a:pt x="5817" y="1384"/>
                  </a:lnTo>
                  <a:lnTo>
                    <a:pt x="5777" y="1099"/>
                  </a:lnTo>
                  <a:lnTo>
                    <a:pt x="5655" y="855"/>
                  </a:lnTo>
                  <a:lnTo>
                    <a:pt x="5492" y="652"/>
                  </a:lnTo>
                  <a:lnTo>
                    <a:pt x="5370" y="570"/>
                  </a:lnTo>
                  <a:lnTo>
                    <a:pt x="5248" y="489"/>
                  </a:lnTo>
                  <a:lnTo>
                    <a:pt x="4963" y="448"/>
                  </a:lnTo>
                  <a:lnTo>
                    <a:pt x="4678" y="489"/>
                  </a:lnTo>
                  <a:lnTo>
                    <a:pt x="4434" y="570"/>
                  </a:lnTo>
                  <a:lnTo>
                    <a:pt x="4190" y="733"/>
                  </a:lnTo>
                  <a:lnTo>
                    <a:pt x="3946" y="977"/>
                  </a:lnTo>
                  <a:lnTo>
                    <a:pt x="3784" y="1262"/>
                  </a:lnTo>
                  <a:lnTo>
                    <a:pt x="3661" y="896"/>
                  </a:lnTo>
                  <a:lnTo>
                    <a:pt x="3458" y="448"/>
                  </a:lnTo>
                  <a:lnTo>
                    <a:pt x="3336" y="245"/>
                  </a:lnTo>
                  <a:lnTo>
                    <a:pt x="3133" y="82"/>
                  </a:lnTo>
                  <a:lnTo>
                    <a:pt x="3011" y="42"/>
                  </a:lnTo>
                  <a:lnTo>
                    <a:pt x="28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1"/>
            <p:cNvSpPr/>
            <p:nvPr/>
          </p:nvSpPr>
          <p:spPr>
            <a:xfrm>
              <a:off x="8444093" y="1206543"/>
              <a:ext cx="169394" cy="160105"/>
            </a:xfrm>
            <a:custGeom>
              <a:avLst/>
              <a:gdLst/>
              <a:ahLst/>
              <a:cxnLst/>
              <a:rect l="l" t="t" r="r" b="b"/>
              <a:pathLst>
                <a:path w="3702" h="3499" extrusionOk="0">
                  <a:moveTo>
                    <a:pt x="2197" y="1"/>
                  </a:moveTo>
                  <a:lnTo>
                    <a:pt x="1912" y="41"/>
                  </a:lnTo>
                  <a:lnTo>
                    <a:pt x="1668" y="41"/>
                  </a:lnTo>
                  <a:lnTo>
                    <a:pt x="1424" y="123"/>
                  </a:lnTo>
                  <a:lnTo>
                    <a:pt x="1180" y="204"/>
                  </a:lnTo>
                  <a:lnTo>
                    <a:pt x="936" y="326"/>
                  </a:lnTo>
                  <a:lnTo>
                    <a:pt x="692" y="489"/>
                  </a:lnTo>
                  <a:lnTo>
                    <a:pt x="488" y="692"/>
                  </a:lnTo>
                  <a:lnTo>
                    <a:pt x="285" y="936"/>
                  </a:lnTo>
                  <a:lnTo>
                    <a:pt x="163" y="1180"/>
                  </a:lnTo>
                  <a:lnTo>
                    <a:pt x="41" y="1465"/>
                  </a:lnTo>
                  <a:lnTo>
                    <a:pt x="0" y="1750"/>
                  </a:lnTo>
                  <a:lnTo>
                    <a:pt x="41" y="2035"/>
                  </a:lnTo>
                  <a:lnTo>
                    <a:pt x="81" y="2360"/>
                  </a:lnTo>
                  <a:lnTo>
                    <a:pt x="203" y="2645"/>
                  </a:lnTo>
                  <a:lnTo>
                    <a:pt x="366" y="2889"/>
                  </a:lnTo>
                  <a:lnTo>
                    <a:pt x="570" y="3092"/>
                  </a:lnTo>
                  <a:lnTo>
                    <a:pt x="814" y="3255"/>
                  </a:lnTo>
                  <a:lnTo>
                    <a:pt x="1058" y="3377"/>
                  </a:lnTo>
                  <a:lnTo>
                    <a:pt x="1342" y="3458"/>
                  </a:lnTo>
                  <a:lnTo>
                    <a:pt x="1627" y="3499"/>
                  </a:lnTo>
                  <a:lnTo>
                    <a:pt x="1912" y="3499"/>
                  </a:lnTo>
                  <a:lnTo>
                    <a:pt x="2197" y="3417"/>
                  </a:lnTo>
                  <a:lnTo>
                    <a:pt x="2481" y="3295"/>
                  </a:lnTo>
                  <a:lnTo>
                    <a:pt x="2725" y="3133"/>
                  </a:lnTo>
                  <a:lnTo>
                    <a:pt x="2969" y="2929"/>
                  </a:lnTo>
                  <a:lnTo>
                    <a:pt x="3173" y="2726"/>
                  </a:lnTo>
                  <a:lnTo>
                    <a:pt x="3376" y="2441"/>
                  </a:lnTo>
                  <a:lnTo>
                    <a:pt x="3539" y="2157"/>
                  </a:lnTo>
                  <a:lnTo>
                    <a:pt x="3620" y="1872"/>
                  </a:lnTo>
                  <a:lnTo>
                    <a:pt x="3702" y="1587"/>
                  </a:lnTo>
                  <a:lnTo>
                    <a:pt x="3702" y="1343"/>
                  </a:lnTo>
                  <a:lnTo>
                    <a:pt x="3661" y="1099"/>
                  </a:lnTo>
                  <a:lnTo>
                    <a:pt x="3580" y="855"/>
                  </a:lnTo>
                  <a:lnTo>
                    <a:pt x="3498" y="652"/>
                  </a:lnTo>
                  <a:lnTo>
                    <a:pt x="3335" y="489"/>
                  </a:lnTo>
                  <a:lnTo>
                    <a:pt x="3173" y="326"/>
                  </a:lnTo>
                  <a:lnTo>
                    <a:pt x="2969" y="204"/>
                  </a:lnTo>
                  <a:lnTo>
                    <a:pt x="2725" y="123"/>
                  </a:lnTo>
                  <a:lnTo>
                    <a:pt x="2441" y="41"/>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1"/>
            <p:cNvSpPr/>
            <p:nvPr/>
          </p:nvSpPr>
          <p:spPr>
            <a:xfrm>
              <a:off x="8535287" y="1236332"/>
              <a:ext cx="18623" cy="18669"/>
            </a:xfrm>
            <a:custGeom>
              <a:avLst/>
              <a:gdLst/>
              <a:ahLst/>
              <a:cxnLst/>
              <a:rect l="l" t="t" r="r" b="b"/>
              <a:pathLst>
                <a:path w="407" h="408" extrusionOk="0">
                  <a:moveTo>
                    <a:pt x="122" y="1"/>
                  </a:moveTo>
                  <a:lnTo>
                    <a:pt x="82" y="41"/>
                  </a:lnTo>
                  <a:lnTo>
                    <a:pt x="41" y="123"/>
                  </a:lnTo>
                  <a:lnTo>
                    <a:pt x="0" y="204"/>
                  </a:lnTo>
                  <a:lnTo>
                    <a:pt x="41" y="285"/>
                  </a:lnTo>
                  <a:lnTo>
                    <a:pt x="82" y="326"/>
                  </a:lnTo>
                  <a:lnTo>
                    <a:pt x="122" y="367"/>
                  </a:lnTo>
                  <a:lnTo>
                    <a:pt x="204" y="407"/>
                  </a:lnTo>
                  <a:lnTo>
                    <a:pt x="285" y="367"/>
                  </a:lnTo>
                  <a:lnTo>
                    <a:pt x="366" y="326"/>
                  </a:lnTo>
                  <a:lnTo>
                    <a:pt x="407" y="285"/>
                  </a:lnTo>
                  <a:lnTo>
                    <a:pt x="407" y="204"/>
                  </a:lnTo>
                  <a:lnTo>
                    <a:pt x="407" y="123"/>
                  </a:lnTo>
                  <a:lnTo>
                    <a:pt x="366" y="41"/>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1"/>
            <p:cNvSpPr/>
            <p:nvPr/>
          </p:nvSpPr>
          <p:spPr>
            <a:xfrm>
              <a:off x="8492458" y="1241914"/>
              <a:ext cx="18669" cy="18669"/>
            </a:xfrm>
            <a:custGeom>
              <a:avLst/>
              <a:gdLst/>
              <a:ahLst/>
              <a:cxnLst/>
              <a:rect l="l" t="t" r="r" b="b"/>
              <a:pathLst>
                <a:path w="408" h="408" extrusionOk="0">
                  <a:moveTo>
                    <a:pt x="204" y="1"/>
                  </a:moveTo>
                  <a:lnTo>
                    <a:pt x="123" y="41"/>
                  </a:lnTo>
                  <a:lnTo>
                    <a:pt x="41" y="82"/>
                  </a:lnTo>
                  <a:lnTo>
                    <a:pt x="1" y="123"/>
                  </a:lnTo>
                  <a:lnTo>
                    <a:pt x="1" y="204"/>
                  </a:lnTo>
                  <a:lnTo>
                    <a:pt x="1" y="285"/>
                  </a:lnTo>
                  <a:lnTo>
                    <a:pt x="41" y="367"/>
                  </a:lnTo>
                  <a:lnTo>
                    <a:pt x="82" y="407"/>
                  </a:lnTo>
                  <a:lnTo>
                    <a:pt x="285" y="407"/>
                  </a:lnTo>
                  <a:lnTo>
                    <a:pt x="367" y="367"/>
                  </a:lnTo>
                  <a:lnTo>
                    <a:pt x="407" y="285"/>
                  </a:lnTo>
                  <a:lnTo>
                    <a:pt x="407" y="204"/>
                  </a:lnTo>
                  <a:lnTo>
                    <a:pt x="407" y="163"/>
                  </a:lnTo>
                  <a:lnTo>
                    <a:pt x="367" y="82"/>
                  </a:lnTo>
                  <a:lnTo>
                    <a:pt x="326" y="41"/>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1"/>
            <p:cNvSpPr/>
            <p:nvPr/>
          </p:nvSpPr>
          <p:spPr>
            <a:xfrm>
              <a:off x="8477587" y="1290326"/>
              <a:ext cx="16793" cy="18623"/>
            </a:xfrm>
            <a:custGeom>
              <a:avLst/>
              <a:gdLst/>
              <a:ahLst/>
              <a:cxnLst/>
              <a:rect l="l" t="t" r="r" b="b"/>
              <a:pathLst>
                <a:path w="367" h="407" extrusionOk="0">
                  <a:moveTo>
                    <a:pt x="122" y="0"/>
                  </a:moveTo>
                  <a:lnTo>
                    <a:pt x="41" y="41"/>
                  </a:lnTo>
                  <a:lnTo>
                    <a:pt x="0" y="122"/>
                  </a:lnTo>
                  <a:lnTo>
                    <a:pt x="0" y="204"/>
                  </a:lnTo>
                  <a:lnTo>
                    <a:pt x="0" y="285"/>
                  </a:lnTo>
                  <a:lnTo>
                    <a:pt x="41" y="326"/>
                  </a:lnTo>
                  <a:lnTo>
                    <a:pt x="122" y="366"/>
                  </a:lnTo>
                  <a:lnTo>
                    <a:pt x="204" y="407"/>
                  </a:lnTo>
                  <a:lnTo>
                    <a:pt x="285" y="366"/>
                  </a:lnTo>
                  <a:lnTo>
                    <a:pt x="326" y="326"/>
                  </a:lnTo>
                  <a:lnTo>
                    <a:pt x="366" y="285"/>
                  </a:lnTo>
                  <a:lnTo>
                    <a:pt x="366" y="204"/>
                  </a:lnTo>
                  <a:lnTo>
                    <a:pt x="366"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1"/>
            <p:cNvSpPr/>
            <p:nvPr/>
          </p:nvSpPr>
          <p:spPr>
            <a:xfrm>
              <a:off x="8516664" y="1318238"/>
              <a:ext cx="16793" cy="18669"/>
            </a:xfrm>
            <a:custGeom>
              <a:avLst/>
              <a:gdLst/>
              <a:ahLst/>
              <a:cxnLst/>
              <a:rect l="l" t="t" r="r" b="b"/>
              <a:pathLst>
                <a:path w="367" h="408" extrusionOk="0">
                  <a:moveTo>
                    <a:pt x="122" y="0"/>
                  </a:moveTo>
                  <a:lnTo>
                    <a:pt x="41" y="41"/>
                  </a:lnTo>
                  <a:lnTo>
                    <a:pt x="0" y="122"/>
                  </a:lnTo>
                  <a:lnTo>
                    <a:pt x="0" y="204"/>
                  </a:lnTo>
                  <a:lnTo>
                    <a:pt x="0" y="244"/>
                  </a:lnTo>
                  <a:lnTo>
                    <a:pt x="41" y="326"/>
                  </a:lnTo>
                  <a:lnTo>
                    <a:pt x="122" y="366"/>
                  </a:lnTo>
                  <a:lnTo>
                    <a:pt x="204" y="407"/>
                  </a:lnTo>
                  <a:lnTo>
                    <a:pt x="285" y="366"/>
                  </a:lnTo>
                  <a:lnTo>
                    <a:pt x="326" y="326"/>
                  </a:lnTo>
                  <a:lnTo>
                    <a:pt x="367" y="244"/>
                  </a:lnTo>
                  <a:lnTo>
                    <a:pt x="367" y="204"/>
                  </a:lnTo>
                  <a:lnTo>
                    <a:pt x="367" y="122"/>
                  </a:lnTo>
                  <a:lnTo>
                    <a:pt x="326"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1"/>
            <p:cNvSpPr/>
            <p:nvPr/>
          </p:nvSpPr>
          <p:spPr>
            <a:xfrm>
              <a:off x="8561324" y="1280991"/>
              <a:ext cx="16793" cy="16793"/>
            </a:xfrm>
            <a:custGeom>
              <a:avLst/>
              <a:gdLst/>
              <a:ahLst/>
              <a:cxnLst/>
              <a:rect l="l" t="t" r="r" b="b"/>
              <a:pathLst>
                <a:path w="367" h="367" extrusionOk="0">
                  <a:moveTo>
                    <a:pt x="82" y="1"/>
                  </a:moveTo>
                  <a:lnTo>
                    <a:pt x="41" y="41"/>
                  </a:lnTo>
                  <a:lnTo>
                    <a:pt x="1" y="123"/>
                  </a:lnTo>
                  <a:lnTo>
                    <a:pt x="1" y="163"/>
                  </a:lnTo>
                  <a:lnTo>
                    <a:pt x="1" y="245"/>
                  </a:lnTo>
                  <a:lnTo>
                    <a:pt x="41" y="326"/>
                  </a:lnTo>
                  <a:lnTo>
                    <a:pt x="82" y="367"/>
                  </a:lnTo>
                  <a:lnTo>
                    <a:pt x="245" y="367"/>
                  </a:lnTo>
                  <a:lnTo>
                    <a:pt x="326" y="326"/>
                  </a:lnTo>
                  <a:lnTo>
                    <a:pt x="367" y="245"/>
                  </a:lnTo>
                  <a:lnTo>
                    <a:pt x="367" y="163"/>
                  </a:lnTo>
                  <a:lnTo>
                    <a:pt x="367" y="123"/>
                  </a:lnTo>
                  <a:lnTo>
                    <a:pt x="326" y="41"/>
                  </a:lnTo>
                  <a:lnTo>
                    <a:pt x="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1"/>
            <p:cNvSpPr/>
            <p:nvPr/>
          </p:nvSpPr>
          <p:spPr>
            <a:xfrm>
              <a:off x="8522247" y="1271702"/>
              <a:ext cx="16793" cy="18669"/>
            </a:xfrm>
            <a:custGeom>
              <a:avLst/>
              <a:gdLst/>
              <a:ahLst/>
              <a:cxnLst/>
              <a:rect l="l" t="t" r="r" b="b"/>
              <a:pathLst>
                <a:path w="367" h="408" extrusionOk="0">
                  <a:moveTo>
                    <a:pt x="163" y="0"/>
                  </a:moveTo>
                  <a:lnTo>
                    <a:pt x="82" y="41"/>
                  </a:lnTo>
                  <a:lnTo>
                    <a:pt x="41" y="82"/>
                  </a:lnTo>
                  <a:lnTo>
                    <a:pt x="0" y="122"/>
                  </a:lnTo>
                  <a:lnTo>
                    <a:pt x="0" y="204"/>
                  </a:lnTo>
                  <a:lnTo>
                    <a:pt x="0" y="285"/>
                  </a:lnTo>
                  <a:lnTo>
                    <a:pt x="41" y="326"/>
                  </a:lnTo>
                  <a:lnTo>
                    <a:pt x="82" y="407"/>
                  </a:lnTo>
                  <a:lnTo>
                    <a:pt x="245" y="407"/>
                  </a:lnTo>
                  <a:lnTo>
                    <a:pt x="326" y="326"/>
                  </a:lnTo>
                  <a:lnTo>
                    <a:pt x="367" y="285"/>
                  </a:lnTo>
                  <a:lnTo>
                    <a:pt x="367" y="204"/>
                  </a:lnTo>
                  <a:lnTo>
                    <a:pt x="367" y="122"/>
                  </a:lnTo>
                  <a:lnTo>
                    <a:pt x="326" y="82"/>
                  </a:lnTo>
                  <a:lnTo>
                    <a:pt x="245" y="41"/>
                  </a:lnTo>
                  <a:lnTo>
                    <a:pt x="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3" name="Google Shape;1123;p31"/>
          <p:cNvSpPr/>
          <p:nvPr/>
        </p:nvSpPr>
        <p:spPr>
          <a:xfrm rot="10800000" flipH="1">
            <a:off x="7283516" y="4360855"/>
            <a:ext cx="303418" cy="305294"/>
          </a:xfrm>
          <a:custGeom>
            <a:avLst/>
            <a:gdLst/>
            <a:ahLst/>
            <a:cxnLst/>
            <a:rect l="l" t="t" r="r" b="b"/>
            <a:pathLst>
              <a:path w="6631" h="6672" extrusionOk="0">
                <a:moveTo>
                  <a:pt x="3742" y="0"/>
                </a:moveTo>
                <a:lnTo>
                  <a:pt x="2766" y="41"/>
                </a:lnTo>
                <a:lnTo>
                  <a:pt x="2685" y="41"/>
                </a:lnTo>
                <a:lnTo>
                  <a:pt x="2603" y="82"/>
                </a:lnTo>
                <a:lnTo>
                  <a:pt x="2563" y="163"/>
                </a:lnTo>
                <a:lnTo>
                  <a:pt x="2563" y="244"/>
                </a:lnTo>
                <a:lnTo>
                  <a:pt x="2603" y="2644"/>
                </a:lnTo>
                <a:lnTo>
                  <a:pt x="203" y="2685"/>
                </a:lnTo>
                <a:lnTo>
                  <a:pt x="122" y="2685"/>
                </a:lnTo>
                <a:lnTo>
                  <a:pt x="41" y="2726"/>
                </a:lnTo>
                <a:lnTo>
                  <a:pt x="0" y="2807"/>
                </a:lnTo>
                <a:lnTo>
                  <a:pt x="0" y="2848"/>
                </a:lnTo>
                <a:lnTo>
                  <a:pt x="0" y="3905"/>
                </a:lnTo>
                <a:lnTo>
                  <a:pt x="41" y="3987"/>
                </a:lnTo>
                <a:lnTo>
                  <a:pt x="81" y="4068"/>
                </a:lnTo>
                <a:lnTo>
                  <a:pt x="325" y="4068"/>
                </a:lnTo>
                <a:lnTo>
                  <a:pt x="366" y="4027"/>
                </a:lnTo>
                <a:lnTo>
                  <a:pt x="529" y="4027"/>
                </a:lnTo>
                <a:lnTo>
                  <a:pt x="1139" y="3987"/>
                </a:lnTo>
                <a:lnTo>
                  <a:pt x="2603" y="3987"/>
                </a:lnTo>
                <a:lnTo>
                  <a:pt x="2644" y="6468"/>
                </a:lnTo>
                <a:lnTo>
                  <a:pt x="2644" y="6549"/>
                </a:lnTo>
                <a:lnTo>
                  <a:pt x="2685" y="6590"/>
                </a:lnTo>
                <a:lnTo>
                  <a:pt x="2766" y="6630"/>
                </a:lnTo>
                <a:lnTo>
                  <a:pt x="2847" y="6671"/>
                </a:lnTo>
                <a:lnTo>
                  <a:pt x="3864" y="6671"/>
                </a:lnTo>
                <a:lnTo>
                  <a:pt x="3946" y="6630"/>
                </a:lnTo>
                <a:lnTo>
                  <a:pt x="3986" y="6590"/>
                </a:lnTo>
                <a:lnTo>
                  <a:pt x="4068" y="6508"/>
                </a:lnTo>
                <a:lnTo>
                  <a:pt x="4027" y="6346"/>
                </a:lnTo>
                <a:lnTo>
                  <a:pt x="3986" y="6305"/>
                </a:lnTo>
                <a:lnTo>
                  <a:pt x="3905" y="6264"/>
                </a:lnTo>
                <a:lnTo>
                  <a:pt x="4027" y="6305"/>
                </a:lnTo>
                <a:lnTo>
                  <a:pt x="4027" y="6264"/>
                </a:lnTo>
                <a:lnTo>
                  <a:pt x="3986" y="6102"/>
                </a:lnTo>
                <a:lnTo>
                  <a:pt x="3986" y="5492"/>
                </a:lnTo>
                <a:lnTo>
                  <a:pt x="3946" y="3987"/>
                </a:lnTo>
                <a:lnTo>
                  <a:pt x="6508" y="3987"/>
                </a:lnTo>
                <a:lnTo>
                  <a:pt x="6549" y="3946"/>
                </a:lnTo>
                <a:lnTo>
                  <a:pt x="6630" y="3864"/>
                </a:lnTo>
                <a:lnTo>
                  <a:pt x="6630" y="3783"/>
                </a:lnTo>
                <a:lnTo>
                  <a:pt x="6630" y="2766"/>
                </a:lnTo>
                <a:lnTo>
                  <a:pt x="6590" y="2726"/>
                </a:lnTo>
                <a:lnTo>
                  <a:pt x="6549" y="2644"/>
                </a:lnTo>
                <a:lnTo>
                  <a:pt x="6508" y="2604"/>
                </a:lnTo>
                <a:lnTo>
                  <a:pt x="3946" y="2604"/>
                </a:lnTo>
                <a:lnTo>
                  <a:pt x="3946" y="204"/>
                </a:lnTo>
                <a:lnTo>
                  <a:pt x="3946" y="122"/>
                </a:lnTo>
                <a:lnTo>
                  <a:pt x="3905" y="82"/>
                </a:lnTo>
                <a:lnTo>
                  <a:pt x="3824" y="41"/>
                </a:lnTo>
                <a:lnTo>
                  <a:pt x="3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1"/>
          <p:cNvSpPr/>
          <p:nvPr/>
        </p:nvSpPr>
        <p:spPr>
          <a:xfrm rot="10800000" flipH="1">
            <a:off x="1183015" y="2869633"/>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1"/>
          <p:cNvSpPr/>
          <p:nvPr/>
        </p:nvSpPr>
        <p:spPr>
          <a:xfrm rot="10800000" flipH="1">
            <a:off x="215042" y="2494309"/>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35"/>
        <p:cNvGrpSpPr/>
        <p:nvPr/>
      </p:nvGrpSpPr>
      <p:grpSpPr>
        <a:xfrm>
          <a:off x="0" y="0"/>
          <a:ext cx="0" cy="0"/>
          <a:chOff x="0" y="0"/>
          <a:chExt cx="0" cy="0"/>
        </a:xfrm>
      </p:grpSpPr>
      <p:sp>
        <p:nvSpPr>
          <p:cNvPr id="436" name="Google Shape;436;p14"/>
          <p:cNvSpPr txBox="1">
            <a:spLocks noGrp="1"/>
          </p:cNvSpPr>
          <p:nvPr>
            <p:ph type="title"/>
          </p:nvPr>
        </p:nvSpPr>
        <p:spPr>
          <a:xfrm>
            <a:off x="2391900" y="3259013"/>
            <a:ext cx="43602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437" name="Google Shape;437;p14"/>
          <p:cNvSpPr txBox="1">
            <a:spLocks noGrp="1"/>
          </p:cNvSpPr>
          <p:nvPr>
            <p:ph type="subTitle" idx="1"/>
          </p:nvPr>
        </p:nvSpPr>
        <p:spPr>
          <a:xfrm>
            <a:off x="1866525" y="1343450"/>
            <a:ext cx="5411100" cy="1836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30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38" name="Google Shape;438;p14"/>
          <p:cNvSpPr/>
          <p:nvPr/>
        </p:nvSpPr>
        <p:spPr>
          <a:xfrm flipH="1">
            <a:off x="7278850" y="4417387"/>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p:nvPr/>
        </p:nvSpPr>
        <p:spPr>
          <a:xfrm flipH="1">
            <a:off x="-2842213" y="-431438"/>
            <a:ext cx="3656709" cy="2101870"/>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 name="Google Shape;440;p14"/>
          <p:cNvGrpSpPr/>
          <p:nvPr/>
        </p:nvGrpSpPr>
        <p:grpSpPr>
          <a:xfrm flipH="1">
            <a:off x="1477141" y="3821115"/>
            <a:ext cx="307124" cy="305294"/>
            <a:chOff x="1026043" y="1162815"/>
            <a:chExt cx="307124" cy="305294"/>
          </a:xfrm>
        </p:grpSpPr>
        <p:sp>
          <p:nvSpPr>
            <p:cNvPr id="441" name="Google Shape;441;p14"/>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4"/>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4"/>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4"/>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14"/>
          <p:cNvGrpSpPr/>
          <p:nvPr/>
        </p:nvGrpSpPr>
        <p:grpSpPr>
          <a:xfrm flipH="1">
            <a:off x="619460" y="3008242"/>
            <a:ext cx="474643" cy="299712"/>
            <a:chOff x="7729218" y="1694205"/>
            <a:chExt cx="474643" cy="299712"/>
          </a:xfrm>
        </p:grpSpPr>
        <p:sp>
          <p:nvSpPr>
            <p:cNvPr id="450" name="Google Shape;450;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14"/>
          <p:cNvSpPr/>
          <p:nvPr/>
        </p:nvSpPr>
        <p:spPr>
          <a:xfrm flipH="1">
            <a:off x="7610581" y="3400184"/>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3" name="Google Shape;453;p14"/>
          <p:cNvGrpSpPr/>
          <p:nvPr/>
        </p:nvGrpSpPr>
        <p:grpSpPr>
          <a:xfrm rot="10800000" flipH="1">
            <a:off x="-459595" y="3821122"/>
            <a:ext cx="2299701" cy="1685267"/>
            <a:chOff x="238125" y="896375"/>
            <a:chExt cx="635575" cy="465775"/>
          </a:xfrm>
        </p:grpSpPr>
        <p:sp>
          <p:nvSpPr>
            <p:cNvPr id="454" name="Google Shape;454;p14"/>
            <p:cNvSpPr/>
            <p:nvPr/>
          </p:nvSpPr>
          <p:spPr>
            <a:xfrm>
              <a:off x="258450" y="937050"/>
              <a:ext cx="615250" cy="425100"/>
            </a:xfrm>
            <a:custGeom>
              <a:avLst/>
              <a:gdLst/>
              <a:ahLst/>
              <a:cxnLst/>
              <a:rect l="l" t="t" r="r" b="b"/>
              <a:pathLst>
                <a:path w="24610" h="17004" extrusionOk="0">
                  <a:moveTo>
                    <a:pt x="24366" y="1"/>
                  </a:moveTo>
                  <a:lnTo>
                    <a:pt x="24325" y="41"/>
                  </a:lnTo>
                  <a:lnTo>
                    <a:pt x="19891" y="4394"/>
                  </a:lnTo>
                  <a:lnTo>
                    <a:pt x="15457" y="8705"/>
                  </a:lnTo>
                  <a:lnTo>
                    <a:pt x="14441" y="9682"/>
                  </a:lnTo>
                  <a:lnTo>
                    <a:pt x="13383" y="10658"/>
                  </a:lnTo>
                  <a:lnTo>
                    <a:pt x="12325" y="11593"/>
                  </a:lnTo>
                  <a:lnTo>
                    <a:pt x="11227" y="12488"/>
                  </a:lnTo>
                  <a:lnTo>
                    <a:pt x="10048" y="13342"/>
                  </a:lnTo>
                  <a:lnTo>
                    <a:pt x="8868" y="14115"/>
                  </a:lnTo>
                  <a:lnTo>
                    <a:pt x="8258" y="14481"/>
                  </a:lnTo>
                  <a:lnTo>
                    <a:pt x="7648" y="14807"/>
                  </a:lnTo>
                  <a:lnTo>
                    <a:pt x="6997" y="15132"/>
                  </a:lnTo>
                  <a:lnTo>
                    <a:pt x="6346" y="15417"/>
                  </a:lnTo>
                  <a:lnTo>
                    <a:pt x="5614" y="15702"/>
                  </a:lnTo>
                  <a:lnTo>
                    <a:pt x="4841" y="15986"/>
                  </a:lnTo>
                  <a:lnTo>
                    <a:pt x="4109" y="16190"/>
                  </a:lnTo>
                  <a:lnTo>
                    <a:pt x="3336" y="16352"/>
                  </a:lnTo>
                  <a:lnTo>
                    <a:pt x="2563" y="16515"/>
                  </a:lnTo>
                  <a:lnTo>
                    <a:pt x="1750" y="16597"/>
                  </a:lnTo>
                  <a:lnTo>
                    <a:pt x="977" y="16637"/>
                  </a:lnTo>
                  <a:lnTo>
                    <a:pt x="204" y="16597"/>
                  </a:lnTo>
                  <a:lnTo>
                    <a:pt x="123" y="16637"/>
                  </a:lnTo>
                  <a:lnTo>
                    <a:pt x="41" y="16678"/>
                  </a:lnTo>
                  <a:lnTo>
                    <a:pt x="1" y="16719"/>
                  </a:lnTo>
                  <a:lnTo>
                    <a:pt x="1" y="16800"/>
                  </a:lnTo>
                  <a:lnTo>
                    <a:pt x="1" y="16841"/>
                  </a:lnTo>
                  <a:lnTo>
                    <a:pt x="41" y="16922"/>
                  </a:lnTo>
                  <a:lnTo>
                    <a:pt x="123" y="16963"/>
                  </a:lnTo>
                  <a:lnTo>
                    <a:pt x="204" y="17003"/>
                  </a:lnTo>
                  <a:lnTo>
                    <a:pt x="895" y="17003"/>
                  </a:lnTo>
                  <a:lnTo>
                    <a:pt x="1587" y="16963"/>
                  </a:lnTo>
                  <a:lnTo>
                    <a:pt x="2319" y="16922"/>
                  </a:lnTo>
                  <a:lnTo>
                    <a:pt x="3011" y="16800"/>
                  </a:lnTo>
                  <a:lnTo>
                    <a:pt x="3661" y="16678"/>
                  </a:lnTo>
                  <a:lnTo>
                    <a:pt x="4353" y="16515"/>
                  </a:lnTo>
                  <a:lnTo>
                    <a:pt x="5044" y="16312"/>
                  </a:lnTo>
                  <a:lnTo>
                    <a:pt x="5695" y="16068"/>
                  </a:lnTo>
                  <a:lnTo>
                    <a:pt x="6346" y="15824"/>
                  </a:lnTo>
                  <a:lnTo>
                    <a:pt x="6997" y="15539"/>
                  </a:lnTo>
                  <a:lnTo>
                    <a:pt x="7648" y="15214"/>
                  </a:lnTo>
                  <a:lnTo>
                    <a:pt x="8258" y="14888"/>
                  </a:lnTo>
                  <a:lnTo>
                    <a:pt x="9478" y="14156"/>
                  </a:lnTo>
                  <a:lnTo>
                    <a:pt x="10617" y="13383"/>
                  </a:lnTo>
                  <a:lnTo>
                    <a:pt x="11797" y="12488"/>
                  </a:lnTo>
                  <a:lnTo>
                    <a:pt x="12895" y="11593"/>
                  </a:lnTo>
                  <a:lnTo>
                    <a:pt x="13993" y="10617"/>
                  </a:lnTo>
                  <a:lnTo>
                    <a:pt x="15051" y="9641"/>
                  </a:lnTo>
                  <a:lnTo>
                    <a:pt x="17247" y="7485"/>
                  </a:lnTo>
                  <a:lnTo>
                    <a:pt x="19444" y="5370"/>
                  </a:lnTo>
                  <a:lnTo>
                    <a:pt x="24569" y="326"/>
                  </a:lnTo>
                  <a:lnTo>
                    <a:pt x="24610" y="245"/>
                  </a:lnTo>
                  <a:lnTo>
                    <a:pt x="24610" y="163"/>
                  </a:lnTo>
                  <a:lnTo>
                    <a:pt x="24610" y="123"/>
                  </a:lnTo>
                  <a:lnTo>
                    <a:pt x="24569" y="82"/>
                  </a:lnTo>
                  <a:lnTo>
                    <a:pt x="24528" y="41"/>
                  </a:lnTo>
                  <a:lnTo>
                    <a:pt x="244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4"/>
            <p:cNvSpPr/>
            <p:nvPr/>
          </p:nvSpPr>
          <p:spPr>
            <a:xfrm>
              <a:off x="238125" y="918750"/>
              <a:ext cx="596925" cy="409850"/>
            </a:xfrm>
            <a:custGeom>
              <a:avLst/>
              <a:gdLst/>
              <a:ahLst/>
              <a:cxnLst/>
              <a:rect l="l" t="t" r="r" b="b"/>
              <a:pathLst>
                <a:path w="23877" h="16394" extrusionOk="0">
                  <a:moveTo>
                    <a:pt x="23714" y="1"/>
                  </a:moveTo>
                  <a:lnTo>
                    <a:pt x="23633" y="41"/>
                  </a:lnTo>
                  <a:lnTo>
                    <a:pt x="23592" y="82"/>
                  </a:lnTo>
                  <a:lnTo>
                    <a:pt x="22697" y="1139"/>
                  </a:lnTo>
                  <a:lnTo>
                    <a:pt x="21762" y="2197"/>
                  </a:lnTo>
                  <a:lnTo>
                    <a:pt x="20786" y="3214"/>
                  </a:lnTo>
                  <a:lnTo>
                    <a:pt x="19809" y="4231"/>
                  </a:lnTo>
                  <a:lnTo>
                    <a:pt x="18792" y="5166"/>
                  </a:lnTo>
                  <a:lnTo>
                    <a:pt x="17775" y="6143"/>
                  </a:lnTo>
                  <a:lnTo>
                    <a:pt x="16718" y="7038"/>
                  </a:lnTo>
                  <a:lnTo>
                    <a:pt x="15620" y="7892"/>
                  </a:lnTo>
                  <a:lnTo>
                    <a:pt x="14481" y="8746"/>
                  </a:lnTo>
                  <a:lnTo>
                    <a:pt x="13342" y="9559"/>
                  </a:lnTo>
                  <a:lnTo>
                    <a:pt x="12162" y="10332"/>
                  </a:lnTo>
                  <a:lnTo>
                    <a:pt x="10983" y="11105"/>
                  </a:lnTo>
                  <a:lnTo>
                    <a:pt x="9762" y="11797"/>
                  </a:lnTo>
                  <a:lnTo>
                    <a:pt x="8542" y="12488"/>
                  </a:lnTo>
                  <a:lnTo>
                    <a:pt x="7322" y="13139"/>
                  </a:lnTo>
                  <a:lnTo>
                    <a:pt x="6061" y="13749"/>
                  </a:lnTo>
                  <a:lnTo>
                    <a:pt x="4596" y="14400"/>
                  </a:lnTo>
                  <a:lnTo>
                    <a:pt x="3132" y="14969"/>
                  </a:lnTo>
                  <a:lnTo>
                    <a:pt x="1627" y="15539"/>
                  </a:lnTo>
                  <a:lnTo>
                    <a:pt x="122" y="16027"/>
                  </a:lnTo>
                  <a:lnTo>
                    <a:pt x="81" y="16068"/>
                  </a:lnTo>
                  <a:lnTo>
                    <a:pt x="0" y="16108"/>
                  </a:lnTo>
                  <a:lnTo>
                    <a:pt x="0" y="16190"/>
                  </a:lnTo>
                  <a:lnTo>
                    <a:pt x="0" y="16271"/>
                  </a:lnTo>
                  <a:lnTo>
                    <a:pt x="41" y="16312"/>
                  </a:lnTo>
                  <a:lnTo>
                    <a:pt x="81" y="16393"/>
                  </a:lnTo>
                  <a:lnTo>
                    <a:pt x="244" y="16393"/>
                  </a:lnTo>
                  <a:lnTo>
                    <a:pt x="1586" y="15946"/>
                  </a:lnTo>
                  <a:lnTo>
                    <a:pt x="2888" y="15457"/>
                  </a:lnTo>
                  <a:lnTo>
                    <a:pt x="4230" y="14929"/>
                  </a:lnTo>
                  <a:lnTo>
                    <a:pt x="5532" y="14400"/>
                  </a:lnTo>
                  <a:lnTo>
                    <a:pt x="6793" y="13790"/>
                  </a:lnTo>
                  <a:lnTo>
                    <a:pt x="8095" y="13180"/>
                  </a:lnTo>
                  <a:lnTo>
                    <a:pt x="9315" y="12488"/>
                  </a:lnTo>
                  <a:lnTo>
                    <a:pt x="10535" y="11797"/>
                  </a:lnTo>
                  <a:lnTo>
                    <a:pt x="11755" y="11064"/>
                  </a:lnTo>
                  <a:lnTo>
                    <a:pt x="12935" y="10292"/>
                  </a:lnTo>
                  <a:lnTo>
                    <a:pt x="14074" y="9478"/>
                  </a:lnTo>
                  <a:lnTo>
                    <a:pt x="15213" y="8665"/>
                  </a:lnTo>
                  <a:lnTo>
                    <a:pt x="16352" y="7810"/>
                  </a:lnTo>
                  <a:lnTo>
                    <a:pt x="17409" y="6915"/>
                  </a:lnTo>
                  <a:lnTo>
                    <a:pt x="18467" y="5980"/>
                  </a:lnTo>
                  <a:lnTo>
                    <a:pt x="19525" y="5044"/>
                  </a:lnTo>
                  <a:lnTo>
                    <a:pt x="20663" y="3905"/>
                  </a:lnTo>
                  <a:lnTo>
                    <a:pt x="21762" y="2767"/>
                  </a:lnTo>
                  <a:lnTo>
                    <a:pt x="22819" y="1546"/>
                  </a:lnTo>
                  <a:lnTo>
                    <a:pt x="23836" y="326"/>
                  </a:lnTo>
                  <a:lnTo>
                    <a:pt x="23877" y="285"/>
                  </a:lnTo>
                  <a:lnTo>
                    <a:pt x="23877" y="204"/>
                  </a:lnTo>
                  <a:lnTo>
                    <a:pt x="23836" y="82"/>
                  </a:lnTo>
                  <a:lnTo>
                    <a:pt x="23755" y="41"/>
                  </a:lnTo>
                  <a:lnTo>
                    <a:pt x="23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4"/>
            <p:cNvSpPr/>
            <p:nvPr/>
          </p:nvSpPr>
          <p:spPr>
            <a:xfrm>
              <a:off x="261500" y="916725"/>
              <a:ext cx="477975" cy="336600"/>
            </a:xfrm>
            <a:custGeom>
              <a:avLst/>
              <a:gdLst/>
              <a:ahLst/>
              <a:cxnLst/>
              <a:rect l="l" t="t" r="r" b="b"/>
              <a:pathLst>
                <a:path w="19119" h="13464" extrusionOk="0">
                  <a:moveTo>
                    <a:pt x="18915" y="0"/>
                  </a:moveTo>
                  <a:lnTo>
                    <a:pt x="18834" y="41"/>
                  </a:lnTo>
                  <a:lnTo>
                    <a:pt x="18793" y="82"/>
                  </a:lnTo>
                  <a:lnTo>
                    <a:pt x="18101" y="1017"/>
                  </a:lnTo>
                  <a:lnTo>
                    <a:pt x="17410" y="1912"/>
                  </a:lnTo>
                  <a:lnTo>
                    <a:pt x="16678" y="2766"/>
                  </a:lnTo>
                  <a:lnTo>
                    <a:pt x="15946" y="3620"/>
                  </a:lnTo>
                  <a:lnTo>
                    <a:pt x="15132" y="4434"/>
                  </a:lnTo>
                  <a:lnTo>
                    <a:pt x="14319" y="5247"/>
                  </a:lnTo>
                  <a:lnTo>
                    <a:pt x="13505" y="5980"/>
                  </a:lnTo>
                  <a:lnTo>
                    <a:pt x="12610" y="6712"/>
                  </a:lnTo>
                  <a:lnTo>
                    <a:pt x="11756" y="7403"/>
                  </a:lnTo>
                  <a:lnTo>
                    <a:pt x="10820" y="8095"/>
                  </a:lnTo>
                  <a:lnTo>
                    <a:pt x="9885" y="8746"/>
                  </a:lnTo>
                  <a:lnTo>
                    <a:pt x="8949" y="9315"/>
                  </a:lnTo>
                  <a:lnTo>
                    <a:pt x="7973" y="9925"/>
                  </a:lnTo>
                  <a:lnTo>
                    <a:pt x="6997" y="10454"/>
                  </a:lnTo>
                  <a:lnTo>
                    <a:pt x="5980" y="10942"/>
                  </a:lnTo>
                  <a:lnTo>
                    <a:pt x="4963" y="11430"/>
                  </a:lnTo>
                  <a:lnTo>
                    <a:pt x="3783" y="11918"/>
                  </a:lnTo>
                  <a:lnTo>
                    <a:pt x="2563" y="12366"/>
                  </a:lnTo>
                  <a:lnTo>
                    <a:pt x="1343" y="12772"/>
                  </a:lnTo>
                  <a:lnTo>
                    <a:pt x="123" y="13098"/>
                  </a:lnTo>
                  <a:lnTo>
                    <a:pt x="41" y="13139"/>
                  </a:lnTo>
                  <a:lnTo>
                    <a:pt x="1" y="13220"/>
                  </a:lnTo>
                  <a:lnTo>
                    <a:pt x="1" y="13261"/>
                  </a:lnTo>
                  <a:lnTo>
                    <a:pt x="1" y="13342"/>
                  </a:lnTo>
                  <a:lnTo>
                    <a:pt x="41" y="13383"/>
                  </a:lnTo>
                  <a:lnTo>
                    <a:pt x="82" y="13464"/>
                  </a:lnTo>
                  <a:lnTo>
                    <a:pt x="245" y="13464"/>
                  </a:lnTo>
                  <a:lnTo>
                    <a:pt x="1343" y="13179"/>
                  </a:lnTo>
                  <a:lnTo>
                    <a:pt x="2400" y="12813"/>
                  </a:lnTo>
                  <a:lnTo>
                    <a:pt x="3499" y="12406"/>
                  </a:lnTo>
                  <a:lnTo>
                    <a:pt x="4556" y="12000"/>
                  </a:lnTo>
                  <a:lnTo>
                    <a:pt x="5614" y="11552"/>
                  </a:lnTo>
                  <a:lnTo>
                    <a:pt x="6631" y="11023"/>
                  </a:lnTo>
                  <a:lnTo>
                    <a:pt x="7648" y="10495"/>
                  </a:lnTo>
                  <a:lnTo>
                    <a:pt x="8665" y="9925"/>
                  </a:lnTo>
                  <a:lnTo>
                    <a:pt x="9641" y="9356"/>
                  </a:lnTo>
                  <a:lnTo>
                    <a:pt x="10576" y="8705"/>
                  </a:lnTo>
                  <a:lnTo>
                    <a:pt x="11512" y="8054"/>
                  </a:lnTo>
                  <a:lnTo>
                    <a:pt x="12447" y="7363"/>
                  </a:lnTo>
                  <a:lnTo>
                    <a:pt x="13342" y="6630"/>
                  </a:lnTo>
                  <a:lnTo>
                    <a:pt x="14197" y="5858"/>
                  </a:lnTo>
                  <a:lnTo>
                    <a:pt x="15010" y="5085"/>
                  </a:lnTo>
                  <a:lnTo>
                    <a:pt x="15824" y="4271"/>
                  </a:lnTo>
                  <a:lnTo>
                    <a:pt x="16718" y="3295"/>
                  </a:lnTo>
                  <a:lnTo>
                    <a:pt x="17532" y="2319"/>
                  </a:lnTo>
                  <a:lnTo>
                    <a:pt x="18345" y="1302"/>
                  </a:lnTo>
                  <a:lnTo>
                    <a:pt x="19078" y="285"/>
                  </a:lnTo>
                  <a:lnTo>
                    <a:pt x="19118" y="204"/>
                  </a:lnTo>
                  <a:lnTo>
                    <a:pt x="19118" y="122"/>
                  </a:lnTo>
                  <a:lnTo>
                    <a:pt x="19078" y="82"/>
                  </a:lnTo>
                  <a:lnTo>
                    <a:pt x="19037" y="41"/>
                  </a:lnTo>
                  <a:lnTo>
                    <a:pt x="18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a:off x="277775" y="921800"/>
              <a:ext cx="404750" cy="281700"/>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4"/>
            <p:cNvSpPr/>
            <p:nvPr/>
          </p:nvSpPr>
          <p:spPr>
            <a:xfrm>
              <a:off x="329625" y="896375"/>
              <a:ext cx="264425" cy="187150"/>
            </a:xfrm>
            <a:custGeom>
              <a:avLst/>
              <a:gdLst/>
              <a:ahLst/>
              <a:cxnLst/>
              <a:rect l="l" t="t" r="r" b="b"/>
              <a:pathLst>
                <a:path w="10577" h="7486" extrusionOk="0">
                  <a:moveTo>
                    <a:pt x="7038" y="1"/>
                  </a:moveTo>
                  <a:lnTo>
                    <a:pt x="6956" y="41"/>
                  </a:lnTo>
                  <a:lnTo>
                    <a:pt x="5940" y="651"/>
                  </a:lnTo>
                  <a:lnTo>
                    <a:pt x="4963" y="1262"/>
                  </a:lnTo>
                  <a:lnTo>
                    <a:pt x="4028" y="1953"/>
                  </a:lnTo>
                  <a:lnTo>
                    <a:pt x="3133" y="2645"/>
                  </a:lnTo>
                  <a:lnTo>
                    <a:pt x="2197" y="3417"/>
                  </a:lnTo>
                  <a:lnTo>
                    <a:pt x="1343" y="4231"/>
                  </a:lnTo>
                  <a:lnTo>
                    <a:pt x="936" y="4597"/>
                  </a:lnTo>
                  <a:lnTo>
                    <a:pt x="570" y="5004"/>
                  </a:lnTo>
                  <a:lnTo>
                    <a:pt x="408" y="5207"/>
                  </a:lnTo>
                  <a:lnTo>
                    <a:pt x="286" y="5451"/>
                  </a:lnTo>
                  <a:lnTo>
                    <a:pt x="164" y="5655"/>
                  </a:lnTo>
                  <a:lnTo>
                    <a:pt x="82" y="5899"/>
                  </a:lnTo>
                  <a:lnTo>
                    <a:pt x="42" y="6143"/>
                  </a:lnTo>
                  <a:lnTo>
                    <a:pt x="1" y="6346"/>
                  </a:lnTo>
                  <a:lnTo>
                    <a:pt x="42" y="6550"/>
                  </a:lnTo>
                  <a:lnTo>
                    <a:pt x="82" y="6753"/>
                  </a:lnTo>
                  <a:lnTo>
                    <a:pt x="164" y="6956"/>
                  </a:lnTo>
                  <a:lnTo>
                    <a:pt x="286" y="7119"/>
                  </a:lnTo>
                  <a:lnTo>
                    <a:pt x="448" y="7282"/>
                  </a:lnTo>
                  <a:lnTo>
                    <a:pt x="652" y="7404"/>
                  </a:lnTo>
                  <a:lnTo>
                    <a:pt x="896" y="7485"/>
                  </a:lnTo>
                  <a:lnTo>
                    <a:pt x="1140" y="7485"/>
                  </a:lnTo>
                  <a:lnTo>
                    <a:pt x="1384" y="7444"/>
                  </a:lnTo>
                  <a:lnTo>
                    <a:pt x="1669" y="7404"/>
                  </a:lnTo>
                  <a:lnTo>
                    <a:pt x="2157" y="7160"/>
                  </a:lnTo>
                  <a:lnTo>
                    <a:pt x="2604" y="6916"/>
                  </a:lnTo>
                  <a:lnTo>
                    <a:pt x="3621" y="6346"/>
                  </a:lnTo>
                  <a:lnTo>
                    <a:pt x="4638" y="5777"/>
                  </a:lnTo>
                  <a:lnTo>
                    <a:pt x="5614" y="5126"/>
                  </a:lnTo>
                  <a:lnTo>
                    <a:pt x="6550" y="4475"/>
                  </a:lnTo>
                  <a:lnTo>
                    <a:pt x="7607" y="3662"/>
                  </a:lnTo>
                  <a:lnTo>
                    <a:pt x="8584" y="2848"/>
                  </a:lnTo>
                  <a:lnTo>
                    <a:pt x="9600" y="1953"/>
                  </a:lnTo>
                  <a:lnTo>
                    <a:pt x="10536" y="1058"/>
                  </a:lnTo>
                  <a:lnTo>
                    <a:pt x="10577" y="977"/>
                  </a:lnTo>
                  <a:lnTo>
                    <a:pt x="10577" y="936"/>
                  </a:lnTo>
                  <a:lnTo>
                    <a:pt x="10577" y="855"/>
                  </a:lnTo>
                  <a:lnTo>
                    <a:pt x="10536" y="814"/>
                  </a:lnTo>
                  <a:lnTo>
                    <a:pt x="10455" y="774"/>
                  </a:lnTo>
                  <a:lnTo>
                    <a:pt x="10414" y="733"/>
                  </a:lnTo>
                  <a:lnTo>
                    <a:pt x="10333" y="774"/>
                  </a:lnTo>
                  <a:lnTo>
                    <a:pt x="10251" y="814"/>
                  </a:lnTo>
                  <a:lnTo>
                    <a:pt x="9478" y="1546"/>
                  </a:lnTo>
                  <a:lnTo>
                    <a:pt x="8706" y="2238"/>
                  </a:lnTo>
                  <a:lnTo>
                    <a:pt x="7892" y="2929"/>
                  </a:lnTo>
                  <a:lnTo>
                    <a:pt x="7079" y="3621"/>
                  </a:lnTo>
                  <a:lnTo>
                    <a:pt x="6224" y="4231"/>
                  </a:lnTo>
                  <a:lnTo>
                    <a:pt x="5329" y="4841"/>
                  </a:lnTo>
                  <a:lnTo>
                    <a:pt x="4435" y="5451"/>
                  </a:lnTo>
                  <a:lnTo>
                    <a:pt x="3540" y="5980"/>
                  </a:lnTo>
                  <a:lnTo>
                    <a:pt x="2604" y="6550"/>
                  </a:lnTo>
                  <a:lnTo>
                    <a:pt x="2116" y="6794"/>
                  </a:lnTo>
                  <a:lnTo>
                    <a:pt x="1628" y="6997"/>
                  </a:lnTo>
                  <a:lnTo>
                    <a:pt x="1384" y="7078"/>
                  </a:lnTo>
                  <a:lnTo>
                    <a:pt x="1140" y="7119"/>
                  </a:lnTo>
                  <a:lnTo>
                    <a:pt x="855" y="7078"/>
                  </a:lnTo>
                  <a:lnTo>
                    <a:pt x="733" y="7038"/>
                  </a:lnTo>
                  <a:lnTo>
                    <a:pt x="652" y="6956"/>
                  </a:lnTo>
                  <a:lnTo>
                    <a:pt x="489" y="6794"/>
                  </a:lnTo>
                  <a:lnTo>
                    <a:pt x="408" y="6590"/>
                  </a:lnTo>
                  <a:lnTo>
                    <a:pt x="408" y="6387"/>
                  </a:lnTo>
                  <a:lnTo>
                    <a:pt x="408" y="6183"/>
                  </a:lnTo>
                  <a:lnTo>
                    <a:pt x="448" y="5939"/>
                  </a:lnTo>
                  <a:lnTo>
                    <a:pt x="530" y="5695"/>
                  </a:lnTo>
                  <a:lnTo>
                    <a:pt x="652" y="5492"/>
                  </a:lnTo>
                  <a:lnTo>
                    <a:pt x="814" y="5289"/>
                  </a:lnTo>
                  <a:lnTo>
                    <a:pt x="1180" y="4882"/>
                  </a:lnTo>
                  <a:lnTo>
                    <a:pt x="1547" y="4556"/>
                  </a:lnTo>
                  <a:lnTo>
                    <a:pt x="2319" y="3824"/>
                  </a:lnTo>
                  <a:lnTo>
                    <a:pt x="3133" y="3133"/>
                  </a:lnTo>
                  <a:lnTo>
                    <a:pt x="4068" y="2360"/>
                  </a:lnTo>
                  <a:lnTo>
                    <a:pt x="5085" y="1668"/>
                  </a:lnTo>
                  <a:lnTo>
                    <a:pt x="6102" y="977"/>
                  </a:lnTo>
                  <a:lnTo>
                    <a:pt x="7160" y="367"/>
                  </a:lnTo>
                  <a:lnTo>
                    <a:pt x="7201" y="326"/>
                  </a:lnTo>
                  <a:lnTo>
                    <a:pt x="7241" y="245"/>
                  </a:lnTo>
                  <a:lnTo>
                    <a:pt x="7241" y="163"/>
                  </a:lnTo>
                  <a:lnTo>
                    <a:pt x="7201" y="123"/>
                  </a:lnTo>
                  <a:lnTo>
                    <a:pt x="7160" y="82"/>
                  </a:lnTo>
                  <a:lnTo>
                    <a:pt x="7119" y="41"/>
                  </a:lnTo>
                  <a:lnTo>
                    <a:pt x="70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14"/>
          <p:cNvGrpSpPr/>
          <p:nvPr/>
        </p:nvGrpSpPr>
        <p:grpSpPr>
          <a:xfrm rot="1707809">
            <a:off x="8436837" y="-622355"/>
            <a:ext cx="1340703" cy="1721669"/>
            <a:chOff x="2659350" y="1746500"/>
            <a:chExt cx="379350" cy="487125"/>
          </a:xfrm>
        </p:grpSpPr>
        <p:sp>
          <p:nvSpPr>
            <p:cNvPr id="460" name="Google Shape;460;p14"/>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4"/>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4"/>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4"/>
          <p:cNvGrpSpPr/>
          <p:nvPr/>
        </p:nvGrpSpPr>
        <p:grpSpPr>
          <a:xfrm flipH="1">
            <a:off x="5387835" y="576667"/>
            <a:ext cx="474643" cy="299712"/>
            <a:chOff x="7729218" y="1694205"/>
            <a:chExt cx="474643" cy="299712"/>
          </a:xfrm>
        </p:grpSpPr>
        <p:sp>
          <p:nvSpPr>
            <p:cNvPr id="464" name="Google Shape;464;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14"/>
          <p:cNvSpPr/>
          <p:nvPr/>
        </p:nvSpPr>
        <p:spPr>
          <a:xfrm flipH="1">
            <a:off x="8653657" y="352391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4"/>
          <p:cNvSpPr/>
          <p:nvPr/>
        </p:nvSpPr>
        <p:spPr>
          <a:xfrm flipH="1">
            <a:off x="1754389" y="1956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4"/>
          <p:cNvSpPr/>
          <p:nvPr/>
        </p:nvSpPr>
        <p:spPr>
          <a:xfrm flipH="1">
            <a:off x="7524926" y="57666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4"/>
          <p:cNvSpPr/>
          <p:nvPr/>
        </p:nvSpPr>
        <p:spPr>
          <a:xfrm flipH="1">
            <a:off x="533738" y="203884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180"/>
                </a:lnTo>
                <a:lnTo>
                  <a:pt x="123" y="1424"/>
                </a:lnTo>
                <a:lnTo>
                  <a:pt x="245" y="1546"/>
                </a:lnTo>
                <a:lnTo>
                  <a:pt x="367" y="1668"/>
                </a:lnTo>
                <a:lnTo>
                  <a:pt x="489" y="1750"/>
                </a:lnTo>
                <a:lnTo>
                  <a:pt x="611" y="1831"/>
                </a:lnTo>
                <a:lnTo>
                  <a:pt x="774" y="1872"/>
                </a:lnTo>
                <a:lnTo>
                  <a:pt x="1099" y="1872"/>
                </a:lnTo>
                <a:lnTo>
                  <a:pt x="1221" y="1831"/>
                </a:lnTo>
                <a:lnTo>
                  <a:pt x="1384" y="1750"/>
                </a:lnTo>
                <a:lnTo>
                  <a:pt x="1506" y="1668"/>
                </a:lnTo>
                <a:lnTo>
                  <a:pt x="1628" y="1587"/>
                </a:lnTo>
                <a:lnTo>
                  <a:pt x="1750" y="1465"/>
                </a:lnTo>
                <a:lnTo>
                  <a:pt x="1831" y="1302"/>
                </a:lnTo>
                <a:lnTo>
                  <a:pt x="1872" y="1140"/>
                </a:lnTo>
                <a:lnTo>
                  <a:pt x="1872" y="936"/>
                </a:lnTo>
                <a:lnTo>
                  <a:pt x="1831" y="774"/>
                </a:lnTo>
                <a:lnTo>
                  <a:pt x="1791" y="611"/>
                </a:lnTo>
                <a:lnTo>
                  <a:pt x="1750" y="489"/>
                </a:lnTo>
                <a:lnTo>
                  <a:pt x="1628" y="367"/>
                </a:lnTo>
                <a:lnTo>
                  <a:pt x="1547" y="245"/>
                </a:lnTo>
                <a:lnTo>
                  <a:pt x="126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4"/>
          <p:cNvSpPr/>
          <p:nvPr/>
        </p:nvSpPr>
        <p:spPr>
          <a:xfrm flipH="1">
            <a:off x="4718006" y="4512059"/>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4"/>
          <p:cNvSpPr/>
          <p:nvPr/>
        </p:nvSpPr>
        <p:spPr>
          <a:xfrm flipH="1">
            <a:off x="2839281" y="574821"/>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14"/>
          <p:cNvGrpSpPr/>
          <p:nvPr/>
        </p:nvGrpSpPr>
        <p:grpSpPr>
          <a:xfrm flipH="1">
            <a:off x="7949360" y="2354292"/>
            <a:ext cx="474643" cy="299712"/>
            <a:chOff x="7729218" y="1694205"/>
            <a:chExt cx="474643" cy="299712"/>
          </a:xfrm>
        </p:grpSpPr>
        <p:sp>
          <p:nvSpPr>
            <p:cNvPr id="473" name="Google Shape;473;p14"/>
            <p:cNvSpPr/>
            <p:nvPr/>
          </p:nvSpPr>
          <p:spPr>
            <a:xfrm>
              <a:off x="7738507" y="1703494"/>
              <a:ext cx="456065" cy="281088"/>
            </a:xfrm>
            <a:custGeom>
              <a:avLst/>
              <a:gdLst/>
              <a:ahLst/>
              <a:cxnLst/>
              <a:rect l="l" t="t" r="r" b="b"/>
              <a:pathLst>
                <a:path w="9967" h="6143" extrusionOk="0">
                  <a:moveTo>
                    <a:pt x="4963" y="1"/>
                  </a:moveTo>
                  <a:lnTo>
                    <a:pt x="4638" y="41"/>
                  </a:lnTo>
                  <a:lnTo>
                    <a:pt x="4353" y="123"/>
                  </a:lnTo>
                  <a:lnTo>
                    <a:pt x="4068" y="286"/>
                  </a:lnTo>
                  <a:lnTo>
                    <a:pt x="3865" y="489"/>
                  </a:lnTo>
                  <a:lnTo>
                    <a:pt x="3661" y="733"/>
                  </a:lnTo>
                  <a:lnTo>
                    <a:pt x="3499" y="1018"/>
                  </a:lnTo>
                  <a:lnTo>
                    <a:pt x="3417" y="1302"/>
                  </a:lnTo>
                  <a:lnTo>
                    <a:pt x="3377" y="1587"/>
                  </a:lnTo>
                  <a:lnTo>
                    <a:pt x="3417" y="1913"/>
                  </a:lnTo>
                  <a:lnTo>
                    <a:pt x="3499" y="2197"/>
                  </a:lnTo>
                  <a:lnTo>
                    <a:pt x="3377" y="2157"/>
                  </a:lnTo>
                  <a:lnTo>
                    <a:pt x="3214" y="2116"/>
                  </a:lnTo>
                  <a:lnTo>
                    <a:pt x="2929" y="2157"/>
                  </a:lnTo>
                  <a:lnTo>
                    <a:pt x="2645" y="2238"/>
                  </a:lnTo>
                  <a:lnTo>
                    <a:pt x="2482" y="2319"/>
                  </a:lnTo>
                  <a:lnTo>
                    <a:pt x="2400" y="2441"/>
                  </a:lnTo>
                  <a:lnTo>
                    <a:pt x="2319" y="2563"/>
                  </a:lnTo>
                  <a:lnTo>
                    <a:pt x="2238" y="2685"/>
                  </a:lnTo>
                  <a:lnTo>
                    <a:pt x="2156" y="3011"/>
                  </a:lnTo>
                  <a:lnTo>
                    <a:pt x="2197" y="3296"/>
                  </a:lnTo>
                  <a:lnTo>
                    <a:pt x="2238" y="3458"/>
                  </a:lnTo>
                  <a:lnTo>
                    <a:pt x="2278" y="3580"/>
                  </a:lnTo>
                  <a:lnTo>
                    <a:pt x="1912" y="3377"/>
                  </a:lnTo>
                  <a:lnTo>
                    <a:pt x="1546" y="3296"/>
                  </a:lnTo>
                  <a:lnTo>
                    <a:pt x="1140" y="3296"/>
                  </a:lnTo>
                  <a:lnTo>
                    <a:pt x="936" y="3336"/>
                  </a:lnTo>
                  <a:lnTo>
                    <a:pt x="733" y="3418"/>
                  </a:lnTo>
                  <a:lnTo>
                    <a:pt x="570" y="3499"/>
                  </a:lnTo>
                  <a:lnTo>
                    <a:pt x="407" y="3621"/>
                  </a:lnTo>
                  <a:lnTo>
                    <a:pt x="245" y="3784"/>
                  </a:lnTo>
                  <a:lnTo>
                    <a:pt x="123" y="3946"/>
                  </a:lnTo>
                  <a:lnTo>
                    <a:pt x="41" y="4109"/>
                  </a:lnTo>
                  <a:lnTo>
                    <a:pt x="1" y="4312"/>
                  </a:lnTo>
                  <a:lnTo>
                    <a:pt x="1" y="4516"/>
                  </a:lnTo>
                  <a:lnTo>
                    <a:pt x="1" y="4719"/>
                  </a:lnTo>
                  <a:lnTo>
                    <a:pt x="123" y="5004"/>
                  </a:lnTo>
                  <a:lnTo>
                    <a:pt x="285" y="5248"/>
                  </a:lnTo>
                  <a:lnTo>
                    <a:pt x="529" y="5451"/>
                  </a:lnTo>
                  <a:lnTo>
                    <a:pt x="773" y="5573"/>
                  </a:lnTo>
                  <a:lnTo>
                    <a:pt x="1099" y="5695"/>
                  </a:lnTo>
                  <a:lnTo>
                    <a:pt x="1424" y="5777"/>
                  </a:lnTo>
                  <a:lnTo>
                    <a:pt x="2075" y="5899"/>
                  </a:lnTo>
                  <a:lnTo>
                    <a:pt x="3133" y="5980"/>
                  </a:lnTo>
                  <a:lnTo>
                    <a:pt x="4231" y="6062"/>
                  </a:lnTo>
                  <a:lnTo>
                    <a:pt x="5288" y="6102"/>
                  </a:lnTo>
                  <a:lnTo>
                    <a:pt x="6387" y="6143"/>
                  </a:lnTo>
                  <a:lnTo>
                    <a:pt x="7973" y="6143"/>
                  </a:lnTo>
                  <a:lnTo>
                    <a:pt x="8380" y="6062"/>
                  </a:lnTo>
                  <a:lnTo>
                    <a:pt x="8787" y="5980"/>
                  </a:lnTo>
                  <a:lnTo>
                    <a:pt x="9112" y="5858"/>
                  </a:lnTo>
                  <a:lnTo>
                    <a:pt x="9437" y="5655"/>
                  </a:lnTo>
                  <a:lnTo>
                    <a:pt x="9559" y="5533"/>
                  </a:lnTo>
                  <a:lnTo>
                    <a:pt x="9682" y="5370"/>
                  </a:lnTo>
                  <a:lnTo>
                    <a:pt x="9844" y="5004"/>
                  </a:lnTo>
                  <a:lnTo>
                    <a:pt x="9966" y="4638"/>
                  </a:lnTo>
                  <a:lnTo>
                    <a:pt x="9966" y="4272"/>
                  </a:lnTo>
                  <a:lnTo>
                    <a:pt x="9885" y="3865"/>
                  </a:lnTo>
                  <a:lnTo>
                    <a:pt x="9763" y="3540"/>
                  </a:lnTo>
                  <a:lnTo>
                    <a:pt x="9519" y="3214"/>
                  </a:lnTo>
                  <a:lnTo>
                    <a:pt x="9397" y="3092"/>
                  </a:lnTo>
                  <a:lnTo>
                    <a:pt x="9234" y="2970"/>
                  </a:lnTo>
                  <a:lnTo>
                    <a:pt x="9031" y="2807"/>
                  </a:lnTo>
                  <a:lnTo>
                    <a:pt x="8787" y="2726"/>
                  </a:lnTo>
                  <a:lnTo>
                    <a:pt x="8502" y="2685"/>
                  </a:lnTo>
                  <a:lnTo>
                    <a:pt x="8014" y="2685"/>
                  </a:lnTo>
                  <a:lnTo>
                    <a:pt x="7729" y="2726"/>
                  </a:lnTo>
                  <a:lnTo>
                    <a:pt x="7485" y="2848"/>
                  </a:lnTo>
                  <a:lnTo>
                    <a:pt x="7282" y="2970"/>
                  </a:lnTo>
                  <a:lnTo>
                    <a:pt x="7322" y="2685"/>
                  </a:lnTo>
                  <a:lnTo>
                    <a:pt x="7322" y="2360"/>
                  </a:lnTo>
                  <a:lnTo>
                    <a:pt x="7282" y="2035"/>
                  </a:lnTo>
                  <a:lnTo>
                    <a:pt x="7200" y="1750"/>
                  </a:lnTo>
                  <a:lnTo>
                    <a:pt x="7119" y="1424"/>
                  </a:lnTo>
                  <a:lnTo>
                    <a:pt x="6997" y="1180"/>
                  </a:lnTo>
                  <a:lnTo>
                    <a:pt x="6834" y="896"/>
                  </a:lnTo>
                  <a:lnTo>
                    <a:pt x="6631" y="652"/>
                  </a:lnTo>
                  <a:lnTo>
                    <a:pt x="6387" y="448"/>
                  </a:lnTo>
                  <a:lnTo>
                    <a:pt x="6143" y="286"/>
                  </a:lnTo>
                  <a:lnTo>
                    <a:pt x="5858" y="123"/>
                  </a:lnTo>
                  <a:lnTo>
                    <a:pt x="5573" y="41"/>
                  </a:lnTo>
                  <a:lnTo>
                    <a:pt x="5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4"/>
            <p:cNvSpPr/>
            <p:nvPr/>
          </p:nvSpPr>
          <p:spPr>
            <a:xfrm>
              <a:off x="7729218" y="1694205"/>
              <a:ext cx="474643" cy="299712"/>
            </a:xfrm>
            <a:custGeom>
              <a:avLst/>
              <a:gdLst/>
              <a:ahLst/>
              <a:cxnLst/>
              <a:rect l="l" t="t" r="r" b="b"/>
              <a:pathLst>
                <a:path w="10373" h="6550" extrusionOk="0">
                  <a:moveTo>
                    <a:pt x="5451" y="366"/>
                  </a:moveTo>
                  <a:lnTo>
                    <a:pt x="5654" y="407"/>
                  </a:lnTo>
                  <a:lnTo>
                    <a:pt x="5858" y="489"/>
                  </a:lnTo>
                  <a:lnTo>
                    <a:pt x="6102" y="570"/>
                  </a:lnTo>
                  <a:lnTo>
                    <a:pt x="6264" y="651"/>
                  </a:lnTo>
                  <a:lnTo>
                    <a:pt x="6468" y="814"/>
                  </a:lnTo>
                  <a:lnTo>
                    <a:pt x="6752" y="1099"/>
                  </a:lnTo>
                  <a:lnTo>
                    <a:pt x="6996" y="1465"/>
                  </a:lnTo>
                  <a:lnTo>
                    <a:pt x="7159" y="1871"/>
                  </a:lnTo>
                  <a:lnTo>
                    <a:pt x="7281" y="2278"/>
                  </a:lnTo>
                  <a:lnTo>
                    <a:pt x="7322" y="2726"/>
                  </a:lnTo>
                  <a:lnTo>
                    <a:pt x="7281" y="3173"/>
                  </a:lnTo>
                  <a:lnTo>
                    <a:pt x="7322" y="3295"/>
                  </a:lnTo>
                  <a:lnTo>
                    <a:pt x="7363" y="3336"/>
                  </a:lnTo>
                  <a:lnTo>
                    <a:pt x="7485" y="3377"/>
                  </a:lnTo>
                  <a:lnTo>
                    <a:pt x="7566" y="3336"/>
                  </a:lnTo>
                  <a:lnTo>
                    <a:pt x="7851" y="3214"/>
                  </a:lnTo>
                  <a:lnTo>
                    <a:pt x="8095" y="3132"/>
                  </a:lnTo>
                  <a:lnTo>
                    <a:pt x="8379" y="3092"/>
                  </a:lnTo>
                  <a:lnTo>
                    <a:pt x="8664" y="3092"/>
                  </a:lnTo>
                  <a:lnTo>
                    <a:pt x="8949" y="3132"/>
                  </a:lnTo>
                  <a:lnTo>
                    <a:pt x="9193" y="3254"/>
                  </a:lnTo>
                  <a:lnTo>
                    <a:pt x="9437" y="3417"/>
                  </a:lnTo>
                  <a:lnTo>
                    <a:pt x="9640" y="3621"/>
                  </a:lnTo>
                  <a:lnTo>
                    <a:pt x="9762" y="3824"/>
                  </a:lnTo>
                  <a:lnTo>
                    <a:pt x="9885" y="4027"/>
                  </a:lnTo>
                  <a:lnTo>
                    <a:pt x="9925" y="4271"/>
                  </a:lnTo>
                  <a:lnTo>
                    <a:pt x="9966" y="4515"/>
                  </a:lnTo>
                  <a:lnTo>
                    <a:pt x="9966" y="4759"/>
                  </a:lnTo>
                  <a:lnTo>
                    <a:pt x="9925" y="5004"/>
                  </a:lnTo>
                  <a:lnTo>
                    <a:pt x="9844" y="5207"/>
                  </a:lnTo>
                  <a:lnTo>
                    <a:pt x="9762" y="5410"/>
                  </a:lnTo>
                  <a:lnTo>
                    <a:pt x="9600" y="5614"/>
                  </a:lnTo>
                  <a:lnTo>
                    <a:pt x="9396" y="5776"/>
                  </a:lnTo>
                  <a:lnTo>
                    <a:pt x="9193" y="5898"/>
                  </a:lnTo>
                  <a:lnTo>
                    <a:pt x="8949" y="5980"/>
                  </a:lnTo>
                  <a:lnTo>
                    <a:pt x="8461" y="6102"/>
                  </a:lnTo>
                  <a:lnTo>
                    <a:pt x="7932" y="6142"/>
                  </a:lnTo>
                  <a:lnTo>
                    <a:pt x="5654" y="6142"/>
                  </a:lnTo>
                  <a:lnTo>
                    <a:pt x="3946" y="6061"/>
                  </a:lnTo>
                  <a:lnTo>
                    <a:pt x="2278" y="5898"/>
                  </a:lnTo>
                  <a:lnTo>
                    <a:pt x="1709" y="5817"/>
                  </a:lnTo>
                  <a:lnTo>
                    <a:pt x="1424" y="5736"/>
                  </a:lnTo>
                  <a:lnTo>
                    <a:pt x="1139" y="5654"/>
                  </a:lnTo>
                  <a:lnTo>
                    <a:pt x="895" y="5532"/>
                  </a:lnTo>
                  <a:lnTo>
                    <a:pt x="651" y="5370"/>
                  </a:lnTo>
                  <a:lnTo>
                    <a:pt x="488" y="5126"/>
                  </a:lnTo>
                  <a:lnTo>
                    <a:pt x="407" y="4882"/>
                  </a:lnTo>
                  <a:lnTo>
                    <a:pt x="407" y="4719"/>
                  </a:lnTo>
                  <a:lnTo>
                    <a:pt x="407" y="4556"/>
                  </a:lnTo>
                  <a:lnTo>
                    <a:pt x="448" y="4393"/>
                  </a:lnTo>
                  <a:lnTo>
                    <a:pt x="529" y="4231"/>
                  </a:lnTo>
                  <a:lnTo>
                    <a:pt x="732" y="3987"/>
                  </a:lnTo>
                  <a:lnTo>
                    <a:pt x="976" y="3824"/>
                  </a:lnTo>
                  <a:lnTo>
                    <a:pt x="1139" y="3743"/>
                  </a:lnTo>
                  <a:lnTo>
                    <a:pt x="1343" y="3702"/>
                  </a:lnTo>
                  <a:lnTo>
                    <a:pt x="1709" y="3702"/>
                  </a:lnTo>
                  <a:lnTo>
                    <a:pt x="2075" y="3783"/>
                  </a:lnTo>
                  <a:lnTo>
                    <a:pt x="2400" y="3946"/>
                  </a:lnTo>
                  <a:lnTo>
                    <a:pt x="2481" y="3987"/>
                  </a:lnTo>
                  <a:lnTo>
                    <a:pt x="2522" y="3987"/>
                  </a:lnTo>
                  <a:lnTo>
                    <a:pt x="2644" y="3905"/>
                  </a:lnTo>
                  <a:lnTo>
                    <a:pt x="2685" y="3824"/>
                  </a:lnTo>
                  <a:lnTo>
                    <a:pt x="2685" y="3743"/>
                  </a:lnTo>
                  <a:lnTo>
                    <a:pt x="2685" y="3661"/>
                  </a:lnTo>
                  <a:lnTo>
                    <a:pt x="2563" y="3417"/>
                  </a:lnTo>
                  <a:lnTo>
                    <a:pt x="2563" y="3173"/>
                  </a:lnTo>
                  <a:lnTo>
                    <a:pt x="2644" y="2970"/>
                  </a:lnTo>
                  <a:lnTo>
                    <a:pt x="2766" y="2766"/>
                  </a:lnTo>
                  <a:lnTo>
                    <a:pt x="2929" y="2644"/>
                  </a:lnTo>
                  <a:lnTo>
                    <a:pt x="3173" y="2563"/>
                  </a:lnTo>
                  <a:lnTo>
                    <a:pt x="3417" y="2522"/>
                  </a:lnTo>
                  <a:lnTo>
                    <a:pt x="3661" y="2604"/>
                  </a:lnTo>
                  <a:lnTo>
                    <a:pt x="3783" y="2604"/>
                  </a:lnTo>
                  <a:lnTo>
                    <a:pt x="3864" y="2522"/>
                  </a:lnTo>
                  <a:lnTo>
                    <a:pt x="3905" y="2400"/>
                  </a:lnTo>
                  <a:lnTo>
                    <a:pt x="3864" y="2278"/>
                  </a:lnTo>
                  <a:lnTo>
                    <a:pt x="3824" y="2116"/>
                  </a:lnTo>
                  <a:lnTo>
                    <a:pt x="3783" y="1912"/>
                  </a:lnTo>
                  <a:lnTo>
                    <a:pt x="3783" y="1749"/>
                  </a:lnTo>
                  <a:lnTo>
                    <a:pt x="3824" y="1546"/>
                  </a:lnTo>
                  <a:lnTo>
                    <a:pt x="3864" y="1383"/>
                  </a:lnTo>
                  <a:lnTo>
                    <a:pt x="3946" y="1180"/>
                  </a:lnTo>
                  <a:lnTo>
                    <a:pt x="4149" y="895"/>
                  </a:lnTo>
                  <a:lnTo>
                    <a:pt x="4312" y="733"/>
                  </a:lnTo>
                  <a:lnTo>
                    <a:pt x="4475" y="611"/>
                  </a:lnTo>
                  <a:lnTo>
                    <a:pt x="4637" y="529"/>
                  </a:lnTo>
                  <a:lnTo>
                    <a:pt x="4841" y="448"/>
                  </a:lnTo>
                  <a:lnTo>
                    <a:pt x="5044" y="407"/>
                  </a:lnTo>
                  <a:lnTo>
                    <a:pt x="5247" y="366"/>
                  </a:lnTo>
                  <a:close/>
                  <a:moveTo>
                    <a:pt x="5003" y="0"/>
                  </a:moveTo>
                  <a:lnTo>
                    <a:pt x="4759" y="41"/>
                  </a:lnTo>
                  <a:lnTo>
                    <a:pt x="4515" y="122"/>
                  </a:lnTo>
                  <a:lnTo>
                    <a:pt x="4312" y="244"/>
                  </a:lnTo>
                  <a:lnTo>
                    <a:pt x="4108" y="366"/>
                  </a:lnTo>
                  <a:lnTo>
                    <a:pt x="3946" y="529"/>
                  </a:lnTo>
                  <a:lnTo>
                    <a:pt x="3783" y="692"/>
                  </a:lnTo>
                  <a:lnTo>
                    <a:pt x="3661" y="895"/>
                  </a:lnTo>
                  <a:lnTo>
                    <a:pt x="3539" y="1139"/>
                  </a:lnTo>
                  <a:lnTo>
                    <a:pt x="3458" y="1343"/>
                  </a:lnTo>
                  <a:lnTo>
                    <a:pt x="3417" y="1587"/>
                  </a:lnTo>
                  <a:lnTo>
                    <a:pt x="3417" y="1790"/>
                  </a:lnTo>
                  <a:lnTo>
                    <a:pt x="3417" y="2034"/>
                  </a:lnTo>
                  <a:lnTo>
                    <a:pt x="3431" y="2119"/>
                  </a:lnTo>
                  <a:lnTo>
                    <a:pt x="3431" y="2119"/>
                  </a:lnTo>
                  <a:lnTo>
                    <a:pt x="3417" y="2116"/>
                  </a:lnTo>
                  <a:lnTo>
                    <a:pt x="3254" y="2116"/>
                  </a:lnTo>
                  <a:lnTo>
                    <a:pt x="3051" y="2156"/>
                  </a:lnTo>
                  <a:lnTo>
                    <a:pt x="2888" y="2197"/>
                  </a:lnTo>
                  <a:lnTo>
                    <a:pt x="2725" y="2278"/>
                  </a:lnTo>
                  <a:lnTo>
                    <a:pt x="2603" y="2360"/>
                  </a:lnTo>
                  <a:lnTo>
                    <a:pt x="2441" y="2482"/>
                  </a:lnTo>
                  <a:lnTo>
                    <a:pt x="2359" y="2644"/>
                  </a:lnTo>
                  <a:lnTo>
                    <a:pt x="2237" y="2807"/>
                  </a:lnTo>
                  <a:lnTo>
                    <a:pt x="2197" y="2970"/>
                  </a:lnTo>
                  <a:lnTo>
                    <a:pt x="2156" y="3173"/>
                  </a:lnTo>
                  <a:lnTo>
                    <a:pt x="2156" y="3336"/>
                  </a:lnTo>
                  <a:lnTo>
                    <a:pt x="2170" y="3407"/>
                  </a:lnTo>
                  <a:lnTo>
                    <a:pt x="1993" y="3336"/>
                  </a:lnTo>
                  <a:lnTo>
                    <a:pt x="1749" y="3295"/>
                  </a:lnTo>
                  <a:lnTo>
                    <a:pt x="1302" y="3295"/>
                  </a:lnTo>
                  <a:lnTo>
                    <a:pt x="1098" y="3336"/>
                  </a:lnTo>
                  <a:lnTo>
                    <a:pt x="854" y="3417"/>
                  </a:lnTo>
                  <a:lnTo>
                    <a:pt x="692" y="3499"/>
                  </a:lnTo>
                  <a:lnTo>
                    <a:pt x="529" y="3621"/>
                  </a:lnTo>
                  <a:lnTo>
                    <a:pt x="366" y="3783"/>
                  </a:lnTo>
                  <a:lnTo>
                    <a:pt x="244" y="3946"/>
                  </a:lnTo>
                  <a:lnTo>
                    <a:pt x="122" y="4109"/>
                  </a:lnTo>
                  <a:lnTo>
                    <a:pt x="41" y="4312"/>
                  </a:lnTo>
                  <a:lnTo>
                    <a:pt x="0" y="4515"/>
                  </a:lnTo>
                  <a:lnTo>
                    <a:pt x="0" y="4719"/>
                  </a:lnTo>
                  <a:lnTo>
                    <a:pt x="0" y="4922"/>
                  </a:lnTo>
                  <a:lnTo>
                    <a:pt x="41" y="5126"/>
                  </a:lnTo>
                  <a:lnTo>
                    <a:pt x="122" y="5288"/>
                  </a:lnTo>
                  <a:lnTo>
                    <a:pt x="204" y="5451"/>
                  </a:lnTo>
                  <a:lnTo>
                    <a:pt x="488" y="5695"/>
                  </a:lnTo>
                  <a:lnTo>
                    <a:pt x="773" y="5898"/>
                  </a:lnTo>
                  <a:lnTo>
                    <a:pt x="1139" y="6061"/>
                  </a:lnTo>
                  <a:lnTo>
                    <a:pt x="1505" y="6183"/>
                  </a:lnTo>
                  <a:lnTo>
                    <a:pt x="1912" y="6265"/>
                  </a:lnTo>
                  <a:lnTo>
                    <a:pt x="2278" y="6305"/>
                  </a:lnTo>
                  <a:lnTo>
                    <a:pt x="4027" y="6427"/>
                  </a:lnTo>
                  <a:lnTo>
                    <a:pt x="5776" y="6509"/>
                  </a:lnTo>
                  <a:lnTo>
                    <a:pt x="7119" y="6549"/>
                  </a:lnTo>
                  <a:lnTo>
                    <a:pt x="7769" y="6549"/>
                  </a:lnTo>
                  <a:lnTo>
                    <a:pt x="8420" y="6509"/>
                  </a:lnTo>
                  <a:lnTo>
                    <a:pt x="8990" y="6387"/>
                  </a:lnTo>
                  <a:lnTo>
                    <a:pt x="9234" y="6305"/>
                  </a:lnTo>
                  <a:lnTo>
                    <a:pt x="9478" y="6183"/>
                  </a:lnTo>
                  <a:lnTo>
                    <a:pt x="9722" y="6020"/>
                  </a:lnTo>
                  <a:lnTo>
                    <a:pt x="9925" y="5858"/>
                  </a:lnTo>
                  <a:lnTo>
                    <a:pt x="10088" y="5654"/>
                  </a:lnTo>
                  <a:lnTo>
                    <a:pt x="10210" y="5370"/>
                  </a:lnTo>
                  <a:lnTo>
                    <a:pt x="10291" y="5126"/>
                  </a:lnTo>
                  <a:lnTo>
                    <a:pt x="10373" y="4882"/>
                  </a:lnTo>
                  <a:lnTo>
                    <a:pt x="10373" y="4597"/>
                  </a:lnTo>
                  <a:lnTo>
                    <a:pt x="10332" y="4312"/>
                  </a:lnTo>
                  <a:lnTo>
                    <a:pt x="10291" y="4068"/>
                  </a:lnTo>
                  <a:lnTo>
                    <a:pt x="10210" y="3783"/>
                  </a:lnTo>
                  <a:lnTo>
                    <a:pt x="10088" y="3539"/>
                  </a:lnTo>
                  <a:lnTo>
                    <a:pt x="9925" y="3336"/>
                  </a:lnTo>
                  <a:lnTo>
                    <a:pt x="9681" y="3092"/>
                  </a:lnTo>
                  <a:lnTo>
                    <a:pt x="9396" y="2888"/>
                  </a:lnTo>
                  <a:lnTo>
                    <a:pt x="9071" y="2766"/>
                  </a:lnTo>
                  <a:lnTo>
                    <a:pt x="8705" y="2685"/>
                  </a:lnTo>
                  <a:lnTo>
                    <a:pt x="8379" y="2685"/>
                  </a:lnTo>
                  <a:lnTo>
                    <a:pt x="8013" y="2726"/>
                  </a:lnTo>
                  <a:lnTo>
                    <a:pt x="7688" y="2848"/>
                  </a:lnTo>
                  <a:lnTo>
                    <a:pt x="7688" y="2644"/>
                  </a:lnTo>
                  <a:lnTo>
                    <a:pt x="7647" y="2075"/>
                  </a:lnTo>
                  <a:lnTo>
                    <a:pt x="7485" y="1587"/>
                  </a:lnTo>
                  <a:lnTo>
                    <a:pt x="7363" y="1343"/>
                  </a:lnTo>
                  <a:lnTo>
                    <a:pt x="7241" y="1099"/>
                  </a:lnTo>
                  <a:lnTo>
                    <a:pt x="7078" y="895"/>
                  </a:lnTo>
                  <a:lnTo>
                    <a:pt x="6915" y="692"/>
                  </a:lnTo>
                  <a:lnTo>
                    <a:pt x="6712" y="489"/>
                  </a:lnTo>
                  <a:lnTo>
                    <a:pt x="6508" y="366"/>
                  </a:lnTo>
                  <a:lnTo>
                    <a:pt x="6264" y="204"/>
                  </a:lnTo>
                  <a:lnTo>
                    <a:pt x="6020" y="122"/>
                  </a:lnTo>
                  <a:lnTo>
                    <a:pt x="5776" y="41"/>
                  </a:lnTo>
                  <a:lnTo>
                    <a:pt x="5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14"/>
          <p:cNvSpPr/>
          <p:nvPr/>
        </p:nvSpPr>
        <p:spPr>
          <a:xfrm flipH="1">
            <a:off x="6557226" y="43317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4"/>
          <p:cNvSpPr/>
          <p:nvPr/>
        </p:nvSpPr>
        <p:spPr>
          <a:xfrm flipH="1">
            <a:off x="2948126" y="4470672"/>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4"/>
          <p:cNvSpPr/>
          <p:nvPr/>
        </p:nvSpPr>
        <p:spPr>
          <a:xfrm flipH="1">
            <a:off x="4126888" y="629993"/>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1142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1pPr>
            <a:lvl2pPr lvl="1"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2pPr>
            <a:lvl3pPr lvl="2"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3pPr>
            <a:lvl4pPr lvl="3"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4pPr>
            <a:lvl5pPr lvl="4"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5pPr>
            <a:lvl6pPr lvl="5"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6pPr>
            <a:lvl7pPr lvl="6"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7pPr>
            <a:lvl8pPr lvl="7"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8pPr>
            <a:lvl9pPr lvl="8" rtl="0">
              <a:spcBef>
                <a:spcPts val="0"/>
              </a:spcBef>
              <a:spcAft>
                <a:spcPts val="0"/>
              </a:spcAft>
              <a:buClr>
                <a:schemeClr val="dk1"/>
              </a:buClr>
              <a:buSzPts val="3400"/>
              <a:buFont typeface="Yusei Magic"/>
              <a:buNone/>
              <a:defRPr sz="3400" b="1">
                <a:solidFill>
                  <a:schemeClr val="dk1"/>
                </a:solidFill>
                <a:latin typeface="Yusei Magic"/>
                <a:ea typeface="Yusei Magic"/>
                <a:cs typeface="Yusei Magic"/>
                <a:sym typeface="Yusei Mag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1pPr>
            <a:lvl2pPr marL="914400" lvl="1"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a:lnSpc>
                <a:spcPct val="100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 id="2147483658" r:id="rId8"/>
    <p:sldLayoutId id="2147483659" r:id="rId9"/>
    <p:sldLayoutId id="2147483661" r:id="rId10"/>
    <p:sldLayoutId id="2147483663" r:id="rId11"/>
    <p:sldLayoutId id="2147483669" r:id="rId12"/>
    <p:sldLayoutId id="2147483670" r:id="rId13"/>
    <p:sldLayoutId id="2147483671" r:id="rId14"/>
    <p:sldLayoutId id="2147483674" r:id="rId15"/>
    <p:sldLayoutId id="2147483676" r:id="rId16"/>
    <p:sldLayoutId id="2147483677" r:id="rId17"/>
    <p:sldLayoutId id="2147483681" r:id="rId18"/>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blog.cognifit.com/emotional-blockage/" TargetMode="External"/><Relationship Id="rId2" Type="http://schemas.openxmlformats.org/officeDocument/2006/relationships/notesSlide" Target="../notesSlides/notesSlide28.xml"/><Relationship Id="rId1" Type="http://schemas.openxmlformats.org/officeDocument/2006/relationships/slideLayout" Target="../slideLayouts/slideLayout14.xml"/><Relationship Id="rId5" Type="http://schemas.openxmlformats.org/officeDocument/2006/relationships/hyperlink" Target="https://psiholog-marinela-croitoru.ro/cum-putem-sa-ne-eliberam-din-blocajele-emotionale/" TargetMode="External"/><Relationship Id="rId4" Type="http://schemas.openxmlformats.org/officeDocument/2006/relationships/hyperlink" Target="https://dictionary.apa.org/emotional-blockin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rapecrisis.org.uk/get-help/tools-for-victims-and-survivors/understanding-your-response/fight-or-flight/" TargetMode="External"/><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https://www.hricdubai.com/trauma-response-the-4fs/" TargetMode="External"/><Relationship Id="rId2" Type="http://schemas.openxmlformats.org/officeDocument/2006/relationships/notesSlide" Target="../notesSlides/notesSlide30.xml"/><Relationship Id="rId1" Type="http://schemas.openxmlformats.org/officeDocument/2006/relationships/slideLayout" Target="../slideLayouts/slideLayout14.xml"/><Relationship Id="rId5" Type="http://schemas.openxmlformats.org/officeDocument/2006/relationships/hyperlink" Target="https://viataluminata.com/dezvoltare-personala/stresul-blocajele-emotionale-si-impactul-lor-asupra-sanatatii/" TargetMode="External"/><Relationship Id="rId4" Type="http://schemas.openxmlformats.org/officeDocument/2006/relationships/hyperlink" Target="https://www.3plearning.com/blog/supporting-students-through-the-fight-flight-or-freeze-response/"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35"/>
          <p:cNvSpPr txBox="1">
            <a:spLocks noGrp="1"/>
          </p:cNvSpPr>
          <p:nvPr>
            <p:ph type="ctrTitle"/>
          </p:nvPr>
        </p:nvSpPr>
        <p:spPr>
          <a:xfrm>
            <a:off x="596788" y="1082943"/>
            <a:ext cx="3984600" cy="2303700"/>
          </a:xfrm>
          <a:prstGeom prst="rect">
            <a:avLst/>
          </a:prstGeom>
        </p:spPr>
        <p:txBody>
          <a:bodyPr spcFirstLastPara="1" wrap="square" lIns="91425" tIns="91425" rIns="91425" bIns="91425" anchor="ctr" anchorCtr="0">
            <a:noAutofit/>
          </a:bodyPr>
          <a:lstStyle/>
          <a:p>
            <a:pPr rtl="0">
              <a:spcBef>
                <a:spcPts val="0"/>
              </a:spcBef>
              <a:spcAft>
                <a:spcPts val="0"/>
              </a:spcAft>
            </a:pPr>
            <a:r>
              <a:rPr lang="ro-RO" sz="3200" b="0" i="0" u="none" strike="noStrike" dirty="0">
                <a:solidFill>
                  <a:srgbClr val="000000"/>
                </a:solidFill>
                <a:effectLst/>
                <a:latin typeface="Times New Roman" panose="02020603050405020304" pitchFamily="18" charset="0"/>
                <a:cs typeface="Times New Roman" panose="02020603050405020304" pitchFamily="18" charset="0"/>
              </a:rPr>
              <a:t>Impactul stresului și al blocajelor emoționale asupra Sănătății și Succesului Academic</a:t>
            </a:r>
            <a:br>
              <a:rPr lang="ro-RO" sz="1600" b="0" dirty="0">
                <a:effectLst/>
                <a:latin typeface="Times New Roman" panose="02020603050405020304" pitchFamily="18" charset="0"/>
                <a:cs typeface="Times New Roman" panose="02020603050405020304" pitchFamily="18" charset="0"/>
              </a:rPr>
            </a:br>
            <a:br>
              <a:rPr lang="ro-RO" sz="1600" dirty="0"/>
            </a:br>
            <a:endParaRPr sz="4600" dirty="0"/>
          </a:p>
        </p:txBody>
      </p:sp>
      <p:sp>
        <p:nvSpPr>
          <p:cNvPr id="1137" name="Google Shape;1137;p35"/>
          <p:cNvSpPr txBox="1">
            <a:spLocks noGrp="1"/>
          </p:cNvSpPr>
          <p:nvPr>
            <p:ph type="subTitle" idx="1"/>
          </p:nvPr>
        </p:nvSpPr>
        <p:spPr>
          <a:xfrm>
            <a:off x="309970" y="3033230"/>
            <a:ext cx="4283876" cy="706825"/>
          </a:xfrm>
          <a:prstGeom prst="rect">
            <a:avLst/>
          </a:prstGeom>
        </p:spPr>
        <p:txBody>
          <a:bodyPr spcFirstLastPara="1" wrap="square" lIns="91425" tIns="91425" rIns="91425" bIns="91425" anchor="t" anchorCtr="0">
            <a:noAutofit/>
          </a:bodyPr>
          <a:lstStyle/>
          <a:p>
            <a:pPr algn="ctr" rtl="0">
              <a:spcBef>
                <a:spcPts val="0"/>
              </a:spcBef>
              <a:spcAft>
                <a:spcPts val="0"/>
              </a:spcAft>
            </a:pPr>
            <a:r>
              <a:rPr lang="ro-RO" sz="1800" b="0" i="0" u="none" strike="noStrike" dirty="0">
                <a:solidFill>
                  <a:srgbClr val="000000"/>
                </a:solidFill>
                <a:effectLst/>
                <a:latin typeface="Times New Roman" panose="02020603050405020304" pitchFamily="18" charset="0"/>
              </a:rPr>
              <a:t>Studenți: Carmen-Mihaela Tudoroiu și </a:t>
            </a:r>
            <a:endParaRPr lang="en-GB" sz="1800" b="0" i="0" u="none" strike="noStrike" dirty="0">
              <a:solidFill>
                <a:srgbClr val="000000"/>
              </a:solidFill>
              <a:effectLst/>
              <a:latin typeface="Times New Roman" panose="02020603050405020304" pitchFamily="18" charset="0"/>
            </a:endParaRPr>
          </a:p>
          <a:p>
            <a:pPr algn="ctr" rtl="0">
              <a:spcBef>
                <a:spcPts val="0"/>
              </a:spcBef>
              <a:spcAft>
                <a:spcPts val="0"/>
              </a:spcAft>
            </a:pPr>
            <a:r>
              <a:rPr lang="ro-RO" sz="1800" b="0" i="0" u="none" strike="noStrike" dirty="0">
                <a:solidFill>
                  <a:srgbClr val="000000"/>
                </a:solidFill>
                <a:effectLst/>
                <a:latin typeface="Times New Roman" panose="02020603050405020304" pitchFamily="18" charset="0"/>
              </a:rPr>
              <a:t>Minodora-Elena Podoleanu</a:t>
            </a:r>
          </a:p>
          <a:p>
            <a:pPr algn="ctr" rtl="0">
              <a:spcBef>
                <a:spcPts val="0"/>
              </a:spcBef>
              <a:spcAft>
                <a:spcPts val="0"/>
              </a:spcAft>
            </a:pPr>
            <a:r>
              <a:rPr lang="ro-RO" sz="1800" dirty="0">
                <a:solidFill>
                  <a:srgbClr val="000000"/>
                </a:solidFill>
                <a:latin typeface="Times New Roman" panose="02020603050405020304" pitchFamily="18" charset="0"/>
              </a:rPr>
              <a:t>Facultate: FSA</a:t>
            </a:r>
          </a:p>
          <a:p>
            <a:pPr algn="ctr" rtl="0">
              <a:spcBef>
                <a:spcPts val="0"/>
              </a:spcBef>
              <a:spcAft>
                <a:spcPts val="0"/>
              </a:spcAft>
            </a:pPr>
            <a:r>
              <a:rPr lang="ro-RO" sz="1800" b="0" dirty="0">
                <a:solidFill>
                  <a:srgbClr val="000000"/>
                </a:solidFill>
                <a:effectLst/>
                <a:latin typeface="Times New Roman" panose="02020603050405020304" pitchFamily="18" charset="0"/>
              </a:rPr>
              <a:t>Prof. coordonator: Asist. </a:t>
            </a:r>
            <a:r>
              <a:rPr lang="ro-RO" sz="1800" dirty="0">
                <a:solidFill>
                  <a:srgbClr val="000000"/>
                </a:solidFill>
                <a:latin typeface="Times New Roman" panose="02020603050405020304" pitchFamily="18" charset="0"/>
              </a:rPr>
              <a:t>u</a:t>
            </a:r>
            <a:r>
              <a:rPr lang="ro-RO" sz="1800" b="0" dirty="0">
                <a:solidFill>
                  <a:srgbClr val="000000"/>
                </a:solidFill>
                <a:effectLst/>
                <a:latin typeface="Times New Roman" panose="02020603050405020304" pitchFamily="18" charset="0"/>
              </a:rPr>
              <a:t>niv. Alina Ioana Constantin</a:t>
            </a:r>
            <a:endParaRPr lang="ro-RO" b="0" dirty="0">
              <a:effectLst/>
            </a:endParaRPr>
          </a:p>
          <a:p>
            <a:br>
              <a:rPr lang="ro-RO" dirty="0"/>
            </a:br>
            <a:endParaRPr dirty="0"/>
          </a:p>
        </p:txBody>
      </p:sp>
      <p:grpSp>
        <p:nvGrpSpPr>
          <p:cNvPr id="1138" name="Google Shape;1138;p35"/>
          <p:cNvGrpSpPr/>
          <p:nvPr/>
        </p:nvGrpSpPr>
        <p:grpSpPr>
          <a:xfrm>
            <a:off x="4783570" y="630000"/>
            <a:ext cx="3825628" cy="3743803"/>
            <a:chOff x="2859190" y="326184"/>
            <a:chExt cx="4091143" cy="4003639"/>
          </a:xfrm>
        </p:grpSpPr>
        <p:sp>
          <p:nvSpPr>
            <p:cNvPr id="1139" name="Google Shape;1139;p35"/>
            <p:cNvSpPr/>
            <p:nvPr/>
          </p:nvSpPr>
          <p:spPr>
            <a:xfrm>
              <a:off x="3998307" y="981357"/>
              <a:ext cx="320165" cy="1042356"/>
            </a:xfrm>
            <a:custGeom>
              <a:avLst/>
              <a:gdLst/>
              <a:ahLst/>
              <a:cxnLst/>
              <a:rect l="l" t="t" r="r" b="b"/>
              <a:pathLst>
                <a:path w="6997" h="22780" extrusionOk="0">
                  <a:moveTo>
                    <a:pt x="1668" y="1"/>
                  </a:moveTo>
                  <a:lnTo>
                    <a:pt x="1424" y="82"/>
                  </a:lnTo>
                  <a:lnTo>
                    <a:pt x="1221" y="204"/>
                  </a:lnTo>
                  <a:lnTo>
                    <a:pt x="1018" y="367"/>
                  </a:lnTo>
                  <a:lnTo>
                    <a:pt x="814" y="570"/>
                  </a:lnTo>
                  <a:lnTo>
                    <a:pt x="692" y="814"/>
                  </a:lnTo>
                  <a:lnTo>
                    <a:pt x="448" y="1302"/>
                  </a:lnTo>
                  <a:lnTo>
                    <a:pt x="285" y="1831"/>
                  </a:lnTo>
                  <a:lnTo>
                    <a:pt x="123" y="2441"/>
                  </a:lnTo>
                  <a:lnTo>
                    <a:pt x="41" y="3092"/>
                  </a:lnTo>
                  <a:lnTo>
                    <a:pt x="1" y="3377"/>
                  </a:lnTo>
                  <a:lnTo>
                    <a:pt x="41" y="3702"/>
                  </a:lnTo>
                  <a:lnTo>
                    <a:pt x="41" y="4028"/>
                  </a:lnTo>
                  <a:lnTo>
                    <a:pt x="123" y="4353"/>
                  </a:lnTo>
                  <a:lnTo>
                    <a:pt x="204" y="4719"/>
                  </a:lnTo>
                  <a:lnTo>
                    <a:pt x="326" y="5085"/>
                  </a:lnTo>
                  <a:lnTo>
                    <a:pt x="611" y="5817"/>
                  </a:lnTo>
                  <a:lnTo>
                    <a:pt x="895" y="6550"/>
                  </a:lnTo>
                  <a:lnTo>
                    <a:pt x="1140" y="7322"/>
                  </a:lnTo>
                  <a:lnTo>
                    <a:pt x="1221" y="7689"/>
                  </a:lnTo>
                  <a:lnTo>
                    <a:pt x="1302" y="8055"/>
                  </a:lnTo>
                  <a:lnTo>
                    <a:pt x="1343" y="8461"/>
                  </a:lnTo>
                  <a:lnTo>
                    <a:pt x="1343" y="8868"/>
                  </a:lnTo>
                  <a:lnTo>
                    <a:pt x="1343" y="9234"/>
                  </a:lnTo>
                  <a:lnTo>
                    <a:pt x="1262" y="9641"/>
                  </a:lnTo>
                  <a:lnTo>
                    <a:pt x="1099" y="10414"/>
                  </a:lnTo>
                  <a:lnTo>
                    <a:pt x="651" y="11919"/>
                  </a:lnTo>
                  <a:lnTo>
                    <a:pt x="489" y="12610"/>
                  </a:lnTo>
                  <a:lnTo>
                    <a:pt x="367" y="13343"/>
                  </a:lnTo>
                  <a:lnTo>
                    <a:pt x="326" y="13668"/>
                  </a:lnTo>
                  <a:lnTo>
                    <a:pt x="367" y="14034"/>
                  </a:lnTo>
                  <a:lnTo>
                    <a:pt x="407" y="14400"/>
                  </a:lnTo>
                  <a:lnTo>
                    <a:pt x="448" y="14766"/>
                  </a:lnTo>
                  <a:lnTo>
                    <a:pt x="570" y="15092"/>
                  </a:lnTo>
                  <a:lnTo>
                    <a:pt x="733" y="15417"/>
                  </a:lnTo>
                  <a:lnTo>
                    <a:pt x="1099" y="16027"/>
                  </a:lnTo>
                  <a:lnTo>
                    <a:pt x="1465" y="16637"/>
                  </a:lnTo>
                  <a:lnTo>
                    <a:pt x="1628" y="16922"/>
                  </a:lnTo>
                  <a:lnTo>
                    <a:pt x="1750" y="17288"/>
                  </a:lnTo>
                  <a:lnTo>
                    <a:pt x="1790" y="17654"/>
                  </a:lnTo>
                  <a:lnTo>
                    <a:pt x="1831" y="18020"/>
                  </a:lnTo>
                  <a:lnTo>
                    <a:pt x="1790" y="18386"/>
                  </a:lnTo>
                  <a:lnTo>
                    <a:pt x="1750" y="18793"/>
                  </a:lnTo>
                  <a:lnTo>
                    <a:pt x="1628" y="19525"/>
                  </a:lnTo>
                  <a:lnTo>
                    <a:pt x="1546" y="20257"/>
                  </a:lnTo>
                  <a:lnTo>
                    <a:pt x="1506" y="20583"/>
                  </a:lnTo>
                  <a:lnTo>
                    <a:pt x="1546" y="20908"/>
                  </a:lnTo>
                  <a:lnTo>
                    <a:pt x="1587" y="21193"/>
                  </a:lnTo>
                  <a:lnTo>
                    <a:pt x="1668" y="21518"/>
                  </a:lnTo>
                  <a:lnTo>
                    <a:pt x="1750" y="21803"/>
                  </a:lnTo>
                  <a:lnTo>
                    <a:pt x="1912" y="22047"/>
                  </a:lnTo>
                  <a:lnTo>
                    <a:pt x="2116" y="22291"/>
                  </a:lnTo>
                  <a:lnTo>
                    <a:pt x="2360" y="22495"/>
                  </a:lnTo>
                  <a:lnTo>
                    <a:pt x="2563" y="22617"/>
                  </a:lnTo>
                  <a:lnTo>
                    <a:pt x="2807" y="22698"/>
                  </a:lnTo>
                  <a:lnTo>
                    <a:pt x="3051" y="22739"/>
                  </a:lnTo>
                  <a:lnTo>
                    <a:pt x="3295" y="22779"/>
                  </a:lnTo>
                  <a:lnTo>
                    <a:pt x="3580" y="22739"/>
                  </a:lnTo>
                  <a:lnTo>
                    <a:pt x="3784" y="22698"/>
                  </a:lnTo>
                  <a:lnTo>
                    <a:pt x="4028" y="22576"/>
                  </a:lnTo>
                  <a:lnTo>
                    <a:pt x="4190" y="22373"/>
                  </a:lnTo>
                  <a:lnTo>
                    <a:pt x="4394" y="22129"/>
                  </a:lnTo>
                  <a:lnTo>
                    <a:pt x="4516" y="21844"/>
                  </a:lnTo>
                  <a:lnTo>
                    <a:pt x="4556" y="21518"/>
                  </a:lnTo>
                  <a:lnTo>
                    <a:pt x="4597" y="21193"/>
                  </a:lnTo>
                  <a:lnTo>
                    <a:pt x="4597" y="20502"/>
                  </a:lnTo>
                  <a:lnTo>
                    <a:pt x="4597" y="19891"/>
                  </a:lnTo>
                  <a:lnTo>
                    <a:pt x="4638" y="19485"/>
                  </a:lnTo>
                  <a:lnTo>
                    <a:pt x="4719" y="19119"/>
                  </a:lnTo>
                  <a:lnTo>
                    <a:pt x="4963" y="18386"/>
                  </a:lnTo>
                  <a:lnTo>
                    <a:pt x="5289" y="17695"/>
                  </a:lnTo>
                  <a:lnTo>
                    <a:pt x="5655" y="17003"/>
                  </a:lnTo>
                  <a:lnTo>
                    <a:pt x="6061" y="16393"/>
                  </a:lnTo>
                  <a:lnTo>
                    <a:pt x="6468" y="15783"/>
                  </a:lnTo>
                  <a:lnTo>
                    <a:pt x="6631" y="15458"/>
                  </a:lnTo>
                  <a:lnTo>
                    <a:pt x="6753" y="15092"/>
                  </a:lnTo>
                  <a:lnTo>
                    <a:pt x="6875" y="14766"/>
                  </a:lnTo>
                  <a:lnTo>
                    <a:pt x="6956" y="14400"/>
                  </a:lnTo>
                  <a:lnTo>
                    <a:pt x="6997" y="14075"/>
                  </a:lnTo>
                  <a:lnTo>
                    <a:pt x="6956" y="13831"/>
                  </a:lnTo>
                  <a:lnTo>
                    <a:pt x="6916" y="13546"/>
                  </a:lnTo>
                  <a:lnTo>
                    <a:pt x="6875" y="13261"/>
                  </a:lnTo>
                  <a:lnTo>
                    <a:pt x="6753" y="13017"/>
                  </a:lnTo>
                  <a:lnTo>
                    <a:pt x="6631" y="12773"/>
                  </a:lnTo>
                  <a:lnTo>
                    <a:pt x="6468" y="12529"/>
                  </a:lnTo>
                  <a:lnTo>
                    <a:pt x="6305" y="12326"/>
                  </a:lnTo>
                  <a:lnTo>
                    <a:pt x="5939" y="11919"/>
                  </a:lnTo>
                  <a:lnTo>
                    <a:pt x="5573" y="11553"/>
                  </a:lnTo>
                  <a:lnTo>
                    <a:pt x="5207" y="11227"/>
                  </a:lnTo>
                  <a:lnTo>
                    <a:pt x="4841" y="10821"/>
                  </a:lnTo>
                  <a:lnTo>
                    <a:pt x="4678" y="10617"/>
                  </a:lnTo>
                  <a:lnTo>
                    <a:pt x="4516" y="10373"/>
                  </a:lnTo>
                  <a:lnTo>
                    <a:pt x="4394" y="10129"/>
                  </a:lnTo>
                  <a:lnTo>
                    <a:pt x="4312" y="9885"/>
                  </a:lnTo>
                  <a:lnTo>
                    <a:pt x="4272" y="9641"/>
                  </a:lnTo>
                  <a:lnTo>
                    <a:pt x="4272" y="9397"/>
                  </a:lnTo>
                  <a:lnTo>
                    <a:pt x="4312" y="9112"/>
                  </a:lnTo>
                  <a:lnTo>
                    <a:pt x="4353" y="8828"/>
                  </a:lnTo>
                  <a:lnTo>
                    <a:pt x="4556" y="8258"/>
                  </a:lnTo>
                  <a:lnTo>
                    <a:pt x="4760" y="7689"/>
                  </a:lnTo>
                  <a:lnTo>
                    <a:pt x="4841" y="7404"/>
                  </a:lnTo>
                  <a:lnTo>
                    <a:pt x="4922" y="7119"/>
                  </a:lnTo>
                  <a:lnTo>
                    <a:pt x="4922" y="6834"/>
                  </a:lnTo>
                  <a:lnTo>
                    <a:pt x="4922" y="6509"/>
                  </a:lnTo>
                  <a:lnTo>
                    <a:pt x="4841" y="6265"/>
                  </a:lnTo>
                  <a:lnTo>
                    <a:pt x="4719" y="6021"/>
                  </a:lnTo>
                  <a:lnTo>
                    <a:pt x="4597" y="5817"/>
                  </a:lnTo>
                  <a:lnTo>
                    <a:pt x="4434" y="5614"/>
                  </a:lnTo>
                  <a:lnTo>
                    <a:pt x="4028" y="5289"/>
                  </a:lnTo>
                  <a:lnTo>
                    <a:pt x="3621" y="4963"/>
                  </a:lnTo>
                  <a:lnTo>
                    <a:pt x="3173" y="4679"/>
                  </a:lnTo>
                  <a:lnTo>
                    <a:pt x="2970" y="4475"/>
                  </a:lnTo>
                  <a:lnTo>
                    <a:pt x="2807" y="4312"/>
                  </a:lnTo>
                  <a:lnTo>
                    <a:pt x="2726" y="4150"/>
                  </a:lnTo>
                  <a:lnTo>
                    <a:pt x="2645" y="3987"/>
                  </a:lnTo>
                  <a:lnTo>
                    <a:pt x="2563" y="3662"/>
                  </a:lnTo>
                  <a:lnTo>
                    <a:pt x="2523" y="3296"/>
                  </a:lnTo>
                  <a:lnTo>
                    <a:pt x="2563" y="2970"/>
                  </a:lnTo>
                  <a:lnTo>
                    <a:pt x="2685" y="2401"/>
                  </a:lnTo>
                  <a:lnTo>
                    <a:pt x="2767" y="1872"/>
                  </a:lnTo>
                  <a:lnTo>
                    <a:pt x="2807" y="1587"/>
                  </a:lnTo>
                  <a:lnTo>
                    <a:pt x="2807" y="1302"/>
                  </a:lnTo>
                  <a:lnTo>
                    <a:pt x="2767" y="1018"/>
                  </a:lnTo>
                  <a:lnTo>
                    <a:pt x="2685" y="733"/>
                  </a:lnTo>
                  <a:lnTo>
                    <a:pt x="2604" y="570"/>
                  </a:lnTo>
                  <a:lnTo>
                    <a:pt x="2482" y="367"/>
                  </a:lnTo>
                  <a:lnTo>
                    <a:pt x="2360" y="204"/>
                  </a:lnTo>
                  <a:lnTo>
                    <a:pt x="2197" y="123"/>
                  </a:lnTo>
                  <a:lnTo>
                    <a:pt x="2034" y="41"/>
                  </a:lnTo>
                  <a:lnTo>
                    <a:pt x="18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5"/>
            <p:cNvSpPr/>
            <p:nvPr/>
          </p:nvSpPr>
          <p:spPr>
            <a:xfrm>
              <a:off x="3627936" y="689142"/>
              <a:ext cx="240135" cy="141528"/>
            </a:xfrm>
            <a:custGeom>
              <a:avLst/>
              <a:gdLst/>
              <a:ahLst/>
              <a:cxnLst/>
              <a:rect l="l" t="t" r="r" b="b"/>
              <a:pathLst>
                <a:path w="5248" h="3093" extrusionOk="0">
                  <a:moveTo>
                    <a:pt x="1668" y="1"/>
                  </a:moveTo>
                  <a:lnTo>
                    <a:pt x="1342" y="41"/>
                  </a:lnTo>
                  <a:lnTo>
                    <a:pt x="1098" y="82"/>
                  </a:lnTo>
                  <a:lnTo>
                    <a:pt x="854" y="163"/>
                  </a:lnTo>
                  <a:lnTo>
                    <a:pt x="610" y="285"/>
                  </a:lnTo>
                  <a:lnTo>
                    <a:pt x="366" y="448"/>
                  </a:lnTo>
                  <a:lnTo>
                    <a:pt x="203" y="651"/>
                  </a:lnTo>
                  <a:lnTo>
                    <a:pt x="81" y="896"/>
                  </a:lnTo>
                  <a:lnTo>
                    <a:pt x="0" y="1140"/>
                  </a:lnTo>
                  <a:lnTo>
                    <a:pt x="0" y="1424"/>
                  </a:lnTo>
                  <a:lnTo>
                    <a:pt x="81" y="1709"/>
                  </a:lnTo>
                  <a:lnTo>
                    <a:pt x="203" y="1953"/>
                  </a:lnTo>
                  <a:lnTo>
                    <a:pt x="366" y="2197"/>
                  </a:lnTo>
                  <a:lnTo>
                    <a:pt x="610" y="2360"/>
                  </a:lnTo>
                  <a:lnTo>
                    <a:pt x="854" y="2482"/>
                  </a:lnTo>
                  <a:lnTo>
                    <a:pt x="1139" y="2604"/>
                  </a:lnTo>
                  <a:lnTo>
                    <a:pt x="1383" y="2685"/>
                  </a:lnTo>
                  <a:lnTo>
                    <a:pt x="1668" y="2726"/>
                  </a:lnTo>
                  <a:lnTo>
                    <a:pt x="2441" y="2807"/>
                  </a:lnTo>
                  <a:lnTo>
                    <a:pt x="3213" y="2889"/>
                  </a:lnTo>
                  <a:lnTo>
                    <a:pt x="4800" y="2889"/>
                  </a:lnTo>
                  <a:lnTo>
                    <a:pt x="4881" y="3011"/>
                  </a:lnTo>
                  <a:lnTo>
                    <a:pt x="4922" y="3092"/>
                  </a:lnTo>
                  <a:lnTo>
                    <a:pt x="5125" y="3092"/>
                  </a:lnTo>
                  <a:lnTo>
                    <a:pt x="5207" y="3051"/>
                  </a:lnTo>
                  <a:lnTo>
                    <a:pt x="5247" y="2970"/>
                  </a:lnTo>
                  <a:lnTo>
                    <a:pt x="5247" y="2889"/>
                  </a:lnTo>
                  <a:lnTo>
                    <a:pt x="5207" y="2807"/>
                  </a:lnTo>
                  <a:lnTo>
                    <a:pt x="5166" y="2726"/>
                  </a:lnTo>
                  <a:lnTo>
                    <a:pt x="5207" y="2645"/>
                  </a:lnTo>
                  <a:lnTo>
                    <a:pt x="5166" y="2563"/>
                  </a:lnTo>
                  <a:lnTo>
                    <a:pt x="5125" y="2482"/>
                  </a:lnTo>
                  <a:lnTo>
                    <a:pt x="5003" y="2482"/>
                  </a:lnTo>
                  <a:lnTo>
                    <a:pt x="4678" y="1994"/>
                  </a:lnTo>
                  <a:lnTo>
                    <a:pt x="4352" y="1506"/>
                  </a:lnTo>
                  <a:lnTo>
                    <a:pt x="3946" y="1058"/>
                  </a:lnTo>
                  <a:lnTo>
                    <a:pt x="3498" y="692"/>
                  </a:lnTo>
                  <a:lnTo>
                    <a:pt x="3051" y="367"/>
                  </a:lnTo>
                  <a:lnTo>
                    <a:pt x="2766" y="245"/>
                  </a:lnTo>
                  <a:lnTo>
                    <a:pt x="2522" y="123"/>
                  </a:lnTo>
                  <a:lnTo>
                    <a:pt x="2237" y="41"/>
                  </a:lnTo>
                  <a:lnTo>
                    <a:pt x="19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5"/>
            <p:cNvSpPr/>
            <p:nvPr/>
          </p:nvSpPr>
          <p:spPr>
            <a:xfrm>
              <a:off x="3853115" y="596069"/>
              <a:ext cx="169440" cy="167564"/>
            </a:xfrm>
            <a:custGeom>
              <a:avLst/>
              <a:gdLst/>
              <a:ahLst/>
              <a:cxnLst/>
              <a:rect l="l" t="t" r="r" b="b"/>
              <a:pathLst>
                <a:path w="3703" h="3662" extrusionOk="0">
                  <a:moveTo>
                    <a:pt x="2645" y="1"/>
                  </a:moveTo>
                  <a:lnTo>
                    <a:pt x="2401" y="42"/>
                  </a:lnTo>
                  <a:lnTo>
                    <a:pt x="2157" y="164"/>
                  </a:lnTo>
                  <a:lnTo>
                    <a:pt x="1953" y="326"/>
                  </a:lnTo>
                  <a:lnTo>
                    <a:pt x="1750" y="489"/>
                  </a:lnTo>
                  <a:lnTo>
                    <a:pt x="1547" y="692"/>
                  </a:lnTo>
                  <a:lnTo>
                    <a:pt x="1221" y="1058"/>
                  </a:lnTo>
                  <a:lnTo>
                    <a:pt x="855" y="1587"/>
                  </a:lnTo>
                  <a:lnTo>
                    <a:pt x="570" y="2116"/>
                  </a:lnTo>
                  <a:lnTo>
                    <a:pt x="286" y="2645"/>
                  </a:lnTo>
                  <a:lnTo>
                    <a:pt x="82" y="3255"/>
                  </a:lnTo>
                  <a:lnTo>
                    <a:pt x="82" y="3296"/>
                  </a:lnTo>
                  <a:lnTo>
                    <a:pt x="42" y="3336"/>
                  </a:lnTo>
                  <a:lnTo>
                    <a:pt x="1" y="3418"/>
                  </a:lnTo>
                  <a:lnTo>
                    <a:pt x="42" y="3540"/>
                  </a:lnTo>
                  <a:lnTo>
                    <a:pt x="123" y="3621"/>
                  </a:lnTo>
                  <a:lnTo>
                    <a:pt x="164" y="3662"/>
                  </a:lnTo>
                  <a:lnTo>
                    <a:pt x="245" y="3662"/>
                  </a:lnTo>
                  <a:lnTo>
                    <a:pt x="814" y="3499"/>
                  </a:lnTo>
                  <a:lnTo>
                    <a:pt x="1343" y="3336"/>
                  </a:lnTo>
                  <a:lnTo>
                    <a:pt x="1831" y="3092"/>
                  </a:lnTo>
                  <a:lnTo>
                    <a:pt x="2319" y="2807"/>
                  </a:lnTo>
                  <a:lnTo>
                    <a:pt x="2767" y="2523"/>
                  </a:lnTo>
                  <a:lnTo>
                    <a:pt x="3174" y="2197"/>
                  </a:lnTo>
                  <a:lnTo>
                    <a:pt x="3336" y="2035"/>
                  </a:lnTo>
                  <a:lnTo>
                    <a:pt x="3499" y="1831"/>
                  </a:lnTo>
                  <a:lnTo>
                    <a:pt x="3621" y="1587"/>
                  </a:lnTo>
                  <a:lnTo>
                    <a:pt x="3702" y="1343"/>
                  </a:lnTo>
                  <a:lnTo>
                    <a:pt x="3702" y="1140"/>
                  </a:lnTo>
                  <a:lnTo>
                    <a:pt x="3702" y="896"/>
                  </a:lnTo>
                  <a:lnTo>
                    <a:pt x="3662" y="692"/>
                  </a:lnTo>
                  <a:lnTo>
                    <a:pt x="3580" y="489"/>
                  </a:lnTo>
                  <a:lnTo>
                    <a:pt x="3458" y="326"/>
                  </a:lnTo>
                  <a:lnTo>
                    <a:pt x="3296" y="164"/>
                  </a:lnTo>
                  <a:lnTo>
                    <a:pt x="3133" y="82"/>
                  </a:lnTo>
                  <a:lnTo>
                    <a:pt x="28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5"/>
            <p:cNvSpPr/>
            <p:nvPr/>
          </p:nvSpPr>
          <p:spPr>
            <a:xfrm>
              <a:off x="3702386" y="916243"/>
              <a:ext cx="154523" cy="141482"/>
            </a:xfrm>
            <a:custGeom>
              <a:avLst/>
              <a:gdLst/>
              <a:ahLst/>
              <a:cxnLst/>
              <a:rect l="l" t="t" r="r" b="b"/>
              <a:pathLst>
                <a:path w="3377" h="3092" extrusionOk="0">
                  <a:moveTo>
                    <a:pt x="1017" y="0"/>
                  </a:moveTo>
                  <a:lnTo>
                    <a:pt x="854" y="41"/>
                  </a:lnTo>
                  <a:lnTo>
                    <a:pt x="651" y="122"/>
                  </a:lnTo>
                  <a:lnTo>
                    <a:pt x="488" y="244"/>
                  </a:lnTo>
                  <a:lnTo>
                    <a:pt x="326" y="366"/>
                  </a:lnTo>
                  <a:lnTo>
                    <a:pt x="203" y="529"/>
                  </a:lnTo>
                  <a:lnTo>
                    <a:pt x="122" y="692"/>
                  </a:lnTo>
                  <a:lnTo>
                    <a:pt x="41" y="854"/>
                  </a:lnTo>
                  <a:lnTo>
                    <a:pt x="0" y="1058"/>
                  </a:lnTo>
                  <a:lnTo>
                    <a:pt x="0" y="1261"/>
                  </a:lnTo>
                  <a:lnTo>
                    <a:pt x="41" y="1464"/>
                  </a:lnTo>
                  <a:lnTo>
                    <a:pt x="122" y="1627"/>
                  </a:lnTo>
                  <a:lnTo>
                    <a:pt x="244" y="1790"/>
                  </a:lnTo>
                  <a:lnTo>
                    <a:pt x="366" y="1953"/>
                  </a:lnTo>
                  <a:lnTo>
                    <a:pt x="529" y="2075"/>
                  </a:lnTo>
                  <a:lnTo>
                    <a:pt x="895" y="2278"/>
                  </a:lnTo>
                  <a:lnTo>
                    <a:pt x="1424" y="2522"/>
                  </a:lnTo>
                  <a:lnTo>
                    <a:pt x="1993" y="2725"/>
                  </a:lnTo>
                  <a:lnTo>
                    <a:pt x="2563" y="2929"/>
                  </a:lnTo>
                  <a:lnTo>
                    <a:pt x="3132" y="3092"/>
                  </a:lnTo>
                  <a:lnTo>
                    <a:pt x="3214" y="3092"/>
                  </a:lnTo>
                  <a:lnTo>
                    <a:pt x="3295" y="3051"/>
                  </a:lnTo>
                  <a:lnTo>
                    <a:pt x="3336" y="3010"/>
                  </a:lnTo>
                  <a:lnTo>
                    <a:pt x="3376" y="2929"/>
                  </a:lnTo>
                  <a:lnTo>
                    <a:pt x="3376" y="2888"/>
                  </a:lnTo>
                  <a:lnTo>
                    <a:pt x="3376" y="2807"/>
                  </a:lnTo>
                  <a:lnTo>
                    <a:pt x="3336" y="2725"/>
                  </a:lnTo>
                  <a:lnTo>
                    <a:pt x="3254" y="2725"/>
                  </a:lnTo>
                  <a:lnTo>
                    <a:pt x="3173" y="2685"/>
                  </a:lnTo>
                  <a:lnTo>
                    <a:pt x="3254" y="2644"/>
                  </a:lnTo>
                  <a:lnTo>
                    <a:pt x="3295" y="2603"/>
                  </a:lnTo>
                  <a:lnTo>
                    <a:pt x="3336" y="2522"/>
                  </a:lnTo>
                  <a:lnTo>
                    <a:pt x="3336" y="2441"/>
                  </a:lnTo>
                  <a:lnTo>
                    <a:pt x="3173" y="1993"/>
                  </a:lnTo>
                  <a:lnTo>
                    <a:pt x="3051" y="1505"/>
                  </a:lnTo>
                  <a:lnTo>
                    <a:pt x="2807" y="1058"/>
                  </a:lnTo>
                  <a:lnTo>
                    <a:pt x="2563" y="692"/>
                  </a:lnTo>
                  <a:lnTo>
                    <a:pt x="2237" y="366"/>
                  </a:lnTo>
                  <a:lnTo>
                    <a:pt x="2075" y="244"/>
                  </a:lnTo>
                  <a:lnTo>
                    <a:pt x="1871" y="163"/>
                  </a:lnTo>
                  <a:lnTo>
                    <a:pt x="1668" y="81"/>
                  </a:lnTo>
                  <a:lnTo>
                    <a:pt x="1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5"/>
            <p:cNvSpPr/>
            <p:nvPr/>
          </p:nvSpPr>
          <p:spPr>
            <a:xfrm>
              <a:off x="3873615" y="923655"/>
              <a:ext cx="139652" cy="221558"/>
            </a:xfrm>
            <a:custGeom>
              <a:avLst/>
              <a:gdLst/>
              <a:ahLst/>
              <a:cxnLst/>
              <a:rect l="l" t="t" r="r" b="b"/>
              <a:pathLst>
                <a:path w="3052" h="4842" extrusionOk="0">
                  <a:moveTo>
                    <a:pt x="2115" y="1"/>
                  </a:moveTo>
                  <a:lnTo>
                    <a:pt x="1871" y="42"/>
                  </a:lnTo>
                  <a:lnTo>
                    <a:pt x="1627" y="164"/>
                  </a:lnTo>
                  <a:lnTo>
                    <a:pt x="1424" y="326"/>
                  </a:lnTo>
                  <a:lnTo>
                    <a:pt x="1221" y="530"/>
                  </a:lnTo>
                  <a:lnTo>
                    <a:pt x="855" y="977"/>
                  </a:lnTo>
                  <a:lnTo>
                    <a:pt x="570" y="1465"/>
                  </a:lnTo>
                  <a:lnTo>
                    <a:pt x="326" y="1994"/>
                  </a:lnTo>
                  <a:lnTo>
                    <a:pt x="122" y="2604"/>
                  </a:lnTo>
                  <a:lnTo>
                    <a:pt x="41" y="3255"/>
                  </a:lnTo>
                  <a:lnTo>
                    <a:pt x="0" y="3906"/>
                  </a:lnTo>
                  <a:lnTo>
                    <a:pt x="82" y="4557"/>
                  </a:lnTo>
                  <a:lnTo>
                    <a:pt x="82" y="4638"/>
                  </a:lnTo>
                  <a:lnTo>
                    <a:pt x="122" y="4719"/>
                  </a:lnTo>
                  <a:lnTo>
                    <a:pt x="163" y="4801"/>
                  </a:lnTo>
                  <a:lnTo>
                    <a:pt x="285" y="4841"/>
                  </a:lnTo>
                  <a:lnTo>
                    <a:pt x="366" y="4801"/>
                  </a:lnTo>
                  <a:lnTo>
                    <a:pt x="895" y="4435"/>
                  </a:lnTo>
                  <a:lnTo>
                    <a:pt x="1343" y="4028"/>
                  </a:lnTo>
                  <a:lnTo>
                    <a:pt x="1790" y="3621"/>
                  </a:lnTo>
                  <a:lnTo>
                    <a:pt x="2197" y="3133"/>
                  </a:lnTo>
                  <a:lnTo>
                    <a:pt x="2522" y="2645"/>
                  </a:lnTo>
                  <a:lnTo>
                    <a:pt x="2807" y="2116"/>
                  </a:lnTo>
                  <a:lnTo>
                    <a:pt x="2888" y="1831"/>
                  </a:lnTo>
                  <a:lnTo>
                    <a:pt x="2970" y="1547"/>
                  </a:lnTo>
                  <a:lnTo>
                    <a:pt x="3010" y="1221"/>
                  </a:lnTo>
                  <a:lnTo>
                    <a:pt x="3051" y="936"/>
                  </a:lnTo>
                  <a:lnTo>
                    <a:pt x="3010" y="692"/>
                  </a:lnTo>
                  <a:lnTo>
                    <a:pt x="2929" y="448"/>
                  </a:lnTo>
                  <a:lnTo>
                    <a:pt x="2807" y="245"/>
                  </a:lnTo>
                  <a:lnTo>
                    <a:pt x="2604" y="123"/>
                  </a:lnTo>
                  <a:lnTo>
                    <a:pt x="236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5"/>
            <p:cNvSpPr/>
            <p:nvPr/>
          </p:nvSpPr>
          <p:spPr>
            <a:xfrm>
              <a:off x="3761918" y="1163797"/>
              <a:ext cx="175022" cy="145189"/>
            </a:xfrm>
            <a:custGeom>
              <a:avLst/>
              <a:gdLst/>
              <a:ahLst/>
              <a:cxnLst/>
              <a:rect l="l" t="t" r="r" b="b"/>
              <a:pathLst>
                <a:path w="3825" h="3173" extrusionOk="0">
                  <a:moveTo>
                    <a:pt x="692" y="0"/>
                  </a:moveTo>
                  <a:lnTo>
                    <a:pt x="489" y="81"/>
                  </a:lnTo>
                  <a:lnTo>
                    <a:pt x="285" y="203"/>
                  </a:lnTo>
                  <a:lnTo>
                    <a:pt x="163" y="366"/>
                  </a:lnTo>
                  <a:lnTo>
                    <a:pt x="41" y="610"/>
                  </a:lnTo>
                  <a:lnTo>
                    <a:pt x="1" y="814"/>
                  </a:lnTo>
                  <a:lnTo>
                    <a:pt x="41" y="1058"/>
                  </a:lnTo>
                  <a:lnTo>
                    <a:pt x="123" y="1261"/>
                  </a:lnTo>
                  <a:lnTo>
                    <a:pt x="245" y="1505"/>
                  </a:lnTo>
                  <a:lnTo>
                    <a:pt x="367" y="1708"/>
                  </a:lnTo>
                  <a:lnTo>
                    <a:pt x="692" y="2075"/>
                  </a:lnTo>
                  <a:lnTo>
                    <a:pt x="1099" y="2359"/>
                  </a:lnTo>
                  <a:lnTo>
                    <a:pt x="1506" y="2644"/>
                  </a:lnTo>
                  <a:lnTo>
                    <a:pt x="1994" y="2888"/>
                  </a:lnTo>
                  <a:lnTo>
                    <a:pt x="2523" y="3051"/>
                  </a:lnTo>
                  <a:lnTo>
                    <a:pt x="3051" y="3132"/>
                  </a:lnTo>
                  <a:lnTo>
                    <a:pt x="3621" y="3173"/>
                  </a:lnTo>
                  <a:lnTo>
                    <a:pt x="3702" y="3173"/>
                  </a:lnTo>
                  <a:lnTo>
                    <a:pt x="3743" y="3132"/>
                  </a:lnTo>
                  <a:lnTo>
                    <a:pt x="3824" y="3010"/>
                  </a:lnTo>
                  <a:lnTo>
                    <a:pt x="3824" y="2888"/>
                  </a:lnTo>
                  <a:lnTo>
                    <a:pt x="3743" y="2807"/>
                  </a:lnTo>
                  <a:lnTo>
                    <a:pt x="3784" y="2725"/>
                  </a:lnTo>
                  <a:lnTo>
                    <a:pt x="3784" y="2603"/>
                  </a:lnTo>
                  <a:lnTo>
                    <a:pt x="3540" y="2115"/>
                  </a:lnTo>
                  <a:lnTo>
                    <a:pt x="3255" y="1708"/>
                  </a:lnTo>
                  <a:lnTo>
                    <a:pt x="2970" y="1302"/>
                  </a:lnTo>
                  <a:lnTo>
                    <a:pt x="2604" y="895"/>
                  </a:lnTo>
                  <a:lnTo>
                    <a:pt x="2279" y="570"/>
                  </a:lnTo>
                  <a:lnTo>
                    <a:pt x="1831" y="285"/>
                  </a:lnTo>
                  <a:lnTo>
                    <a:pt x="1628" y="122"/>
                  </a:lnTo>
                  <a:lnTo>
                    <a:pt x="1384" y="41"/>
                  </a:lnTo>
                  <a:lnTo>
                    <a:pt x="11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5"/>
            <p:cNvSpPr/>
            <p:nvPr/>
          </p:nvSpPr>
          <p:spPr>
            <a:xfrm>
              <a:off x="3938729" y="1305238"/>
              <a:ext cx="186187" cy="141482"/>
            </a:xfrm>
            <a:custGeom>
              <a:avLst/>
              <a:gdLst/>
              <a:ahLst/>
              <a:cxnLst/>
              <a:rect l="l" t="t" r="r" b="b"/>
              <a:pathLst>
                <a:path w="4069" h="3092" extrusionOk="0">
                  <a:moveTo>
                    <a:pt x="2767" y="0"/>
                  </a:moveTo>
                  <a:lnTo>
                    <a:pt x="2523" y="82"/>
                  </a:lnTo>
                  <a:lnTo>
                    <a:pt x="2279" y="204"/>
                  </a:lnTo>
                  <a:lnTo>
                    <a:pt x="1831" y="489"/>
                  </a:lnTo>
                  <a:lnTo>
                    <a:pt x="1425" y="814"/>
                  </a:lnTo>
                  <a:lnTo>
                    <a:pt x="1059" y="1221"/>
                  </a:lnTo>
                  <a:lnTo>
                    <a:pt x="733" y="1668"/>
                  </a:lnTo>
                  <a:lnTo>
                    <a:pt x="489" y="2116"/>
                  </a:lnTo>
                  <a:lnTo>
                    <a:pt x="286" y="2604"/>
                  </a:lnTo>
                  <a:lnTo>
                    <a:pt x="164" y="2604"/>
                  </a:lnTo>
                  <a:lnTo>
                    <a:pt x="123" y="2644"/>
                  </a:lnTo>
                  <a:lnTo>
                    <a:pt x="42" y="2685"/>
                  </a:lnTo>
                  <a:lnTo>
                    <a:pt x="1" y="2766"/>
                  </a:lnTo>
                  <a:lnTo>
                    <a:pt x="1" y="2848"/>
                  </a:lnTo>
                  <a:lnTo>
                    <a:pt x="42" y="2929"/>
                  </a:lnTo>
                  <a:lnTo>
                    <a:pt x="82" y="2970"/>
                  </a:lnTo>
                  <a:lnTo>
                    <a:pt x="164" y="3010"/>
                  </a:lnTo>
                  <a:lnTo>
                    <a:pt x="733" y="3051"/>
                  </a:lnTo>
                  <a:lnTo>
                    <a:pt x="1343" y="3092"/>
                  </a:lnTo>
                  <a:lnTo>
                    <a:pt x="1953" y="3010"/>
                  </a:lnTo>
                  <a:lnTo>
                    <a:pt x="2238" y="2929"/>
                  </a:lnTo>
                  <a:lnTo>
                    <a:pt x="2523" y="2848"/>
                  </a:lnTo>
                  <a:lnTo>
                    <a:pt x="2930" y="2604"/>
                  </a:lnTo>
                  <a:lnTo>
                    <a:pt x="3336" y="2319"/>
                  </a:lnTo>
                  <a:lnTo>
                    <a:pt x="3499" y="2156"/>
                  </a:lnTo>
                  <a:lnTo>
                    <a:pt x="3662" y="1994"/>
                  </a:lnTo>
                  <a:lnTo>
                    <a:pt x="3784" y="1790"/>
                  </a:lnTo>
                  <a:lnTo>
                    <a:pt x="3906" y="1546"/>
                  </a:lnTo>
                  <a:lnTo>
                    <a:pt x="3987" y="1302"/>
                  </a:lnTo>
                  <a:lnTo>
                    <a:pt x="4069" y="1058"/>
                  </a:lnTo>
                  <a:lnTo>
                    <a:pt x="4069" y="814"/>
                  </a:lnTo>
                  <a:lnTo>
                    <a:pt x="4028" y="570"/>
                  </a:lnTo>
                  <a:lnTo>
                    <a:pt x="3906" y="367"/>
                  </a:lnTo>
                  <a:lnTo>
                    <a:pt x="3743" y="204"/>
                  </a:lnTo>
                  <a:lnTo>
                    <a:pt x="3540" y="82"/>
                  </a:lnTo>
                  <a:lnTo>
                    <a:pt x="32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5"/>
            <p:cNvSpPr/>
            <p:nvPr/>
          </p:nvSpPr>
          <p:spPr>
            <a:xfrm>
              <a:off x="3918275" y="1608618"/>
              <a:ext cx="193600" cy="175022"/>
            </a:xfrm>
            <a:custGeom>
              <a:avLst/>
              <a:gdLst/>
              <a:ahLst/>
              <a:cxnLst/>
              <a:rect l="l" t="t" r="r" b="b"/>
              <a:pathLst>
                <a:path w="4231" h="3825" extrusionOk="0">
                  <a:moveTo>
                    <a:pt x="3173" y="1"/>
                  </a:moveTo>
                  <a:lnTo>
                    <a:pt x="2807" y="41"/>
                  </a:lnTo>
                  <a:lnTo>
                    <a:pt x="2441" y="163"/>
                  </a:lnTo>
                  <a:lnTo>
                    <a:pt x="2075" y="367"/>
                  </a:lnTo>
                  <a:lnTo>
                    <a:pt x="1750" y="611"/>
                  </a:lnTo>
                  <a:lnTo>
                    <a:pt x="1424" y="855"/>
                  </a:lnTo>
                  <a:lnTo>
                    <a:pt x="1180" y="1140"/>
                  </a:lnTo>
                  <a:lnTo>
                    <a:pt x="977" y="1424"/>
                  </a:lnTo>
                  <a:lnTo>
                    <a:pt x="773" y="1709"/>
                  </a:lnTo>
                  <a:lnTo>
                    <a:pt x="570" y="2034"/>
                  </a:lnTo>
                  <a:lnTo>
                    <a:pt x="407" y="2401"/>
                  </a:lnTo>
                  <a:lnTo>
                    <a:pt x="245" y="2767"/>
                  </a:lnTo>
                  <a:lnTo>
                    <a:pt x="1" y="3580"/>
                  </a:lnTo>
                  <a:lnTo>
                    <a:pt x="1" y="3661"/>
                  </a:lnTo>
                  <a:lnTo>
                    <a:pt x="82" y="3784"/>
                  </a:lnTo>
                  <a:lnTo>
                    <a:pt x="163" y="3824"/>
                  </a:lnTo>
                  <a:lnTo>
                    <a:pt x="245" y="3824"/>
                  </a:lnTo>
                  <a:lnTo>
                    <a:pt x="773" y="3702"/>
                  </a:lnTo>
                  <a:lnTo>
                    <a:pt x="1262" y="3580"/>
                  </a:lnTo>
                  <a:lnTo>
                    <a:pt x="1790" y="3417"/>
                  </a:lnTo>
                  <a:lnTo>
                    <a:pt x="2278" y="3214"/>
                  </a:lnTo>
                  <a:lnTo>
                    <a:pt x="2726" y="2970"/>
                  </a:lnTo>
                  <a:lnTo>
                    <a:pt x="3173" y="2685"/>
                  </a:lnTo>
                  <a:lnTo>
                    <a:pt x="3539" y="2319"/>
                  </a:lnTo>
                  <a:lnTo>
                    <a:pt x="3905" y="1912"/>
                  </a:lnTo>
                  <a:lnTo>
                    <a:pt x="4068" y="1587"/>
                  </a:lnTo>
                  <a:lnTo>
                    <a:pt x="4190" y="1221"/>
                  </a:lnTo>
                  <a:lnTo>
                    <a:pt x="4231" y="1058"/>
                  </a:lnTo>
                  <a:lnTo>
                    <a:pt x="4231" y="855"/>
                  </a:lnTo>
                  <a:lnTo>
                    <a:pt x="4190" y="651"/>
                  </a:lnTo>
                  <a:lnTo>
                    <a:pt x="4109" y="489"/>
                  </a:lnTo>
                  <a:lnTo>
                    <a:pt x="3987" y="326"/>
                  </a:lnTo>
                  <a:lnTo>
                    <a:pt x="3865" y="204"/>
                  </a:lnTo>
                  <a:lnTo>
                    <a:pt x="3702" y="123"/>
                  </a:lnTo>
                  <a:lnTo>
                    <a:pt x="3539" y="41"/>
                  </a:lnTo>
                  <a:lnTo>
                    <a:pt x="33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5"/>
            <p:cNvSpPr/>
            <p:nvPr/>
          </p:nvSpPr>
          <p:spPr>
            <a:xfrm>
              <a:off x="4117417" y="882701"/>
              <a:ext cx="482147" cy="1105638"/>
            </a:xfrm>
            <a:custGeom>
              <a:avLst/>
              <a:gdLst/>
              <a:ahLst/>
              <a:cxnLst/>
              <a:rect l="l" t="t" r="r" b="b"/>
              <a:pathLst>
                <a:path w="10537" h="24163" extrusionOk="0">
                  <a:moveTo>
                    <a:pt x="8909" y="1"/>
                  </a:moveTo>
                  <a:lnTo>
                    <a:pt x="8665" y="42"/>
                  </a:lnTo>
                  <a:lnTo>
                    <a:pt x="8421" y="123"/>
                  </a:lnTo>
                  <a:lnTo>
                    <a:pt x="8177" y="245"/>
                  </a:lnTo>
                  <a:lnTo>
                    <a:pt x="7973" y="367"/>
                  </a:lnTo>
                  <a:lnTo>
                    <a:pt x="7689" y="570"/>
                  </a:lnTo>
                  <a:lnTo>
                    <a:pt x="7485" y="814"/>
                  </a:lnTo>
                  <a:lnTo>
                    <a:pt x="7282" y="1059"/>
                  </a:lnTo>
                  <a:lnTo>
                    <a:pt x="7119" y="1303"/>
                  </a:lnTo>
                  <a:lnTo>
                    <a:pt x="6957" y="1547"/>
                  </a:lnTo>
                  <a:lnTo>
                    <a:pt x="6834" y="1872"/>
                  </a:lnTo>
                  <a:lnTo>
                    <a:pt x="6631" y="2482"/>
                  </a:lnTo>
                  <a:lnTo>
                    <a:pt x="6550" y="2848"/>
                  </a:lnTo>
                  <a:lnTo>
                    <a:pt x="6509" y="3255"/>
                  </a:lnTo>
                  <a:lnTo>
                    <a:pt x="6468" y="4028"/>
                  </a:lnTo>
                  <a:lnTo>
                    <a:pt x="6387" y="5655"/>
                  </a:lnTo>
                  <a:lnTo>
                    <a:pt x="6306" y="6468"/>
                  </a:lnTo>
                  <a:lnTo>
                    <a:pt x="6224" y="6835"/>
                  </a:lnTo>
                  <a:lnTo>
                    <a:pt x="6102" y="7201"/>
                  </a:lnTo>
                  <a:lnTo>
                    <a:pt x="5980" y="7567"/>
                  </a:lnTo>
                  <a:lnTo>
                    <a:pt x="5818" y="7933"/>
                  </a:lnTo>
                  <a:lnTo>
                    <a:pt x="5574" y="8258"/>
                  </a:lnTo>
                  <a:lnTo>
                    <a:pt x="5329" y="8584"/>
                  </a:lnTo>
                  <a:lnTo>
                    <a:pt x="4882" y="9031"/>
                  </a:lnTo>
                  <a:lnTo>
                    <a:pt x="4353" y="9438"/>
                  </a:lnTo>
                  <a:lnTo>
                    <a:pt x="3865" y="9845"/>
                  </a:lnTo>
                  <a:lnTo>
                    <a:pt x="3336" y="10251"/>
                  </a:lnTo>
                  <a:lnTo>
                    <a:pt x="2889" y="10699"/>
                  </a:lnTo>
                  <a:lnTo>
                    <a:pt x="2686" y="10943"/>
                  </a:lnTo>
                  <a:lnTo>
                    <a:pt x="2523" y="11187"/>
                  </a:lnTo>
                  <a:lnTo>
                    <a:pt x="2360" y="11472"/>
                  </a:lnTo>
                  <a:lnTo>
                    <a:pt x="2238" y="11756"/>
                  </a:lnTo>
                  <a:lnTo>
                    <a:pt x="2157" y="12082"/>
                  </a:lnTo>
                  <a:lnTo>
                    <a:pt x="2116" y="12407"/>
                  </a:lnTo>
                  <a:lnTo>
                    <a:pt x="2116" y="12855"/>
                  </a:lnTo>
                  <a:lnTo>
                    <a:pt x="2157" y="13261"/>
                  </a:lnTo>
                  <a:lnTo>
                    <a:pt x="2319" y="14075"/>
                  </a:lnTo>
                  <a:lnTo>
                    <a:pt x="2523" y="14848"/>
                  </a:lnTo>
                  <a:lnTo>
                    <a:pt x="2563" y="15254"/>
                  </a:lnTo>
                  <a:lnTo>
                    <a:pt x="2604" y="15661"/>
                  </a:lnTo>
                  <a:lnTo>
                    <a:pt x="2563" y="16027"/>
                  </a:lnTo>
                  <a:lnTo>
                    <a:pt x="2523" y="16393"/>
                  </a:lnTo>
                  <a:lnTo>
                    <a:pt x="2441" y="16719"/>
                  </a:lnTo>
                  <a:lnTo>
                    <a:pt x="2319" y="17044"/>
                  </a:lnTo>
                  <a:lnTo>
                    <a:pt x="2035" y="17654"/>
                  </a:lnTo>
                  <a:lnTo>
                    <a:pt x="1669" y="18265"/>
                  </a:lnTo>
                  <a:lnTo>
                    <a:pt x="936" y="19444"/>
                  </a:lnTo>
                  <a:lnTo>
                    <a:pt x="570" y="20014"/>
                  </a:lnTo>
                  <a:lnTo>
                    <a:pt x="286" y="20664"/>
                  </a:lnTo>
                  <a:lnTo>
                    <a:pt x="164" y="20990"/>
                  </a:lnTo>
                  <a:lnTo>
                    <a:pt x="82" y="21356"/>
                  </a:lnTo>
                  <a:lnTo>
                    <a:pt x="1" y="21722"/>
                  </a:lnTo>
                  <a:lnTo>
                    <a:pt x="1" y="22088"/>
                  </a:lnTo>
                  <a:lnTo>
                    <a:pt x="1" y="22454"/>
                  </a:lnTo>
                  <a:lnTo>
                    <a:pt x="82" y="22820"/>
                  </a:lnTo>
                  <a:lnTo>
                    <a:pt x="204" y="23186"/>
                  </a:lnTo>
                  <a:lnTo>
                    <a:pt x="408" y="23471"/>
                  </a:lnTo>
                  <a:lnTo>
                    <a:pt x="652" y="23756"/>
                  </a:lnTo>
                  <a:lnTo>
                    <a:pt x="936" y="23959"/>
                  </a:lnTo>
                  <a:lnTo>
                    <a:pt x="1262" y="24081"/>
                  </a:lnTo>
                  <a:lnTo>
                    <a:pt x="1587" y="24163"/>
                  </a:lnTo>
                  <a:lnTo>
                    <a:pt x="1913" y="24122"/>
                  </a:lnTo>
                  <a:lnTo>
                    <a:pt x="2238" y="24041"/>
                  </a:lnTo>
                  <a:lnTo>
                    <a:pt x="2523" y="23878"/>
                  </a:lnTo>
                  <a:lnTo>
                    <a:pt x="2808" y="23674"/>
                  </a:lnTo>
                  <a:lnTo>
                    <a:pt x="3092" y="23349"/>
                  </a:lnTo>
                  <a:lnTo>
                    <a:pt x="3296" y="23024"/>
                  </a:lnTo>
                  <a:lnTo>
                    <a:pt x="3458" y="22658"/>
                  </a:lnTo>
                  <a:lnTo>
                    <a:pt x="3580" y="22291"/>
                  </a:lnTo>
                  <a:lnTo>
                    <a:pt x="3865" y="21519"/>
                  </a:lnTo>
                  <a:lnTo>
                    <a:pt x="4028" y="21193"/>
                  </a:lnTo>
                  <a:lnTo>
                    <a:pt x="4231" y="20827"/>
                  </a:lnTo>
                  <a:lnTo>
                    <a:pt x="4475" y="20542"/>
                  </a:lnTo>
                  <a:lnTo>
                    <a:pt x="4719" y="20258"/>
                  </a:lnTo>
                  <a:lnTo>
                    <a:pt x="5004" y="20014"/>
                  </a:lnTo>
                  <a:lnTo>
                    <a:pt x="5289" y="19770"/>
                  </a:lnTo>
                  <a:lnTo>
                    <a:pt x="5899" y="19363"/>
                  </a:lnTo>
                  <a:lnTo>
                    <a:pt x="6550" y="18956"/>
                  </a:lnTo>
                  <a:lnTo>
                    <a:pt x="7160" y="18509"/>
                  </a:lnTo>
                  <a:lnTo>
                    <a:pt x="7770" y="18061"/>
                  </a:lnTo>
                  <a:lnTo>
                    <a:pt x="8055" y="17817"/>
                  </a:lnTo>
                  <a:lnTo>
                    <a:pt x="8299" y="17573"/>
                  </a:lnTo>
                  <a:lnTo>
                    <a:pt x="8543" y="17288"/>
                  </a:lnTo>
                  <a:lnTo>
                    <a:pt x="8787" y="16963"/>
                  </a:lnTo>
                  <a:lnTo>
                    <a:pt x="8990" y="16637"/>
                  </a:lnTo>
                  <a:lnTo>
                    <a:pt x="9112" y="16312"/>
                  </a:lnTo>
                  <a:lnTo>
                    <a:pt x="9194" y="15946"/>
                  </a:lnTo>
                  <a:lnTo>
                    <a:pt x="9275" y="15621"/>
                  </a:lnTo>
                  <a:lnTo>
                    <a:pt x="9275" y="15254"/>
                  </a:lnTo>
                  <a:lnTo>
                    <a:pt x="9234" y="14888"/>
                  </a:lnTo>
                  <a:lnTo>
                    <a:pt x="9153" y="14563"/>
                  </a:lnTo>
                  <a:lnTo>
                    <a:pt x="9031" y="14197"/>
                  </a:lnTo>
                  <a:lnTo>
                    <a:pt x="8746" y="13546"/>
                  </a:lnTo>
                  <a:lnTo>
                    <a:pt x="8421" y="12895"/>
                  </a:lnTo>
                  <a:lnTo>
                    <a:pt x="8299" y="12529"/>
                  </a:lnTo>
                  <a:lnTo>
                    <a:pt x="8217" y="12204"/>
                  </a:lnTo>
                  <a:lnTo>
                    <a:pt x="8177" y="11838"/>
                  </a:lnTo>
                  <a:lnTo>
                    <a:pt x="8217" y="11472"/>
                  </a:lnTo>
                  <a:lnTo>
                    <a:pt x="8340" y="11187"/>
                  </a:lnTo>
                  <a:lnTo>
                    <a:pt x="8462" y="10902"/>
                  </a:lnTo>
                  <a:lnTo>
                    <a:pt x="8624" y="10658"/>
                  </a:lnTo>
                  <a:lnTo>
                    <a:pt x="8828" y="10414"/>
                  </a:lnTo>
                  <a:lnTo>
                    <a:pt x="9275" y="9926"/>
                  </a:lnTo>
                  <a:lnTo>
                    <a:pt x="9722" y="9478"/>
                  </a:lnTo>
                  <a:lnTo>
                    <a:pt x="10089" y="8950"/>
                  </a:lnTo>
                  <a:lnTo>
                    <a:pt x="10251" y="8706"/>
                  </a:lnTo>
                  <a:lnTo>
                    <a:pt x="10373" y="8421"/>
                  </a:lnTo>
                  <a:lnTo>
                    <a:pt x="10455" y="8136"/>
                  </a:lnTo>
                  <a:lnTo>
                    <a:pt x="10536" y="7851"/>
                  </a:lnTo>
                  <a:lnTo>
                    <a:pt x="10536" y="7567"/>
                  </a:lnTo>
                  <a:lnTo>
                    <a:pt x="10536" y="7241"/>
                  </a:lnTo>
                  <a:lnTo>
                    <a:pt x="10455" y="6916"/>
                  </a:lnTo>
                  <a:lnTo>
                    <a:pt x="10373" y="6550"/>
                  </a:lnTo>
                  <a:lnTo>
                    <a:pt x="10170" y="5940"/>
                  </a:lnTo>
                  <a:lnTo>
                    <a:pt x="9885" y="5289"/>
                  </a:lnTo>
                  <a:lnTo>
                    <a:pt x="9641" y="4638"/>
                  </a:lnTo>
                  <a:lnTo>
                    <a:pt x="9519" y="4353"/>
                  </a:lnTo>
                  <a:lnTo>
                    <a:pt x="9438" y="4028"/>
                  </a:lnTo>
                  <a:lnTo>
                    <a:pt x="9356" y="3702"/>
                  </a:lnTo>
                  <a:lnTo>
                    <a:pt x="9356" y="3336"/>
                  </a:lnTo>
                  <a:lnTo>
                    <a:pt x="9397" y="2970"/>
                  </a:lnTo>
                  <a:lnTo>
                    <a:pt x="9519" y="2604"/>
                  </a:lnTo>
                  <a:lnTo>
                    <a:pt x="9804" y="1913"/>
                  </a:lnTo>
                  <a:lnTo>
                    <a:pt x="9926" y="1547"/>
                  </a:lnTo>
                  <a:lnTo>
                    <a:pt x="9967" y="1221"/>
                  </a:lnTo>
                  <a:lnTo>
                    <a:pt x="9967" y="855"/>
                  </a:lnTo>
                  <a:lnTo>
                    <a:pt x="9926" y="692"/>
                  </a:lnTo>
                  <a:lnTo>
                    <a:pt x="9845" y="530"/>
                  </a:lnTo>
                  <a:lnTo>
                    <a:pt x="9845" y="489"/>
                  </a:lnTo>
                  <a:lnTo>
                    <a:pt x="9804" y="448"/>
                  </a:lnTo>
                  <a:lnTo>
                    <a:pt x="9600" y="245"/>
                  </a:lnTo>
                  <a:lnTo>
                    <a:pt x="9397" y="82"/>
                  </a:lnTo>
                  <a:lnTo>
                    <a:pt x="9153" y="42"/>
                  </a:lnTo>
                  <a:lnTo>
                    <a:pt x="89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5"/>
            <p:cNvSpPr/>
            <p:nvPr/>
          </p:nvSpPr>
          <p:spPr>
            <a:xfrm>
              <a:off x="3564652" y="1742645"/>
              <a:ext cx="286671" cy="124735"/>
            </a:xfrm>
            <a:custGeom>
              <a:avLst/>
              <a:gdLst/>
              <a:ahLst/>
              <a:cxnLst/>
              <a:rect l="l" t="t" r="r" b="b"/>
              <a:pathLst>
                <a:path w="6265" h="2726" extrusionOk="0">
                  <a:moveTo>
                    <a:pt x="936" y="0"/>
                  </a:moveTo>
                  <a:lnTo>
                    <a:pt x="651" y="82"/>
                  </a:lnTo>
                  <a:lnTo>
                    <a:pt x="407" y="204"/>
                  </a:lnTo>
                  <a:lnTo>
                    <a:pt x="203" y="366"/>
                  </a:lnTo>
                  <a:lnTo>
                    <a:pt x="81" y="570"/>
                  </a:lnTo>
                  <a:lnTo>
                    <a:pt x="0" y="855"/>
                  </a:lnTo>
                  <a:lnTo>
                    <a:pt x="0" y="1139"/>
                  </a:lnTo>
                  <a:lnTo>
                    <a:pt x="81" y="1424"/>
                  </a:lnTo>
                  <a:lnTo>
                    <a:pt x="244" y="1627"/>
                  </a:lnTo>
                  <a:lnTo>
                    <a:pt x="407" y="1831"/>
                  </a:lnTo>
                  <a:lnTo>
                    <a:pt x="651" y="1993"/>
                  </a:lnTo>
                  <a:lnTo>
                    <a:pt x="936" y="2115"/>
                  </a:lnTo>
                  <a:lnTo>
                    <a:pt x="1180" y="2197"/>
                  </a:lnTo>
                  <a:lnTo>
                    <a:pt x="1424" y="2278"/>
                  </a:lnTo>
                  <a:lnTo>
                    <a:pt x="1871" y="2319"/>
                  </a:lnTo>
                  <a:lnTo>
                    <a:pt x="2278" y="2360"/>
                  </a:lnTo>
                  <a:lnTo>
                    <a:pt x="3783" y="2482"/>
                  </a:lnTo>
                  <a:lnTo>
                    <a:pt x="5247" y="2604"/>
                  </a:lnTo>
                  <a:lnTo>
                    <a:pt x="5776" y="2644"/>
                  </a:lnTo>
                  <a:lnTo>
                    <a:pt x="5898" y="2685"/>
                  </a:lnTo>
                  <a:lnTo>
                    <a:pt x="5979" y="2685"/>
                  </a:lnTo>
                  <a:lnTo>
                    <a:pt x="6061" y="2726"/>
                  </a:lnTo>
                  <a:lnTo>
                    <a:pt x="6142" y="2685"/>
                  </a:lnTo>
                  <a:lnTo>
                    <a:pt x="6224" y="2604"/>
                  </a:lnTo>
                  <a:lnTo>
                    <a:pt x="6264" y="2522"/>
                  </a:lnTo>
                  <a:lnTo>
                    <a:pt x="6264" y="2360"/>
                  </a:lnTo>
                  <a:lnTo>
                    <a:pt x="6224" y="2238"/>
                  </a:lnTo>
                  <a:lnTo>
                    <a:pt x="6142" y="2156"/>
                  </a:lnTo>
                  <a:lnTo>
                    <a:pt x="5898" y="2034"/>
                  </a:lnTo>
                  <a:lnTo>
                    <a:pt x="5654" y="1871"/>
                  </a:lnTo>
                  <a:lnTo>
                    <a:pt x="5207" y="1505"/>
                  </a:lnTo>
                  <a:lnTo>
                    <a:pt x="4759" y="1099"/>
                  </a:lnTo>
                  <a:lnTo>
                    <a:pt x="4515" y="936"/>
                  </a:lnTo>
                  <a:lnTo>
                    <a:pt x="4271" y="773"/>
                  </a:lnTo>
                  <a:lnTo>
                    <a:pt x="3661" y="488"/>
                  </a:lnTo>
                  <a:lnTo>
                    <a:pt x="3051" y="244"/>
                  </a:lnTo>
                  <a:lnTo>
                    <a:pt x="2400" y="122"/>
                  </a:lnTo>
                  <a:lnTo>
                    <a:pt x="1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5"/>
            <p:cNvSpPr/>
            <p:nvPr/>
          </p:nvSpPr>
          <p:spPr>
            <a:xfrm>
              <a:off x="3745170" y="1428100"/>
              <a:ext cx="113570" cy="336912"/>
            </a:xfrm>
            <a:custGeom>
              <a:avLst/>
              <a:gdLst/>
              <a:ahLst/>
              <a:cxnLst/>
              <a:rect l="l" t="t" r="r" b="b"/>
              <a:pathLst>
                <a:path w="2482" h="7363" extrusionOk="0">
                  <a:moveTo>
                    <a:pt x="814" y="0"/>
                  </a:moveTo>
                  <a:lnTo>
                    <a:pt x="651" y="81"/>
                  </a:lnTo>
                  <a:lnTo>
                    <a:pt x="529" y="163"/>
                  </a:lnTo>
                  <a:lnTo>
                    <a:pt x="407" y="285"/>
                  </a:lnTo>
                  <a:lnTo>
                    <a:pt x="245" y="529"/>
                  </a:lnTo>
                  <a:lnTo>
                    <a:pt x="123" y="854"/>
                  </a:lnTo>
                  <a:lnTo>
                    <a:pt x="82" y="1139"/>
                  </a:lnTo>
                  <a:lnTo>
                    <a:pt x="1" y="1953"/>
                  </a:lnTo>
                  <a:lnTo>
                    <a:pt x="1" y="2725"/>
                  </a:lnTo>
                  <a:lnTo>
                    <a:pt x="41" y="3539"/>
                  </a:lnTo>
                  <a:lnTo>
                    <a:pt x="123" y="4312"/>
                  </a:lnTo>
                  <a:lnTo>
                    <a:pt x="285" y="5125"/>
                  </a:lnTo>
                  <a:lnTo>
                    <a:pt x="489" y="5939"/>
                  </a:lnTo>
                  <a:lnTo>
                    <a:pt x="692" y="6630"/>
                  </a:lnTo>
                  <a:lnTo>
                    <a:pt x="855" y="6956"/>
                  </a:lnTo>
                  <a:lnTo>
                    <a:pt x="936" y="7118"/>
                  </a:lnTo>
                  <a:lnTo>
                    <a:pt x="1058" y="7240"/>
                  </a:lnTo>
                  <a:lnTo>
                    <a:pt x="1180" y="7322"/>
                  </a:lnTo>
                  <a:lnTo>
                    <a:pt x="1262" y="7362"/>
                  </a:lnTo>
                  <a:lnTo>
                    <a:pt x="1343" y="7362"/>
                  </a:lnTo>
                  <a:lnTo>
                    <a:pt x="1384" y="7322"/>
                  </a:lnTo>
                  <a:lnTo>
                    <a:pt x="1506" y="7200"/>
                  </a:lnTo>
                  <a:lnTo>
                    <a:pt x="1628" y="6996"/>
                  </a:lnTo>
                  <a:lnTo>
                    <a:pt x="1750" y="6549"/>
                  </a:lnTo>
                  <a:lnTo>
                    <a:pt x="1790" y="6183"/>
                  </a:lnTo>
                  <a:lnTo>
                    <a:pt x="1953" y="5207"/>
                  </a:lnTo>
                  <a:lnTo>
                    <a:pt x="2157" y="4190"/>
                  </a:lnTo>
                  <a:lnTo>
                    <a:pt x="2401" y="3295"/>
                  </a:lnTo>
                  <a:lnTo>
                    <a:pt x="2441" y="2807"/>
                  </a:lnTo>
                  <a:lnTo>
                    <a:pt x="2482" y="2319"/>
                  </a:lnTo>
                  <a:lnTo>
                    <a:pt x="2482" y="1871"/>
                  </a:lnTo>
                  <a:lnTo>
                    <a:pt x="2401" y="1424"/>
                  </a:lnTo>
                  <a:lnTo>
                    <a:pt x="2238" y="976"/>
                  </a:lnTo>
                  <a:lnTo>
                    <a:pt x="1994" y="570"/>
                  </a:lnTo>
                  <a:lnTo>
                    <a:pt x="1953" y="529"/>
                  </a:lnTo>
                  <a:lnTo>
                    <a:pt x="1709" y="244"/>
                  </a:lnTo>
                  <a:lnTo>
                    <a:pt x="1546" y="122"/>
                  </a:lnTo>
                  <a:lnTo>
                    <a:pt x="1384" y="41"/>
                  </a:lnTo>
                  <a:lnTo>
                    <a:pt x="11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5"/>
            <p:cNvSpPr/>
            <p:nvPr/>
          </p:nvSpPr>
          <p:spPr>
            <a:xfrm>
              <a:off x="3378506" y="1580705"/>
              <a:ext cx="260635" cy="94947"/>
            </a:xfrm>
            <a:custGeom>
              <a:avLst/>
              <a:gdLst/>
              <a:ahLst/>
              <a:cxnLst/>
              <a:rect l="l" t="t" r="r" b="b"/>
              <a:pathLst>
                <a:path w="5696" h="2075" extrusionOk="0">
                  <a:moveTo>
                    <a:pt x="1139" y="0"/>
                  </a:moveTo>
                  <a:lnTo>
                    <a:pt x="814" y="82"/>
                  </a:lnTo>
                  <a:lnTo>
                    <a:pt x="611" y="163"/>
                  </a:lnTo>
                  <a:lnTo>
                    <a:pt x="407" y="326"/>
                  </a:lnTo>
                  <a:lnTo>
                    <a:pt x="204" y="489"/>
                  </a:lnTo>
                  <a:lnTo>
                    <a:pt x="82" y="692"/>
                  </a:lnTo>
                  <a:lnTo>
                    <a:pt x="41" y="895"/>
                  </a:lnTo>
                  <a:lnTo>
                    <a:pt x="0" y="1139"/>
                  </a:lnTo>
                  <a:lnTo>
                    <a:pt x="82" y="1383"/>
                  </a:lnTo>
                  <a:lnTo>
                    <a:pt x="204" y="1587"/>
                  </a:lnTo>
                  <a:lnTo>
                    <a:pt x="448" y="1790"/>
                  </a:lnTo>
                  <a:lnTo>
                    <a:pt x="692" y="1912"/>
                  </a:lnTo>
                  <a:lnTo>
                    <a:pt x="936" y="1994"/>
                  </a:lnTo>
                  <a:lnTo>
                    <a:pt x="1221" y="2034"/>
                  </a:lnTo>
                  <a:lnTo>
                    <a:pt x="1912" y="2075"/>
                  </a:lnTo>
                  <a:lnTo>
                    <a:pt x="2604" y="2075"/>
                  </a:lnTo>
                  <a:lnTo>
                    <a:pt x="3377" y="1994"/>
                  </a:lnTo>
                  <a:lnTo>
                    <a:pt x="4109" y="1831"/>
                  </a:lnTo>
                  <a:lnTo>
                    <a:pt x="4841" y="1668"/>
                  </a:lnTo>
                  <a:lnTo>
                    <a:pt x="5573" y="1383"/>
                  </a:lnTo>
                  <a:lnTo>
                    <a:pt x="5654" y="1302"/>
                  </a:lnTo>
                  <a:lnTo>
                    <a:pt x="5695" y="1221"/>
                  </a:lnTo>
                  <a:lnTo>
                    <a:pt x="5695" y="1139"/>
                  </a:lnTo>
                  <a:lnTo>
                    <a:pt x="5654" y="1058"/>
                  </a:lnTo>
                  <a:lnTo>
                    <a:pt x="5614" y="936"/>
                  </a:lnTo>
                  <a:lnTo>
                    <a:pt x="5532" y="855"/>
                  </a:lnTo>
                  <a:lnTo>
                    <a:pt x="5044" y="529"/>
                  </a:lnTo>
                  <a:lnTo>
                    <a:pt x="4475" y="326"/>
                  </a:lnTo>
                  <a:lnTo>
                    <a:pt x="3905" y="204"/>
                  </a:lnTo>
                  <a:lnTo>
                    <a:pt x="3336" y="82"/>
                  </a:lnTo>
                  <a:lnTo>
                    <a:pt x="2685" y="41"/>
                  </a:lnTo>
                  <a:lnTo>
                    <a:pt x="20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5"/>
            <p:cNvSpPr/>
            <p:nvPr/>
          </p:nvSpPr>
          <p:spPr>
            <a:xfrm>
              <a:off x="3499492" y="1286614"/>
              <a:ext cx="111694" cy="299712"/>
            </a:xfrm>
            <a:custGeom>
              <a:avLst/>
              <a:gdLst/>
              <a:ahLst/>
              <a:cxnLst/>
              <a:rect l="l" t="t" r="r" b="b"/>
              <a:pathLst>
                <a:path w="2441" h="6550" extrusionOk="0">
                  <a:moveTo>
                    <a:pt x="1221" y="1"/>
                  </a:moveTo>
                  <a:lnTo>
                    <a:pt x="1017" y="82"/>
                  </a:lnTo>
                  <a:lnTo>
                    <a:pt x="855" y="204"/>
                  </a:lnTo>
                  <a:lnTo>
                    <a:pt x="692" y="326"/>
                  </a:lnTo>
                  <a:lnTo>
                    <a:pt x="570" y="489"/>
                  </a:lnTo>
                  <a:lnTo>
                    <a:pt x="448" y="692"/>
                  </a:lnTo>
                  <a:lnTo>
                    <a:pt x="244" y="1140"/>
                  </a:lnTo>
                  <a:lnTo>
                    <a:pt x="82" y="1628"/>
                  </a:lnTo>
                  <a:lnTo>
                    <a:pt x="41" y="2157"/>
                  </a:lnTo>
                  <a:lnTo>
                    <a:pt x="0" y="2645"/>
                  </a:lnTo>
                  <a:lnTo>
                    <a:pt x="41" y="3173"/>
                  </a:lnTo>
                  <a:lnTo>
                    <a:pt x="122" y="3702"/>
                  </a:lnTo>
                  <a:lnTo>
                    <a:pt x="285" y="4678"/>
                  </a:lnTo>
                  <a:lnTo>
                    <a:pt x="448" y="5167"/>
                  </a:lnTo>
                  <a:lnTo>
                    <a:pt x="611" y="5655"/>
                  </a:lnTo>
                  <a:lnTo>
                    <a:pt x="814" y="6102"/>
                  </a:lnTo>
                  <a:lnTo>
                    <a:pt x="936" y="6305"/>
                  </a:lnTo>
                  <a:lnTo>
                    <a:pt x="1099" y="6509"/>
                  </a:lnTo>
                  <a:lnTo>
                    <a:pt x="1221" y="6550"/>
                  </a:lnTo>
                  <a:lnTo>
                    <a:pt x="1302" y="6550"/>
                  </a:lnTo>
                  <a:lnTo>
                    <a:pt x="1424" y="6468"/>
                  </a:lnTo>
                  <a:lnTo>
                    <a:pt x="1465" y="6387"/>
                  </a:lnTo>
                  <a:lnTo>
                    <a:pt x="1465" y="5777"/>
                  </a:lnTo>
                  <a:lnTo>
                    <a:pt x="1546" y="5248"/>
                  </a:lnTo>
                  <a:lnTo>
                    <a:pt x="1668" y="4678"/>
                  </a:lnTo>
                  <a:lnTo>
                    <a:pt x="1831" y="4109"/>
                  </a:lnTo>
                  <a:lnTo>
                    <a:pt x="2156" y="3011"/>
                  </a:lnTo>
                  <a:lnTo>
                    <a:pt x="2319" y="2482"/>
                  </a:lnTo>
                  <a:lnTo>
                    <a:pt x="2400" y="1912"/>
                  </a:lnTo>
                  <a:lnTo>
                    <a:pt x="2400" y="1872"/>
                  </a:lnTo>
                  <a:lnTo>
                    <a:pt x="2441" y="1872"/>
                  </a:lnTo>
                  <a:lnTo>
                    <a:pt x="2441" y="1384"/>
                  </a:lnTo>
                  <a:lnTo>
                    <a:pt x="2441" y="1099"/>
                  </a:lnTo>
                  <a:lnTo>
                    <a:pt x="2400" y="896"/>
                  </a:lnTo>
                  <a:lnTo>
                    <a:pt x="2319" y="651"/>
                  </a:lnTo>
                  <a:lnTo>
                    <a:pt x="2197" y="448"/>
                  </a:lnTo>
                  <a:lnTo>
                    <a:pt x="2075" y="245"/>
                  </a:lnTo>
                  <a:lnTo>
                    <a:pt x="1831" y="123"/>
                  </a:lnTo>
                  <a:lnTo>
                    <a:pt x="1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5"/>
            <p:cNvSpPr/>
            <p:nvPr/>
          </p:nvSpPr>
          <p:spPr>
            <a:xfrm>
              <a:off x="2888979" y="1805929"/>
              <a:ext cx="735232" cy="683114"/>
            </a:xfrm>
            <a:custGeom>
              <a:avLst/>
              <a:gdLst/>
              <a:ahLst/>
              <a:cxnLst/>
              <a:rect l="l" t="t" r="r" b="b"/>
              <a:pathLst>
                <a:path w="16068" h="14929" extrusionOk="0">
                  <a:moveTo>
                    <a:pt x="13098" y="0"/>
                  </a:moveTo>
                  <a:lnTo>
                    <a:pt x="12488" y="41"/>
                  </a:lnTo>
                  <a:lnTo>
                    <a:pt x="11878" y="122"/>
                  </a:lnTo>
                  <a:lnTo>
                    <a:pt x="11268" y="285"/>
                  </a:lnTo>
                  <a:lnTo>
                    <a:pt x="10698" y="488"/>
                  </a:lnTo>
                  <a:lnTo>
                    <a:pt x="10170" y="814"/>
                  </a:lnTo>
                  <a:lnTo>
                    <a:pt x="9682" y="1139"/>
                  </a:lnTo>
                  <a:lnTo>
                    <a:pt x="9234" y="1546"/>
                  </a:lnTo>
                  <a:lnTo>
                    <a:pt x="8827" y="1993"/>
                  </a:lnTo>
                  <a:lnTo>
                    <a:pt x="8461" y="2441"/>
                  </a:lnTo>
                  <a:lnTo>
                    <a:pt x="8095" y="2929"/>
                  </a:lnTo>
                  <a:lnTo>
                    <a:pt x="7444" y="3946"/>
                  </a:lnTo>
                  <a:lnTo>
                    <a:pt x="6834" y="4963"/>
                  </a:lnTo>
                  <a:lnTo>
                    <a:pt x="6183" y="5939"/>
                  </a:lnTo>
                  <a:lnTo>
                    <a:pt x="5736" y="6508"/>
                  </a:lnTo>
                  <a:lnTo>
                    <a:pt x="5289" y="6997"/>
                  </a:lnTo>
                  <a:lnTo>
                    <a:pt x="4760" y="7444"/>
                  </a:lnTo>
                  <a:lnTo>
                    <a:pt x="4231" y="7891"/>
                  </a:lnTo>
                  <a:lnTo>
                    <a:pt x="3173" y="8786"/>
                  </a:lnTo>
                  <a:lnTo>
                    <a:pt x="2645" y="9193"/>
                  </a:lnTo>
                  <a:lnTo>
                    <a:pt x="2116" y="9641"/>
                  </a:lnTo>
                  <a:lnTo>
                    <a:pt x="1587" y="10169"/>
                  </a:lnTo>
                  <a:lnTo>
                    <a:pt x="1140" y="10739"/>
                  </a:lnTo>
                  <a:lnTo>
                    <a:pt x="733" y="11308"/>
                  </a:lnTo>
                  <a:lnTo>
                    <a:pt x="367" y="11959"/>
                  </a:lnTo>
                  <a:lnTo>
                    <a:pt x="245" y="12284"/>
                  </a:lnTo>
                  <a:lnTo>
                    <a:pt x="123" y="12651"/>
                  </a:lnTo>
                  <a:lnTo>
                    <a:pt x="41" y="12976"/>
                  </a:lnTo>
                  <a:lnTo>
                    <a:pt x="1" y="13342"/>
                  </a:lnTo>
                  <a:lnTo>
                    <a:pt x="1" y="13708"/>
                  </a:lnTo>
                  <a:lnTo>
                    <a:pt x="1" y="14034"/>
                  </a:lnTo>
                  <a:lnTo>
                    <a:pt x="41" y="14400"/>
                  </a:lnTo>
                  <a:lnTo>
                    <a:pt x="123" y="14766"/>
                  </a:lnTo>
                  <a:lnTo>
                    <a:pt x="204" y="14888"/>
                  </a:lnTo>
                  <a:lnTo>
                    <a:pt x="326" y="14928"/>
                  </a:lnTo>
                  <a:lnTo>
                    <a:pt x="448" y="14888"/>
                  </a:lnTo>
                  <a:lnTo>
                    <a:pt x="529" y="14766"/>
                  </a:lnTo>
                  <a:lnTo>
                    <a:pt x="651" y="14522"/>
                  </a:lnTo>
                  <a:lnTo>
                    <a:pt x="814" y="14278"/>
                  </a:lnTo>
                  <a:lnTo>
                    <a:pt x="977" y="14074"/>
                  </a:lnTo>
                  <a:lnTo>
                    <a:pt x="1180" y="13871"/>
                  </a:lnTo>
                  <a:lnTo>
                    <a:pt x="1424" y="13749"/>
                  </a:lnTo>
                  <a:lnTo>
                    <a:pt x="1668" y="13586"/>
                  </a:lnTo>
                  <a:lnTo>
                    <a:pt x="2197" y="13383"/>
                  </a:lnTo>
                  <a:lnTo>
                    <a:pt x="2767" y="13261"/>
                  </a:lnTo>
                  <a:lnTo>
                    <a:pt x="3377" y="13179"/>
                  </a:lnTo>
                  <a:lnTo>
                    <a:pt x="3946" y="13139"/>
                  </a:lnTo>
                  <a:lnTo>
                    <a:pt x="4475" y="13098"/>
                  </a:lnTo>
                  <a:lnTo>
                    <a:pt x="5126" y="13098"/>
                  </a:lnTo>
                  <a:lnTo>
                    <a:pt x="5817" y="13057"/>
                  </a:lnTo>
                  <a:lnTo>
                    <a:pt x="6468" y="12976"/>
                  </a:lnTo>
                  <a:lnTo>
                    <a:pt x="6753" y="12895"/>
                  </a:lnTo>
                  <a:lnTo>
                    <a:pt x="7078" y="12773"/>
                  </a:lnTo>
                  <a:lnTo>
                    <a:pt x="7363" y="12691"/>
                  </a:lnTo>
                  <a:lnTo>
                    <a:pt x="7648" y="12529"/>
                  </a:lnTo>
                  <a:lnTo>
                    <a:pt x="7892" y="12366"/>
                  </a:lnTo>
                  <a:lnTo>
                    <a:pt x="8095" y="12203"/>
                  </a:lnTo>
                  <a:lnTo>
                    <a:pt x="8543" y="11796"/>
                  </a:lnTo>
                  <a:lnTo>
                    <a:pt x="8909" y="11349"/>
                  </a:lnTo>
                  <a:lnTo>
                    <a:pt x="9234" y="10739"/>
                  </a:lnTo>
                  <a:lnTo>
                    <a:pt x="9519" y="10088"/>
                  </a:lnTo>
                  <a:lnTo>
                    <a:pt x="9763" y="9437"/>
                  </a:lnTo>
                  <a:lnTo>
                    <a:pt x="9966" y="8786"/>
                  </a:lnTo>
                  <a:lnTo>
                    <a:pt x="10170" y="8013"/>
                  </a:lnTo>
                  <a:lnTo>
                    <a:pt x="10373" y="7241"/>
                  </a:lnTo>
                  <a:lnTo>
                    <a:pt x="10495" y="6875"/>
                  </a:lnTo>
                  <a:lnTo>
                    <a:pt x="10658" y="6468"/>
                  </a:lnTo>
                  <a:lnTo>
                    <a:pt x="10902" y="6142"/>
                  </a:lnTo>
                  <a:lnTo>
                    <a:pt x="11024" y="5980"/>
                  </a:lnTo>
                  <a:lnTo>
                    <a:pt x="11187" y="5858"/>
                  </a:lnTo>
                  <a:lnTo>
                    <a:pt x="11390" y="5776"/>
                  </a:lnTo>
                  <a:lnTo>
                    <a:pt x="11593" y="5695"/>
                  </a:lnTo>
                  <a:lnTo>
                    <a:pt x="12041" y="5614"/>
                  </a:lnTo>
                  <a:lnTo>
                    <a:pt x="12488" y="5573"/>
                  </a:lnTo>
                  <a:lnTo>
                    <a:pt x="12936" y="5532"/>
                  </a:lnTo>
                  <a:lnTo>
                    <a:pt x="13180" y="5451"/>
                  </a:lnTo>
                  <a:lnTo>
                    <a:pt x="13424" y="5370"/>
                  </a:lnTo>
                  <a:lnTo>
                    <a:pt x="13627" y="5248"/>
                  </a:lnTo>
                  <a:lnTo>
                    <a:pt x="13790" y="5085"/>
                  </a:lnTo>
                  <a:lnTo>
                    <a:pt x="13953" y="4922"/>
                  </a:lnTo>
                  <a:lnTo>
                    <a:pt x="14115" y="4759"/>
                  </a:lnTo>
                  <a:lnTo>
                    <a:pt x="14237" y="4556"/>
                  </a:lnTo>
                  <a:lnTo>
                    <a:pt x="14319" y="4312"/>
                  </a:lnTo>
                  <a:lnTo>
                    <a:pt x="14563" y="3702"/>
                  </a:lnTo>
                  <a:lnTo>
                    <a:pt x="14644" y="3376"/>
                  </a:lnTo>
                  <a:lnTo>
                    <a:pt x="14807" y="3051"/>
                  </a:lnTo>
                  <a:lnTo>
                    <a:pt x="14969" y="2807"/>
                  </a:lnTo>
                  <a:lnTo>
                    <a:pt x="15214" y="2563"/>
                  </a:lnTo>
                  <a:lnTo>
                    <a:pt x="15376" y="2482"/>
                  </a:lnTo>
                  <a:lnTo>
                    <a:pt x="15498" y="2441"/>
                  </a:lnTo>
                  <a:lnTo>
                    <a:pt x="15661" y="2400"/>
                  </a:lnTo>
                  <a:lnTo>
                    <a:pt x="15824" y="2441"/>
                  </a:lnTo>
                  <a:lnTo>
                    <a:pt x="15905" y="2441"/>
                  </a:lnTo>
                  <a:lnTo>
                    <a:pt x="15986" y="2400"/>
                  </a:lnTo>
                  <a:lnTo>
                    <a:pt x="16068" y="2319"/>
                  </a:lnTo>
                  <a:lnTo>
                    <a:pt x="16068" y="2197"/>
                  </a:lnTo>
                  <a:lnTo>
                    <a:pt x="16068" y="2115"/>
                  </a:lnTo>
                  <a:lnTo>
                    <a:pt x="15986" y="2075"/>
                  </a:lnTo>
                  <a:lnTo>
                    <a:pt x="15905" y="1993"/>
                  </a:lnTo>
                  <a:lnTo>
                    <a:pt x="15824" y="1831"/>
                  </a:lnTo>
                  <a:lnTo>
                    <a:pt x="15661" y="1546"/>
                  </a:lnTo>
                  <a:lnTo>
                    <a:pt x="15458" y="1221"/>
                  </a:lnTo>
                  <a:lnTo>
                    <a:pt x="15254" y="936"/>
                  </a:lnTo>
                  <a:lnTo>
                    <a:pt x="15010" y="732"/>
                  </a:lnTo>
                  <a:lnTo>
                    <a:pt x="14807" y="570"/>
                  </a:lnTo>
                  <a:lnTo>
                    <a:pt x="14522" y="407"/>
                  </a:lnTo>
                  <a:lnTo>
                    <a:pt x="14278" y="285"/>
                  </a:lnTo>
                  <a:lnTo>
                    <a:pt x="13993" y="163"/>
                  </a:lnTo>
                  <a:lnTo>
                    <a:pt x="13668" y="82"/>
                  </a:lnTo>
                  <a:lnTo>
                    <a:pt x="13383" y="41"/>
                  </a:lnTo>
                  <a:lnTo>
                    <a:pt x="1309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5"/>
            <p:cNvSpPr/>
            <p:nvPr/>
          </p:nvSpPr>
          <p:spPr>
            <a:xfrm>
              <a:off x="3525528" y="329936"/>
              <a:ext cx="253176" cy="219636"/>
            </a:xfrm>
            <a:custGeom>
              <a:avLst/>
              <a:gdLst/>
              <a:ahLst/>
              <a:cxnLst/>
              <a:rect l="l" t="t" r="r" b="b"/>
              <a:pathLst>
                <a:path w="5533" h="4800" extrusionOk="0">
                  <a:moveTo>
                    <a:pt x="3865" y="0"/>
                  </a:moveTo>
                  <a:lnTo>
                    <a:pt x="3418" y="122"/>
                  </a:lnTo>
                  <a:lnTo>
                    <a:pt x="2930" y="285"/>
                  </a:lnTo>
                  <a:lnTo>
                    <a:pt x="2482" y="488"/>
                  </a:lnTo>
                  <a:lnTo>
                    <a:pt x="2075" y="773"/>
                  </a:lnTo>
                  <a:lnTo>
                    <a:pt x="1669" y="1058"/>
                  </a:lnTo>
                  <a:lnTo>
                    <a:pt x="1303" y="1424"/>
                  </a:lnTo>
                  <a:lnTo>
                    <a:pt x="936" y="1790"/>
                  </a:lnTo>
                  <a:lnTo>
                    <a:pt x="611" y="2197"/>
                  </a:lnTo>
                  <a:lnTo>
                    <a:pt x="326" y="2603"/>
                  </a:lnTo>
                  <a:lnTo>
                    <a:pt x="123" y="3010"/>
                  </a:lnTo>
                  <a:lnTo>
                    <a:pt x="1" y="3417"/>
                  </a:lnTo>
                  <a:lnTo>
                    <a:pt x="1" y="3661"/>
                  </a:lnTo>
                  <a:lnTo>
                    <a:pt x="1" y="3864"/>
                  </a:lnTo>
                  <a:lnTo>
                    <a:pt x="42" y="4068"/>
                  </a:lnTo>
                  <a:lnTo>
                    <a:pt x="123" y="4271"/>
                  </a:lnTo>
                  <a:lnTo>
                    <a:pt x="286" y="4515"/>
                  </a:lnTo>
                  <a:lnTo>
                    <a:pt x="489" y="4678"/>
                  </a:lnTo>
                  <a:lnTo>
                    <a:pt x="774" y="4759"/>
                  </a:lnTo>
                  <a:lnTo>
                    <a:pt x="1018" y="4800"/>
                  </a:lnTo>
                  <a:lnTo>
                    <a:pt x="1343" y="4800"/>
                  </a:lnTo>
                  <a:lnTo>
                    <a:pt x="1628" y="4759"/>
                  </a:lnTo>
                  <a:lnTo>
                    <a:pt x="2157" y="4637"/>
                  </a:lnTo>
                  <a:lnTo>
                    <a:pt x="2686" y="4434"/>
                  </a:lnTo>
                  <a:lnTo>
                    <a:pt x="3255" y="4149"/>
                  </a:lnTo>
                  <a:lnTo>
                    <a:pt x="3784" y="3864"/>
                  </a:lnTo>
                  <a:lnTo>
                    <a:pt x="4028" y="3661"/>
                  </a:lnTo>
                  <a:lnTo>
                    <a:pt x="4231" y="3458"/>
                  </a:lnTo>
                  <a:lnTo>
                    <a:pt x="4516" y="3173"/>
                  </a:lnTo>
                  <a:lnTo>
                    <a:pt x="4801" y="2807"/>
                  </a:lnTo>
                  <a:lnTo>
                    <a:pt x="5085" y="2441"/>
                  </a:lnTo>
                  <a:lnTo>
                    <a:pt x="5289" y="2034"/>
                  </a:lnTo>
                  <a:lnTo>
                    <a:pt x="5451" y="1587"/>
                  </a:lnTo>
                  <a:lnTo>
                    <a:pt x="5492" y="1383"/>
                  </a:lnTo>
                  <a:lnTo>
                    <a:pt x="5533" y="1180"/>
                  </a:lnTo>
                  <a:lnTo>
                    <a:pt x="5492" y="976"/>
                  </a:lnTo>
                  <a:lnTo>
                    <a:pt x="5451" y="773"/>
                  </a:lnTo>
                  <a:lnTo>
                    <a:pt x="5329" y="570"/>
                  </a:lnTo>
                  <a:lnTo>
                    <a:pt x="5207" y="366"/>
                  </a:lnTo>
                  <a:lnTo>
                    <a:pt x="5167" y="326"/>
                  </a:lnTo>
                  <a:lnTo>
                    <a:pt x="5126" y="285"/>
                  </a:lnTo>
                  <a:lnTo>
                    <a:pt x="4963" y="163"/>
                  </a:lnTo>
                  <a:lnTo>
                    <a:pt x="4760" y="82"/>
                  </a:lnTo>
                  <a:lnTo>
                    <a:pt x="4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5"/>
            <p:cNvSpPr/>
            <p:nvPr/>
          </p:nvSpPr>
          <p:spPr>
            <a:xfrm>
              <a:off x="3804748" y="1431806"/>
              <a:ext cx="132193" cy="186187"/>
            </a:xfrm>
            <a:custGeom>
              <a:avLst/>
              <a:gdLst/>
              <a:ahLst/>
              <a:cxnLst/>
              <a:rect l="l" t="t" r="r" b="b"/>
              <a:pathLst>
                <a:path w="2889" h="4069" extrusionOk="0">
                  <a:moveTo>
                    <a:pt x="936" y="0"/>
                  </a:moveTo>
                  <a:lnTo>
                    <a:pt x="692" y="41"/>
                  </a:lnTo>
                  <a:lnTo>
                    <a:pt x="488" y="204"/>
                  </a:lnTo>
                  <a:lnTo>
                    <a:pt x="326" y="366"/>
                  </a:lnTo>
                  <a:lnTo>
                    <a:pt x="204" y="570"/>
                  </a:lnTo>
                  <a:lnTo>
                    <a:pt x="82" y="814"/>
                  </a:lnTo>
                  <a:lnTo>
                    <a:pt x="0" y="1058"/>
                  </a:lnTo>
                  <a:lnTo>
                    <a:pt x="0" y="1302"/>
                  </a:lnTo>
                  <a:lnTo>
                    <a:pt x="0" y="1546"/>
                  </a:lnTo>
                  <a:lnTo>
                    <a:pt x="41" y="1790"/>
                  </a:lnTo>
                  <a:lnTo>
                    <a:pt x="163" y="2238"/>
                  </a:lnTo>
                  <a:lnTo>
                    <a:pt x="366" y="2685"/>
                  </a:lnTo>
                  <a:lnTo>
                    <a:pt x="651" y="3051"/>
                  </a:lnTo>
                  <a:lnTo>
                    <a:pt x="814" y="3254"/>
                  </a:lnTo>
                  <a:lnTo>
                    <a:pt x="1017" y="3458"/>
                  </a:lnTo>
                  <a:lnTo>
                    <a:pt x="1261" y="3621"/>
                  </a:lnTo>
                  <a:lnTo>
                    <a:pt x="1465" y="3743"/>
                  </a:lnTo>
                  <a:lnTo>
                    <a:pt x="1709" y="3865"/>
                  </a:lnTo>
                  <a:lnTo>
                    <a:pt x="1953" y="3946"/>
                  </a:lnTo>
                  <a:lnTo>
                    <a:pt x="2237" y="4027"/>
                  </a:lnTo>
                  <a:lnTo>
                    <a:pt x="2482" y="4068"/>
                  </a:lnTo>
                  <a:lnTo>
                    <a:pt x="2563" y="4068"/>
                  </a:lnTo>
                  <a:lnTo>
                    <a:pt x="2644" y="4027"/>
                  </a:lnTo>
                  <a:lnTo>
                    <a:pt x="2807" y="4027"/>
                  </a:lnTo>
                  <a:lnTo>
                    <a:pt x="2888" y="3946"/>
                  </a:lnTo>
                  <a:lnTo>
                    <a:pt x="2888" y="3865"/>
                  </a:lnTo>
                  <a:lnTo>
                    <a:pt x="2848" y="3214"/>
                  </a:lnTo>
                  <a:lnTo>
                    <a:pt x="2726" y="2604"/>
                  </a:lnTo>
                  <a:lnTo>
                    <a:pt x="2604" y="2034"/>
                  </a:lnTo>
                  <a:lnTo>
                    <a:pt x="2400" y="1424"/>
                  </a:lnTo>
                  <a:lnTo>
                    <a:pt x="2237" y="977"/>
                  </a:lnTo>
                  <a:lnTo>
                    <a:pt x="2115" y="733"/>
                  </a:lnTo>
                  <a:lnTo>
                    <a:pt x="1993" y="529"/>
                  </a:lnTo>
                  <a:lnTo>
                    <a:pt x="1831" y="326"/>
                  </a:lnTo>
                  <a:lnTo>
                    <a:pt x="1668" y="163"/>
                  </a:lnTo>
                  <a:lnTo>
                    <a:pt x="1465" y="41"/>
                  </a:lnTo>
                  <a:lnTo>
                    <a:pt x="12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5"/>
            <p:cNvSpPr/>
            <p:nvPr/>
          </p:nvSpPr>
          <p:spPr>
            <a:xfrm>
              <a:off x="4171412" y="996275"/>
              <a:ext cx="333206" cy="945533"/>
            </a:xfrm>
            <a:custGeom>
              <a:avLst/>
              <a:gdLst/>
              <a:ahLst/>
              <a:cxnLst/>
              <a:rect l="l" t="t" r="r" b="b"/>
              <a:pathLst>
                <a:path w="7282" h="20664" extrusionOk="0">
                  <a:moveTo>
                    <a:pt x="6549" y="0"/>
                  </a:moveTo>
                  <a:lnTo>
                    <a:pt x="6468" y="41"/>
                  </a:lnTo>
                  <a:lnTo>
                    <a:pt x="6427" y="82"/>
                  </a:lnTo>
                  <a:lnTo>
                    <a:pt x="6427" y="163"/>
                  </a:lnTo>
                  <a:lnTo>
                    <a:pt x="6427" y="244"/>
                  </a:lnTo>
                  <a:lnTo>
                    <a:pt x="6590" y="773"/>
                  </a:lnTo>
                  <a:lnTo>
                    <a:pt x="6712" y="1302"/>
                  </a:lnTo>
                  <a:lnTo>
                    <a:pt x="6793" y="1831"/>
                  </a:lnTo>
                  <a:lnTo>
                    <a:pt x="6875" y="2359"/>
                  </a:lnTo>
                  <a:lnTo>
                    <a:pt x="6875" y="2929"/>
                  </a:lnTo>
                  <a:lnTo>
                    <a:pt x="6834" y="3458"/>
                  </a:lnTo>
                  <a:lnTo>
                    <a:pt x="6793" y="3986"/>
                  </a:lnTo>
                  <a:lnTo>
                    <a:pt x="6671" y="4556"/>
                  </a:lnTo>
                  <a:lnTo>
                    <a:pt x="6549" y="5085"/>
                  </a:lnTo>
                  <a:lnTo>
                    <a:pt x="6346" y="5573"/>
                  </a:lnTo>
                  <a:lnTo>
                    <a:pt x="6143" y="6102"/>
                  </a:lnTo>
                  <a:lnTo>
                    <a:pt x="5899" y="6549"/>
                  </a:lnTo>
                  <a:lnTo>
                    <a:pt x="5614" y="7037"/>
                  </a:lnTo>
                  <a:lnTo>
                    <a:pt x="5288" y="7485"/>
                  </a:lnTo>
                  <a:lnTo>
                    <a:pt x="4963" y="7891"/>
                  </a:lnTo>
                  <a:lnTo>
                    <a:pt x="4597" y="8298"/>
                  </a:lnTo>
                  <a:lnTo>
                    <a:pt x="4272" y="8664"/>
                  </a:lnTo>
                  <a:lnTo>
                    <a:pt x="3905" y="9071"/>
                  </a:lnTo>
                  <a:lnTo>
                    <a:pt x="3621" y="9478"/>
                  </a:lnTo>
                  <a:lnTo>
                    <a:pt x="3377" y="9925"/>
                  </a:lnTo>
                  <a:lnTo>
                    <a:pt x="3255" y="10169"/>
                  </a:lnTo>
                  <a:lnTo>
                    <a:pt x="3214" y="10454"/>
                  </a:lnTo>
                  <a:lnTo>
                    <a:pt x="3173" y="10698"/>
                  </a:lnTo>
                  <a:lnTo>
                    <a:pt x="3133" y="10983"/>
                  </a:lnTo>
                  <a:lnTo>
                    <a:pt x="3173" y="11512"/>
                  </a:lnTo>
                  <a:lnTo>
                    <a:pt x="3295" y="12040"/>
                  </a:lnTo>
                  <a:lnTo>
                    <a:pt x="3458" y="12650"/>
                  </a:lnTo>
                  <a:lnTo>
                    <a:pt x="3499" y="12976"/>
                  </a:lnTo>
                  <a:lnTo>
                    <a:pt x="3499" y="13301"/>
                  </a:lnTo>
                  <a:lnTo>
                    <a:pt x="3499" y="13545"/>
                  </a:lnTo>
                  <a:lnTo>
                    <a:pt x="3458" y="13830"/>
                  </a:lnTo>
                  <a:lnTo>
                    <a:pt x="3377" y="14074"/>
                  </a:lnTo>
                  <a:lnTo>
                    <a:pt x="3295" y="14359"/>
                  </a:lnTo>
                  <a:lnTo>
                    <a:pt x="3011" y="14847"/>
                  </a:lnTo>
                  <a:lnTo>
                    <a:pt x="2726" y="15294"/>
                  </a:lnTo>
                  <a:lnTo>
                    <a:pt x="2360" y="15742"/>
                  </a:lnTo>
                  <a:lnTo>
                    <a:pt x="1994" y="16149"/>
                  </a:lnTo>
                  <a:lnTo>
                    <a:pt x="1180" y="17084"/>
                  </a:lnTo>
                  <a:lnTo>
                    <a:pt x="773" y="17572"/>
                  </a:lnTo>
                  <a:lnTo>
                    <a:pt x="448" y="18142"/>
                  </a:lnTo>
                  <a:lnTo>
                    <a:pt x="204" y="18671"/>
                  </a:lnTo>
                  <a:lnTo>
                    <a:pt x="82" y="18996"/>
                  </a:lnTo>
                  <a:lnTo>
                    <a:pt x="41" y="19281"/>
                  </a:lnTo>
                  <a:lnTo>
                    <a:pt x="1" y="19565"/>
                  </a:lnTo>
                  <a:lnTo>
                    <a:pt x="1" y="19891"/>
                  </a:lnTo>
                  <a:lnTo>
                    <a:pt x="41" y="20216"/>
                  </a:lnTo>
                  <a:lnTo>
                    <a:pt x="123" y="20501"/>
                  </a:lnTo>
                  <a:lnTo>
                    <a:pt x="163" y="20582"/>
                  </a:lnTo>
                  <a:lnTo>
                    <a:pt x="245" y="20623"/>
                  </a:lnTo>
                  <a:lnTo>
                    <a:pt x="326" y="20664"/>
                  </a:lnTo>
                  <a:lnTo>
                    <a:pt x="407" y="20664"/>
                  </a:lnTo>
                  <a:lnTo>
                    <a:pt x="448" y="20623"/>
                  </a:lnTo>
                  <a:lnTo>
                    <a:pt x="529" y="20582"/>
                  </a:lnTo>
                  <a:lnTo>
                    <a:pt x="529" y="20501"/>
                  </a:lnTo>
                  <a:lnTo>
                    <a:pt x="529" y="20420"/>
                  </a:lnTo>
                  <a:lnTo>
                    <a:pt x="448" y="20135"/>
                  </a:lnTo>
                  <a:lnTo>
                    <a:pt x="407" y="19809"/>
                  </a:lnTo>
                  <a:lnTo>
                    <a:pt x="407" y="19525"/>
                  </a:lnTo>
                  <a:lnTo>
                    <a:pt x="448" y="19281"/>
                  </a:lnTo>
                  <a:lnTo>
                    <a:pt x="489" y="18996"/>
                  </a:lnTo>
                  <a:lnTo>
                    <a:pt x="611" y="18711"/>
                  </a:lnTo>
                  <a:lnTo>
                    <a:pt x="855" y="18182"/>
                  </a:lnTo>
                  <a:lnTo>
                    <a:pt x="1180" y="17694"/>
                  </a:lnTo>
                  <a:lnTo>
                    <a:pt x="1546" y="17206"/>
                  </a:lnTo>
                  <a:lnTo>
                    <a:pt x="2319" y="16352"/>
                  </a:lnTo>
                  <a:lnTo>
                    <a:pt x="2685" y="15945"/>
                  </a:lnTo>
                  <a:lnTo>
                    <a:pt x="3011" y="15538"/>
                  </a:lnTo>
                  <a:lnTo>
                    <a:pt x="3336" y="15091"/>
                  </a:lnTo>
                  <a:lnTo>
                    <a:pt x="3580" y="14603"/>
                  </a:lnTo>
                  <a:lnTo>
                    <a:pt x="3783" y="14115"/>
                  </a:lnTo>
                  <a:lnTo>
                    <a:pt x="3865" y="13586"/>
                  </a:lnTo>
                  <a:lnTo>
                    <a:pt x="3905" y="13057"/>
                  </a:lnTo>
                  <a:lnTo>
                    <a:pt x="3824" y="12528"/>
                  </a:lnTo>
                  <a:lnTo>
                    <a:pt x="3702" y="11959"/>
                  </a:lnTo>
                  <a:lnTo>
                    <a:pt x="3580" y="11390"/>
                  </a:lnTo>
                  <a:lnTo>
                    <a:pt x="3539" y="11105"/>
                  </a:lnTo>
                  <a:lnTo>
                    <a:pt x="3539" y="10779"/>
                  </a:lnTo>
                  <a:lnTo>
                    <a:pt x="3580" y="10495"/>
                  </a:lnTo>
                  <a:lnTo>
                    <a:pt x="3661" y="10210"/>
                  </a:lnTo>
                  <a:lnTo>
                    <a:pt x="3783" y="9966"/>
                  </a:lnTo>
                  <a:lnTo>
                    <a:pt x="3905" y="9722"/>
                  </a:lnTo>
                  <a:lnTo>
                    <a:pt x="4231" y="9315"/>
                  </a:lnTo>
                  <a:lnTo>
                    <a:pt x="4556" y="8908"/>
                  </a:lnTo>
                  <a:lnTo>
                    <a:pt x="4922" y="8502"/>
                  </a:lnTo>
                  <a:lnTo>
                    <a:pt x="5288" y="8095"/>
                  </a:lnTo>
                  <a:lnTo>
                    <a:pt x="5614" y="7688"/>
                  </a:lnTo>
                  <a:lnTo>
                    <a:pt x="5939" y="7281"/>
                  </a:lnTo>
                  <a:lnTo>
                    <a:pt x="6183" y="6834"/>
                  </a:lnTo>
                  <a:lnTo>
                    <a:pt x="6427" y="6346"/>
                  </a:lnTo>
                  <a:lnTo>
                    <a:pt x="6671" y="5898"/>
                  </a:lnTo>
                  <a:lnTo>
                    <a:pt x="6834" y="5369"/>
                  </a:lnTo>
                  <a:lnTo>
                    <a:pt x="6997" y="4881"/>
                  </a:lnTo>
                  <a:lnTo>
                    <a:pt x="7119" y="4271"/>
                  </a:lnTo>
                  <a:lnTo>
                    <a:pt x="7241" y="3702"/>
                  </a:lnTo>
                  <a:lnTo>
                    <a:pt x="7282" y="3092"/>
                  </a:lnTo>
                  <a:lnTo>
                    <a:pt x="7282" y="2481"/>
                  </a:lnTo>
                  <a:lnTo>
                    <a:pt x="7200" y="1871"/>
                  </a:lnTo>
                  <a:lnTo>
                    <a:pt x="7119" y="1302"/>
                  </a:lnTo>
                  <a:lnTo>
                    <a:pt x="6997" y="732"/>
                  </a:lnTo>
                  <a:lnTo>
                    <a:pt x="6793" y="122"/>
                  </a:lnTo>
                  <a:lnTo>
                    <a:pt x="6753" y="82"/>
                  </a:lnTo>
                  <a:lnTo>
                    <a:pt x="6712" y="41"/>
                  </a:lnTo>
                  <a:lnTo>
                    <a:pt x="66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5"/>
            <p:cNvSpPr/>
            <p:nvPr/>
          </p:nvSpPr>
          <p:spPr>
            <a:xfrm>
              <a:off x="2859190" y="1753810"/>
              <a:ext cx="738984" cy="288547"/>
            </a:xfrm>
            <a:custGeom>
              <a:avLst/>
              <a:gdLst/>
              <a:ahLst/>
              <a:cxnLst/>
              <a:rect l="l" t="t" r="r" b="b"/>
              <a:pathLst>
                <a:path w="16150" h="6306" extrusionOk="0">
                  <a:moveTo>
                    <a:pt x="12895" y="0"/>
                  </a:moveTo>
                  <a:lnTo>
                    <a:pt x="12407" y="41"/>
                  </a:lnTo>
                  <a:lnTo>
                    <a:pt x="11919" y="82"/>
                  </a:lnTo>
                  <a:lnTo>
                    <a:pt x="10943" y="326"/>
                  </a:lnTo>
                  <a:lnTo>
                    <a:pt x="9966" y="570"/>
                  </a:lnTo>
                  <a:lnTo>
                    <a:pt x="9438" y="651"/>
                  </a:lnTo>
                  <a:lnTo>
                    <a:pt x="8950" y="651"/>
                  </a:lnTo>
                  <a:lnTo>
                    <a:pt x="8421" y="611"/>
                  </a:lnTo>
                  <a:lnTo>
                    <a:pt x="7851" y="529"/>
                  </a:lnTo>
                  <a:lnTo>
                    <a:pt x="7323" y="488"/>
                  </a:lnTo>
                  <a:lnTo>
                    <a:pt x="6794" y="448"/>
                  </a:lnTo>
                  <a:lnTo>
                    <a:pt x="6346" y="488"/>
                  </a:lnTo>
                  <a:lnTo>
                    <a:pt x="5899" y="611"/>
                  </a:lnTo>
                  <a:lnTo>
                    <a:pt x="5492" y="773"/>
                  </a:lnTo>
                  <a:lnTo>
                    <a:pt x="5085" y="977"/>
                  </a:lnTo>
                  <a:lnTo>
                    <a:pt x="4719" y="1221"/>
                  </a:lnTo>
                  <a:lnTo>
                    <a:pt x="4353" y="1505"/>
                  </a:lnTo>
                  <a:lnTo>
                    <a:pt x="3702" y="2116"/>
                  </a:lnTo>
                  <a:lnTo>
                    <a:pt x="2970" y="2888"/>
                  </a:lnTo>
                  <a:lnTo>
                    <a:pt x="2563" y="3254"/>
                  </a:lnTo>
                  <a:lnTo>
                    <a:pt x="2157" y="3580"/>
                  </a:lnTo>
                  <a:lnTo>
                    <a:pt x="1709" y="3865"/>
                  </a:lnTo>
                  <a:lnTo>
                    <a:pt x="1262" y="4109"/>
                  </a:lnTo>
                  <a:lnTo>
                    <a:pt x="1018" y="4190"/>
                  </a:lnTo>
                  <a:lnTo>
                    <a:pt x="774" y="4231"/>
                  </a:lnTo>
                  <a:lnTo>
                    <a:pt x="489" y="4271"/>
                  </a:lnTo>
                  <a:lnTo>
                    <a:pt x="204" y="4271"/>
                  </a:lnTo>
                  <a:lnTo>
                    <a:pt x="123" y="4312"/>
                  </a:lnTo>
                  <a:lnTo>
                    <a:pt x="41" y="4353"/>
                  </a:lnTo>
                  <a:lnTo>
                    <a:pt x="1" y="4434"/>
                  </a:lnTo>
                  <a:lnTo>
                    <a:pt x="41" y="4556"/>
                  </a:lnTo>
                  <a:lnTo>
                    <a:pt x="164" y="4841"/>
                  </a:lnTo>
                  <a:lnTo>
                    <a:pt x="326" y="5085"/>
                  </a:lnTo>
                  <a:lnTo>
                    <a:pt x="530" y="5329"/>
                  </a:lnTo>
                  <a:lnTo>
                    <a:pt x="733" y="5573"/>
                  </a:lnTo>
                  <a:lnTo>
                    <a:pt x="977" y="5736"/>
                  </a:lnTo>
                  <a:lnTo>
                    <a:pt x="1221" y="5898"/>
                  </a:lnTo>
                  <a:lnTo>
                    <a:pt x="1506" y="6020"/>
                  </a:lnTo>
                  <a:lnTo>
                    <a:pt x="1791" y="6142"/>
                  </a:lnTo>
                  <a:lnTo>
                    <a:pt x="2075" y="6224"/>
                  </a:lnTo>
                  <a:lnTo>
                    <a:pt x="2360" y="6264"/>
                  </a:lnTo>
                  <a:lnTo>
                    <a:pt x="2685" y="6305"/>
                  </a:lnTo>
                  <a:lnTo>
                    <a:pt x="3296" y="6305"/>
                  </a:lnTo>
                  <a:lnTo>
                    <a:pt x="3580" y="6224"/>
                  </a:lnTo>
                  <a:lnTo>
                    <a:pt x="3906" y="6183"/>
                  </a:lnTo>
                  <a:lnTo>
                    <a:pt x="4190" y="6102"/>
                  </a:lnTo>
                  <a:lnTo>
                    <a:pt x="4516" y="5939"/>
                  </a:lnTo>
                  <a:lnTo>
                    <a:pt x="4841" y="5817"/>
                  </a:lnTo>
                  <a:lnTo>
                    <a:pt x="5411" y="5451"/>
                  </a:lnTo>
                  <a:lnTo>
                    <a:pt x="5940" y="5044"/>
                  </a:lnTo>
                  <a:lnTo>
                    <a:pt x="6468" y="4637"/>
                  </a:lnTo>
                  <a:lnTo>
                    <a:pt x="6997" y="4231"/>
                  </a:lnTo>
                  <a:lnTo>
                    <a:pt x="7282" y="4068"/>
                  </a:lnTo>
                  <a:lnTo>
                    <a:pt x="7567" y="3946"/>
                  </a:lnTo>
                  <a:lnTo>
                    <a:pt x="7892" y="3824"/>
                  </a:lnTo>
                  <a:lnTo>
                    <a:pt x="8177" y="3783"/>
                  </a:lnTo>
                  <a:lnTo>
                    <a:pt x="8502" y="3824"/>
                  </a:lnTo>
                  <a:lnTo>
                    <a:pt x="8828" y="3905"/>
                  </a:lnTo>
                  <a:lnTo>
                    <a:pt x="9153" y="4027"/>
                  </a:lnTo>
                  <a:lnTo>
                    <a:pt x="9438" y="4190"/>
                  </a:lnTo>
                  <a:lnTo>
                    <a:pt x="9966" y="4556"/>
                  </a:lnTo>
                  <a:lnTo>
                    <a:pt x="10251" y="4719"/>
                  </a:lnTo>
                  <a:lnTo>
                    <a:pt x="10536" y="4882"/>
                  </a:lnTo>
                  <a:lnTo>
                    <a:pt x="10861" y="4963"/>
                  </a:lnTo>
                  <a:lnTo>
                    <a:pt x="11187" y="5044"/>
                  </a:lnTo>
                  <a:lnTo>
                    <a:pt x="11227" y="5044"/>
                  </a:lnTo>
                  <a:lnTo>
                    <a:pt x="11431" y="5004"/>
                  </a:lnTo>
                  <a:lnTo>
                    <a:pt x="11634" y="5004"/>
                  </a:lnTo>
                  <a:lnTo>
                    <a:pt x="12000" y="4841"/>
                  </a:lnTo>
                  <a:lnTo>
                    <a:pt x="12366" y="4678"/>
                  </a:lnTo>
                  <a:lnTo>
                    <a:pt x="12732" y="4434"/>
                  </a:lnTo>
                  <a:lnTo>
                    <a:pt x="13261" y="4109"/>
                  </a:lnTo>
                  <a:lnTo>
                    <a:pt x="13546" y="3946"/>
                  </a:lnTo>
                  <a:lnTo>
                    <a:pt x="13790" y="3865"/>
                  </a:lnTo>
                  <a:lnTo>
                    <a:pt x="14400" y="3702"/>
                  </a:lnTo>
                  <a:lnTo>
                    <a:pt x="14970" y="3539"/>
                  </a:lnTo>
                  <a:lnTo>
                    <a:pt x="15254" y="3499"/>
                  </a:lnTo>
                  <a:lnTo>
                    <a:pt x="15783" y="3499"/>
                  </a:lnTo>
                  <a:lnTo>
                    <a:pt x="15824" y="3539"/>
                  </a:lnTo>
                  <a:lnTo>
                    <a:pt x="15905" y="3580"/>
                  </a:lnTo>
                  <a:lnTo>
                    <a:pt x="16027" y="3580"/>
                  </a:lnTo>
                  <a:lnTo>
                    <a:pt x="16109" y="3499"/>
                  </a:lnTo>
                  <a:lnTo>
                    <a:pt x="16149" y="3417"/>
                  </a:lnTo>
                  <a:lnTo>
                    <a:pt x="16149" y="3336"/>
                  </a:lnTo>
                  <a:lnTo>
                    <a:pt x="15987" y="2522"/>
                  </a:lnTo>
                  <a:lnTo>
                    <a:pt x="15905" y="2156"/>
                  </a:lnTo>
                  <a:lnTo>
                    <a:pt x="15783" y="1749"/>
                  </a:lnTo>
                  <a:lnTo>
                    <a:pt x="15539" y="1383"/>
                  </a:lnTo>
                  <a:lnTo>
                    <a:pt x="15254" y="1058"/>
                  </a:lnTo>
                  <a:lnTo>
                    <a:pt x="14929" y="773"/>
                  </a:lnTo>
                  <a:lnTo>
                    <a:pt x="14563" y="529"/>
                  </a:lnTo>
                  <a:lnTo>
                    <a:pt x="14197" y="326"/>
                  </a:lnTo>
                  <a:lnTo>
                    <a:pt x="13749" y="163"/>
                  </a:lnTo>
                  <a:lnTo>
                    <a:pt x="13343" y="41"/>
                  </a:lnTo>
                  <a:lnTo>
                    <a:pt x="128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5"/>
            <p:cNvSpPr/>
            <p:nvPr/>
          </p:nvSpPr>
          <p:spPr>
            <a:xfrm>
              <a:off x="6728819" y="3784445"/>
              <a:ext cx="212223" cy="307170"/>
            </a:xfrm>
            <a:custGeom>
              <a:avLst/>
              <a:gdLst/>
              <a:ahLst/>
              <a:cxnLst/>
              <a:rect l="l" t="t" r="r" b="b"/>
              <a:pathLst>
                <a:path w="4638" h="6713" extrusionOk="0">
                  <a:moveTo>
                    <a:pt x="1424" y="1"/>
                  </a:moveTo>
                  <a:lnTo>
                    <a:pt x="692" y="1709"/>
                  </a:lnTo>
                  <a:lnTo>
                    <a:pt x="204" y="2686"/>
                  </a:lnTo>
                  <a:lnTo>
                    <a:pt x="1" y="3133"/>
                  </a:lnTo>
                  <a:lnTo>
                    <a:pt x="2075" y="3540"/>
                  </a:lnTo>
                  <a:lnTo>
                    <a:pt x="2360" y="3621"/>
                  </a:lnTo>
                  <a:lnTo>
                    <a:pt x="2482" y="3662"/>
                  </a:lnTo>
                  <a:lnTo>
                    <a:pt x="2604" y="3784"/>
                  </a:lnTo>
                  <a:lnTo>
                    <a:pt x="2726" y="3947"/>
                  </a:lnTo>
                  <a:lnTo>
                    <a:pt x="2767" y="4109"/>
                  </a:lnTo>
                  <a:lnTo>
                    <a:pt x="2767" y="4516"/>
                  </a:lnTo>
                  <a:lnTo>
                    <a:pt x="2807" y="5330"/>
                  </a:lnTo>
                  <a:lnTo>
                    <a:pt x="2929" y="6143"/>
                  </a:lnTo>
                  <a:lnTo>
                    <a:pt x="2970" y="6346"/>
                  </a:lnTo>
                  <a:lnTo>
                    <a:pt x="3051" y="6509"/>
                  </a:lnTo>
                  <a:lnTo>
                    <a:pt x="3173" y="6631"/>
                  </a:lnTo>
                  <a:lnTo>
                    <a:pt x="3214" y="6672"/>
                  </a:lnTo>
                  <a:lnTo>
                    <a:pt x="3336" y="6713"/>
                  </a:lnTo>
                  <a:lnTo>
                    <a:pt x="3417" y="6713"/>
                  </a:lnTo>
                  <a:lnTo>
                    <a:pt x="3539" y="6672"/>
                  </a:lnTo>
                  <a:lnTo>
                    <a:pt x="3621" y="6631"/>
                  </a:lnTo>
                  <a:lnTo>
                    <a:pt x="3702" y="6550"/>
                  </a:lnTo>
                  <a:lnTo>
                    <a:pt x="3824" y="6346"/>
                  </a:lnTo>
                  <a:lnTo>
                    <a:pt x="3905" y="6102"/>
                  </a:lnTo>
                  <a:lnTo>
                    <a:pt x="3987" y="5614"/>
                  </a:lnTo>
                  <a:lnTo>
                    <a:pt x="4068" y="5167"/>
                  </a:lnTo>
                  <a:lnTo>
                    <a:pt x="4190" y="4557"/>
                  </a:lnTo>
                  <a:lnTo>
                    <a:pt x="4312" y="3947"/>
                  </a:lnTo>
                  <a:lnTo>
                    <a:pt x="4475" y="3336"/>
                  </a:lnTo>
                  <a:lnTo>
                    <a:pt x="4597" y="2726"/>
                  </a:lnTo>
                  <a:lnTo>
                    <a:pt x="4597" y="2686"/>
                  </a:lnTo>
                  <a:lnTo>
                    <a:pt x="4638" y="2360"/>
                  </a:lnTo>
                  <a:lnTo>
                    <a:pt x="4638" y="2035"/>
                  </a:lnTo>
                  <a:lnTo>
                    <a:pt x="4597" y="1750"/>
                  </a:lnTo>
                  <a:lnTo>
                    <a:pt x="4516" y="1587"/>
                  </a:lnTo>
                  <a:lnTo>
                    <a:pt x="4475" y="1465"/>
                  </a:lnTo>
                  <a:lnTo>
                    <a:pt x="4312" y="1303"/>
                  </a:lnTo>
                  <a:lnTo>
                    <a:pt x="4109" y="1140"/>
                  </a:lnTo>
                  <a:lnTo>
                    <a:pt x="3661" y="937"/>
                  </a:lnTo>
                  <a:lnTo>
                    <a:pt x="2563" y="448"/>
                  </a:lnTo>
                  <a:lnTo>
                    <a:pt x="14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5"/>
            <p:cNvSpPr/>
            <p:nvPr/>
          </p:nvSpPr>
          <p:spPr>
            <a:xfrm>
              <a:off x="6719530" y="3775156"/>
              <a:ext cx="230801" cy="325748"/>
            </a:xfrm>
            <a:custGeom>
              <a:avLst/>
              <a:gdLst/>
              <a:ahLst/>
              <a:cxnLst/>
              <a:rect l="l" t="t" r="r" b="b"/>
              <a:pathLst>
                <a:path w="5044" h="7119" extrusionOk="0">
                  <a:moveTo>
                    <a:pt x="1760" y="478"/>
                  </a:moveTo>
                  <a:lnTo>
                    <a:pt x="2685" y="855"/>
                  </a:lnTo>
                  <a:lnTo>
                    <a:pt x="3783" y="1302"/>
                  </a:lnTo>
                  <a:lnTo>
                    <a:pt x="4027" y="1424"/>
                  </a:lnTo>
                  <a:lnTo>
                    <a:pt x="4230" y="1546"/>
                  </a:lnTo>
                  <a:lnTo>
                    <a:pt x="4393" y="1668"/>
                  </a:lnTo>
                  <a:lnTo>
                    <a:pt x="4556" y="1872"/>
                  </a:lnTo>
                  <a:lnTo>
                    <a:pt x="4637" y="2116"/>
                  </a:lnTo>
                  <a:lnTo>
                    <a:pt x="4637" y="2360"/>
                  </a:lnTo>
                  <a:lnTo>
                    <a:pt x="4597" y="2848"/>
                  </a:lnTo>
                  <a:lnTo>
                    <a:pt x="4475" y="3458"/>
                  </a:lnTo>
                  <a:lnTo>
                    <a:pt x="4353" y="4028"/>
                  </a:lnTo>
                  <a:lnTo>
                    <a:pt x="4190" y="4597"/>
                  </a:lnTo>
                  <a:lnTo>
                    <a:pt x="4068" y="5207"/>
                  </a:lnTo>
                  <a:lnTo>
                    <a:pt x="4027" y="5817"/>
                  </a:lnTo>
                  <a:lnTo>
                    <a:pt x="3946" y="6143"/>
                  </a:lnTo>
                  <a:lnTo>
                    <a:pt x="3864" y="6468"/>
                  </a:lnTo>
                  <a:lnTo>
                    <a:pt x="3783" y="6590"/>
                  </a:lnTo>
                  <a:lnTo>
                    <a:pt x="3702" y="6671"/>
                  </a:lnTo>
                  <a:lnTo>
                    <a:pt x="3580" y="6712"/>
                  </a:lnTo>
                  <a:lnTo>
                    <a:pt x="3539" y="6712"/>
                  </a:lnTo>
                  <a:lnTo>
                    <a:pt x="3458" y="6671"/>
                  </a:lnTo>
                  <a:lnTo>
                    <a:pt x="3376" y="6590"/>
                  </a:lnTo>
                  <a:lnTo>
                    <a:pt x="3336" y="6468"/>
                  </a:lnTo>
                  <a:lnTo>
                    <a:pt x="3295" y="6265"/>
                  </a:lnTo>
                  <a:lnTo>
                    <a:pt x="3214" y="5573"/>
                  </a:lnTo>
                  <a:lnTo>
                    <a:pt x="3173" y="5004"/>
                  </a:lnTo>
                  <a:lnTo>
                    <a:pt x="3173" y="4434"/>
                  </a:lnTo>
                  <a:lnTo>
                    <a:pt x="3132" y="4231"/>
                  </a:lnTo>
                  <a:lnTo>
                    <a:pt x="3092" y="4028"/>
                  </a:lnTo>
                  <a:lnTo>
                    <a:pt x="2970" y="3865"/>
                  </a:lnTo>
                  <a:lnTo>
                    <a:pt x="2848" y="3743"/>
                  </a:lnTo>
                  <a:lnTo>
                    <a:pt x="2563" y="3580"/>
                  </a:lnTo>
                  <a:lnTo>
                    <a:pt x="2278" y="3539"/>
                  </a:lnTo>
                  <a:lnTo>
                    <a:pt x="1668" y="3417"/>
                  </a:lnTo>
                  <a:lnTo>
                    <a:pt x="512" y="3186"/>
                  </a:lnTo>
                  <a:lnTo>
                    <a:pt x="570" y="3051"/>
                  </a:lnTo>
                  <a:lnTo>
                    <a:pt x="1058" y="2034"/>
                  </a:lnTo>
                  <a:lnTo>
                    <a:pt x="1465" y="1180"/>
                  </a:lnTo>
                  <a:lnTo>
                    <a:pt x="1668" y="733"/>
                  </a:lnTo>
                  <a:lnTo>
                    <a:pt x="1760" y="478"/>
                  </a:lnTo>
                  <a:close/>
                  <a:moveTo>
                    <a:pt x="1627" y="1"/>
                  </a:moveTo>
                  <a:lnTo>
                    <a:pt x="1546" y="41"/>
                  </a:lnTo>
                  <a:lnTo>
                    <a:pt x="1505" y="82"/>
                  </a:lnTo>
                  <a:lnTo>
                    <a:pt x="1465" y="163"/>
                  </a:lnTo>
                  <a:lnTo>
                    <a:pt x="1098" y="977"/>
                  </a:lnTo>
                  <a:lnTo>
                    <a:pt x="732" y="1790"/>
                  </a:lnTo>
                  <a:lnTo>
                    <a:pt x="285" y="2767"/>
                  </a:lnTo>
                  <a:lnTo>
                    <a:pt x="122" y="3092"/>
                  </a:lnTo>
                  <a:lnTo>
                    <a:pt x="41" y="3173"/>
                  </a:lnTo>
                  <a:lnTo>
                    <a:pt x="41" y="3214"/>
                  </a:lnTo>
                  <a:lnTo>
                    <a:pt x="0" y="3336"/>
                  </a:lnTo>
                  <a:lnTo>
                    <a:pt x="41" y="3458"/>
                  </a:lnTo>
                  <a:lnTo>
                    <a:pt x="82" y="3499"/>
                  </a:lnTo>
                  <a:lnTo>
                    <a:pt x="122" y="3539"/>
                  </a:lnTo>
                  <a:lnTo>
                    <a:pt x="1465" y="3783"/>
                  </a:lnTo>
                  <a:lnTo>
                    <a:pt x="2115" y="3906"/>
                  </a:lnTo>
                  <a:lnTo>
                    <a:pt x="2400" y="3987"/>
                  </a:lnTo>
                  <a:lnTo>
                    <a:pt x="2563" y="4028"/>
                  </a:lnTo>
                  <a:lnTo>
                    <a:pt x="2685" y="4109"/>
                  </a:lnTo>
                  <a:lnTo>
                    <a:pt x="2766" y="4231"/>
                  </a:lnTo>
                  <a:lnTo>
                    <a:pt x="2766" y="4353"/>
                  </a:lnTo>
                  <a:lnTo>
                    <a:pt x="2766" y="4638"/>
                  </a:lnTo>
                  <a:lnTo>
                    <a:pt x="2807" y="5288"/>
                  </a:lnTo>
                  <a:lnTo>
                    <a:pt x="2848" y="5939"/>
                  </a:lnTo>
                  <a:lnTo>
                    <a:pt x="2888" y="6224"/>
                  </a:lnTo>
                  <a:lnTo>
                    <a:pt x="2970" y="6549"/>
                  </a:lnTo>
                  <a:lnTo>
                    <a:pt x="3010" y="6712"/>
                  </a:lnTo>
                  <a:lnTo>
                    <a:pt x="3132" y="6916"/>
                  </a:lnTo>
                  <a:lnTo>
                    <a:pt x="3295" y="7038"/>
                  </a:lnTo>
                  <a:lnTo>
                    <a:pt x="3458" y="7119"/>
                  </a:lnTo>
                  <a:lnTo>
                    <a:pt x="3620" y="7119"/>
                  </a:lnTo>
                  <a:lnTo>
                    <a:pt x="3783" y="7078"/>
                  </a:lnTo>
                  <a:lnTo>
                    <a:pt x="3905" y="6997"/>
                  </a:lnTo>
                  <a:lnTo>
                    <a:pt x="4027" y="6916"/>
                  </a:lnTo>
                  <a:lnTo>
                    <a:pt x="4149" y="6753"/>
                  </a:lnTo>
                  <a:lnTo>
                    <a:pt x="4230" y="6631"/>
                  </a:lnTo>
                  <a:lnTo>
                    <a:pt x="4312" y="6305"/>
                  </a:lnTo>
                  <a:lnTo>
                    <a:pt x="4393" y="5939"/>
                  </a:lnTo>
                  <a:lnTo>
                    <a:pt x="4434" y="5614"/>
                  </a:lnTo>
                  <a:lnTo>
                    <a:pt x="4515" y="4922"/>
                  </a:lnTo>
                  <a:lnTo>
                    <a:pt x="4678" y="4272"/>
                  </a:lnTo>
                  <a:lnTo>
                    <a:pt x="4841" y="3621"/>
                  </a:lnTo>
                  <a:lnTo>
                    <a:pt x="5003" y="2970"/>
                  </a:lnTo>
                  <a:lnTo>
                    <a:pt x="5044" y="2441"/>
                  </a:lnTo>
                  <a:lnTo>
                    <a:pt x="5044" y="2156"/>
                  </a:lnTo>
                  <a:lnTo>
                    <a:pt x="4963" y="1912"/>
                  </a:lnTo>
                  <a:lnTo>
                    <a:pt x="4881" y="1628"/>
                  </a:lnTo>
                  <a:lnTo>
                    <a:pt x="4719" y="1424"/>
                  </a:lnTo>
                  <a:lnTo>
                    <a:pt x="4515" y="1262"/>
                  </a:lnTo>
                  <a:lnTo>
                    <a:pt x="4271" y="1099"/>
                  </a:lnTo>
                  <a:lnTo>
                    <a:pt x="3661" y="814"/>
                  </a:lnTo>
                  <a:lnTo>
                    <a:pt x="3010" y="529"/>
                  </a:lnTo>
                  <a:lnTo>
                    <a:pt x="1709" y="41"/>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5"/>
            <p:cNvSpPr/>
            <p:nvPr/>
          </p:nvSpPr>
          <p:spPr>
            <a:xfrm>
              <a:off x="6073646" y="3339625"/>
              <a:ext cx="759437" cy="779891"/>
            </a:xfrm>
            <a:custGeom>
              <a:avLst/>
              <a:gdLst/>
              <a:ahLst/>
              <a:cxnLst/>
              <a:rect l="l" t="t" r="r" b="b"/>
              <a:pathLst>
                <a:path w="16597" h="17044" extrusionOk="0">
                  <a:moveTo>
                    <a:pt x="11390" y="0"/>
                  </a:moveTo>
                  <a:lnTo>
                    <a:pt x="204" y="570"/>
                  </a:lnTo>
                  <a:lnTo>
                    <a:pt x="123" y="570"/>
                  </a:lnTo>
                  <a:lnTo>
                    <a:pt x="41" y="651"/>
                  </a:lnTo>
                  <a:lnTo>
                    <a:pt x="1" y="733"/>
                  </a:lnTo>
                  <a:lnTo>
                    <a:pt x="1" y="814"/>
                  </a:lnTo>
                  <a:lnTo>
                    <a:pt x="163" y="2075"/>
                  </a:lnTo>
                  <a:lnTo>
                    <a:pt x="245" y="3377"/>
                  </a:lnTo>
                  <a:lnTo>
                    <a:pt x="285" y="4637"/>
                  </a:lnTo>
                  <a:lnTo>
                    <a:pt x="367" y="5939"/>
                  </a:lnTo>
                  <a:lnTo>
                    <a:pt x="489" y="7159"/>
                  </a:lnTo>
                  <a:lnTo>
                    <a:pt x="611" y="8380"/>
                  </a:lnTo>
                  <a:lnTo>
                    <a:pt x="814" y="9641"/>
                  </a:lnTo>
                  <a:lnTo>
                    <a:pt x="1017" y="10861"/>
                  </a:lnTo>
                  <a:lnTo>
                    <a:pt x="1262" y="12081"/>
                  </a:lnTo>
                  <a:lnTo>
                    <a:pt x="1546" y="13301"/>
                  </a:lnTo>
                  <a:lnTo>
                    <a:pt x="1872" y="14522"/>
                  </a:lnTo>
                  <a:lnTo>
                    <a:pt x="2278" y="15701"/>
                  </a:lnTo>
                  <a:lnTo>
                    <a:pt x="2441" y="16230"/>
                  </a:lnTo>
                  <a:lnTo>
                    <a:pt x="2522" y="16556"/>
                  </a:lnTo>
                  <a:lnTo>
                    <a:pt x="2644" y="16840"/>
                  </a:lnTo>
                  <a:lnTo>
                    <a:pt x="2767" y="16962"/>
                  </a:lnTo>
                  <a:lnTo>
                    <a:pt x="2889" y="17003"/>
                  </a:lnTo>
                  <a:lnTo>
                    <a:pt x="3133" y="17044"/>
                  </a:lnTo>
                  <a:lnTo>
                    <a:pt x="3377" y="17044"/>
                  </a:lnTo>
                  <a:lnTo>
                    <a:pt x="3865" y="17003"/>
                  </a:lnTo>
                  <a:lnTo>
                    <a:pt x="5085" y="16881"/>
                  </a:lnTo>
                  <a:lnTo>
                    <a:pt x="6346" y="16759"/>
                  </a:lnTo>
                  <a:lnTo>
                    <a:pt x="6427" y="16718"/>
                  </a:lnTo>
                  <a:lnTo>
                    <a:pt x="6509" y="16637"/>
                  </a:lnTo>
                  <a:lnTo>
                    <a:pt x="6509" y="16556"/>
                  </a:lnTo>
                  <a:lnTo>
                    <a:pt x="6509" y="16474"/>
                  </a:lnTo>
                  <a:lnTo>
                    <a:pt x="6509" y="16434"/>
                  </a:lnTo>
                  <a:lnTo>
                    <a:pt x="6468" y="16149"/>
                  </a:lnTo>
                  <a:lnTo>
                    <a:pt x="6468" y="15254"/>
                  </a:lnTo>
                  <a:lnTo>
                    <a:pt x="6468" y="12447"/>
                  </a:lnTo>
                  <a:lnTo>
                    <a:pt x="6509" y="9153"/>
                  </a:lnTo>
                  <a:lnTo>
                    <a:pt x="6590" y="5858"/>
                  </a:lnTo>
                  <a:lnTo>
                    <a:pt x="6590" y="4760"/>
                  </a:lnTo>
                  <a:lnTo>
                    <a:pt x="7526" y="6997"/>
                  </a:lnTo>
                  <a:lnTo>
                    <a:pt x="8095" y="8461"/>
                  </a:lnTo>
                  <a:lnTo>
                    <a:pt x="8380" y="9153"/>
                  </a:lnTo>
                  <a:lnTo>
                    <a:pt x="8705" y="9885"/>
                  </a:lnTo>
                  <a:lnTo>
                    <a:pt x="9031" y="10454"/>
                  </a:lnTo>
                  <a:lnTo>
                    <a:pt x="9356" y="10942"/>
                  </a:lnTo>
                  <a:lnTo>
                    <a:pt x="9559" y="11186"/>
                  </a:lnTo>
                  <a:lnTo>
                    <a:pt x="9803" y="11390"/>
                  </a:lnTo>
                  <a:lnTo>
                    <a:pt x="10048" y="11593"/>
                  </a:lnTo>
                  <a:lnTo>
                    <a:pt x="10292" y="11796"/>
                  </a:lnTo>
                  <a:lnTo>
                    <a:pt x="10780" y="12041"/>
                  </a:lnTo>
                  <a:lnTo>
                    <a:pt x="11309" y="12244"/>
                  </a:lnTo>
                  <a:lnTo>
                    <a:pt x="11837" y="12407"/>
                  </a:lnTo>
                  <a:lnTo>
                    <a:pt x="12407" y="12529"/>
                  </a:lnTo>
                  <a:lnTo>
                    <a:pt x="13668" y="12773"/>
                  </a:lnTo>
                  <a:lnTo>
                    <a:pt x="14319" y="12895"/>
                  </a:lnTo>
                  <a:lnTo>
                    <a:pt x="14929" y="13098"/>
                  </a:lnTo>
                  <a:lnTo>
                    <a:pt x="15051" y="13098"/>
                  </a:lnTo>
                  <a:lnTo>
                    <a:pt x="15173" y="13017"/>
                  </a:lnTo>
                  <a:lnTo>
                    <a:pt x="15620" y="12285"/>
                  </a:lnTo>
                  <a:lnTo>
                    <a:pt x="15986" y="11552"/>
                  </a:lnTo>
                  <a:lnTo>
                    <a:pt x="16312" y="10820"/>
                  </a:lnTo>
                  <a:lnTo>
                    <a:pt x="16596" y="10047"/>
                  </a:lnTo>
                  <a:lnTo>
                    <a:pt x="16596" y="9885"/>
                  </a:lnTo>
                  <a:lnTo>
                    <a:pt x="16556" y="9844"/>
                  </a:lnTo>
                  <a:lnTo>
                    <a:pt x="16515" y="9803"/>
                  </a:lnTo>
                  <a:lnTo>
                    <a:pt x="15824" y="9478"/>
                  </a:lnTo>
                  <a:lnTo>
                    <a:pt x="15173" y="9153"/>
                  </a:lnTo>
                  <a:lnTo>
                    <a:pt x="14522" y="8786"/>
                  </a:lnTo>
                  <a:lnTo>
                    <a:pt x="13912" y="8339"/>
                  </a:lnTo>
                  <a:lnTo>
                    <a:pt x="13668" y="8095"/>
                  </a:lnTo>
                  <a:lnTo>
                    <a:pt x="13424" y="7810"/>
                  </a:lnTo>
                  <a:lnTo>
                    <a:pt x="13180" y="7525"/>
                  </a:lnTo>
                  <a:lnTo>
                    <a:pt x="13017" y="7241"/>
                  </a:lnTo>
                  <a:lnTo>
                    <a:pt x="12814" y="6834"/>
                  </a:lnTo>
                  <a:lnTo>
                    <a:pt x="12692" y="6387"/>
                  </a:lnTo>
                  <a:lnTo>
                    <a:pt x="12488" y="5492"/>
                  </a:lnTo>
                  <a:lnTo>
                    <a:pt x="12041" y="3254"/>
                  </a:lnTo>
                  <a:lnTo>
                    <a:pt x="11837" y="2116"/>
                  </a:lnTo>
                  <a:lnTo>
                    <a:pt x="11634" y="936"/>
                  </a:lnTo>
                  <a:lnTo>
                    <a:pt x="11593" y="489"/>
                  </a:lnTo>
                  <a:lnTo>
                    <a:pt x="11593" y="326"/>
                  </a:lnTo>
                  <a:lnTo>
                    <a:pt x="11593" y="285"/>
                  </a:lnTo>
                  <a:lnTo>
                    <a:pt x="11593" y="163"/>
                  </a:lnTo>
                  <a:lnTo>
                    <a:pt x="11593" y="82"/>
                  </a:lnTo>
                  <a:lnTo>
                    <a:pt x="11512" y="41"/>
                  </a:lnTo>
                  <a:lnTo>
                    <a:pt x="113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5"/>
            <p:cNvSpPr/>
            <p:nvPr/>
          </p:nvSpPr>
          <p:spPr>
            <a:xfrm>
              <a:off x="6110894" y="4084119"/>
              <a:ext cx="262465" cy="236429"/>
            </a:xfrm>
            <a:custGeom>
              <a:avLst/>
              <a:gdLst/>
              <a:ahLst/>
              <a:cxnLst/>
              <a:rect l="l" t="t" r="r" b="b"/>
              <a:pathLst>
                <a:path w="5736" h="5167" extrusionOk="0">
                  <a:moveTo>
                    <a:pt x="5654" y="1"/>
                  </a:moveTo>
                  <a:lnTo>
                    <a:pt x="4800" y="164"/>
                  </a:lnTo>
                  <a:lnTo>
                    <a:pt x="3946" y="245"/>
                  </a:lnTo>
                  <a:lnTo>
                    <a:pt x="3091" y="326"/>
                  </a:lnTo>
                  <a:lnTo>
                    <a:pt x="2237" y="326"/>
                  </a:lnTo>
                  <a:lnTo>
                    <a:pt x="2197" y="489"/>
                  </a:lnTo>
                  <a:lnTo>
                    <a:pt x="2197" y="652"/>
                  </a:lnTo>
                  <a:lnTo>
                    <a:pt x="2237" y="977"/>
                  </a:lnTo>
                  <a:lnTo>
                    <a:pt x="2359" y="1302"/>
                  </a:lnTo>
                  <a:lnTo>
                    <a:pt x="2441" y="1628"/>
                  </a:lnTo>
                  <a:lnTo>
                    <a:pt x="2563" y="1953"/>
                  </a:lnTo>
                  <a:lnTo>
                    <a:pt x="2603" y="2279"/>
                  </a:lnTo>
                  <a:lnTo>
                    <a:pt x="2603" y="2604"/>
                  </a:lnTo>
                  <a:lnTo>
                    <a:pt x="2563" y="2726"/>
                  </a:lnTo>
                  <a:lnTo>
                    <a:pt x="2481" y="2889"/>
                  </a:lnTo>
                  <a:lnTo>
                    <a:pt x="2319" y="3052"/>
                  </a:lnTo>
                  <a:lnTo>
                    <a:pt x="2115" y="3214"/>
                  </a:lnTo>
                  <a:lnTo>
                    <a:pt x="1627" y="3540"/>
                  </a:lnTo>
                  <a:lnTo>
                    <a:pt x="1180" y="3784"/>
                  </a:lnTo>
                  <a:lnTo>
                    <a:pt x="732" y="4109"/>
                  </a:lnTo>
                  <a:lnTo>
                    <a:pt x="325" y="4435"/>
                  </a:lnTo>
                  <a:lnTo>
                    <a:pt x="203" y="4597"/>
                  </a:lnTo>
                  <a:lnTo>
                    <a:pt x="81" y="4760"/>
                  </a:lnTo>
                  <a:lnTo>
                    <a:pt x="0" y="4882"/>
                  </a:lnTo>
                  <a:lnTo>
                    <a:pt x="41" y="5004"/>
                  </a:lnTo>
                  <a:lnTo>
                    <a:pt x="122" y="5085"/>
                  </a:lnTo>
                  <a:lnTo>
                    <a:pt x="244" y="5126"/>
                  </a:lnTo>
                  <a:lnTo>
                    <a:pt x="448" y="5167"/>
                  </a:lnTo>
                  <a:lnTo>
                    <a:pt x="651" y="5126"/>
                  </a:lnTo>
                  <a:lnTo>
                    <a:pt x="1505" y="4923"/>
                  </a:lnTo>
                  <a:lnTo>
                    <a:pt x="2400" y="4760"/>
                  </a:lnTo>
                  <a:lnTo>
                    <a:pt x="3295" y="4597"/>
                  </a:lnTo>
                  <a:lnTo>
                    <a:pt x="4149" y="4353"/>
                  </a:lnTo>
                  <a:lnTo>
                    <a:pt x="4474" y="4231"/>
                  </a:lnTo>
                  <a:lnTo>
                    <a:pt x="4800" y="4109"/>
                  </a:lnTo>
                  <a:lnTo>
                    <a:pt x="5085" y="3906"/>
                  </a:lnTo>
                  <a:lnTo>
                    <a:pt x="5329" y="3702"/>
                  </a:lnTo>
                  <a:lnTo>
                    <a:pt x="5451" y="3540"/>
                  </a:lnTo>
                  <a:lnTo>
                    <a:pt x="5532" y="3336"/>
                  </a:lnTo>
                  <a:lnTo>
                    <a:pt x="5654" y="2930"/>
                  </a:lnTo>
                  <a:lnTo>
                    <a:pt x="5735" y="2441"/>
                  </a:lnTo>
                  <a:lnTo>
                    <a:pt x="5735" y="1913"/>
                  </a:lnTo>
                  <a:lnTo>
                    <a:pt x="5735" y="1384"/>
                  </a:lnTo>
                  <a:lnTo>
                    <a:pt x="5695" y="896"/>
                  </a:lnTo>
                  <a:lnTo>
                    <a:pt x="56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5"/>
            <p:cNvSpPr/>
            <p:nvPr/>
          </p:nvSpPr>
          <p:spPr>
            <a:xfrm>
              <a:off x="6103435" y="4076706"/>
              <a:ext cx="279212" cy="251300"/>
            </a:xfrm>
            <a:custGeom>
              <a:avLst/>
              <a:gdLst/>
              <a:ahLst/>
              <a:cxnLst/>
              <a:rect l="l" t="t" r="r" b="b"/>
              <a:pathLst>
                <a:path w="6102" h="5492" extrusionOk="0">
                  <a:moveTo>
                    <a:pt x="5624" y="400"/>
                  </a:moveTo>
                  <a:lnTo>
                    <a:pt x="5654" y="1058"/>
                  </a:lnTo>
                  <a:lnTo>
                    <a:pt x="5736" y="1993"/>
                  </a:lnTo>
                  <a:lnTo>
                    <a:pt x="5695" y="2441"/>
                  </a:lnTo>
                  <a:lnTo>
                    <a:pt x="5654" y="2888"/>
                  </a:lnTo>
                  <a:lnTo>
                    <a:pt x="5614" y="3092"/>
                  </a:lnTo>
                  <a:lnTo>
                    <a:pt x="5573" y="3336"/>
                  </a:lnTo>
                  <a:lnTo>
                    <a:pt x="5451" y="3539"/>
                  </a:lnTo>
                  <a:lnTo>
                    <a:pt x="5329" y="3702"/>
                  </a:lnTo>
                  <a:lnTo>
                    <a:pt x="5044" y="3986"/>
                  </a:lnTo>
                  <a:lnTo>
                    <a:pt x="4719" y="4149"/>
                  </a:lnTo>
                  <a:lnTo>
                    <a:pt x="4353" y="4312"/>
                  </a:lnTo>
                  <a:lnTo>
                    <a:pt x="3987" y="4393"/>
                  </a:lnTo>
                  <a:lnTo>
                    <a:pt x="3132" y="4637"/>
                  </a:lnTo>
                  <a:lnTo>
                    <a:pt x="2278" y="4800"/>
                  </a:lnTo>
                  <a:lnTo>
                    <a:pt x="1505" y="4922"/>
                  </a:lnTo>
                  <a:lnTo>
                    <a:pt x="1058" y="5044"/>
                  </a:lnTo>
                  <a:lnTo>
                    <a:pt x="814" y="5085"/>
                  </a:lnTo>
                  <a:lnTo>
                    <a:pt x="570" y="5125"/>
                  </a:lnTo>
                  <a:lnTo>
                    <a:pt x="407" y="5085"/>
                  </a:lnTo>
                  <a:lnTo>
                    <a:pt x="366" y="5085"/>
                  </a:lnTo>
                  <a:lnTo>
                    <a:pt x="407" y="5003"/>
                  </a:lnTo>
                  <a:lnTo>
                    <a:pt x="611" y="4759"/>
                  </a:lnTo>
                  <a:lnTo>
                    <a:pt x="895" y="4515"/>
                  </a:lnTo>
                  <a:lnTo>
                    <a:pt x="1505" y="4108"/>
                  </a:lnTo>
                  <a:lnTo>
                    <a:pt x="1953" y="3824"/>
                  </a:lnTo>
                  <a:lnTo>
                    <a:pt x="2441" y="3498"/>
                  </a:lnTo>
                  <a:lnTo>
                    <a:pt x="2685" y="3295"/>
                  </a:lnTo>
                  <a:lnTo>
                    <a:pt x="2807" y="3132"/>
                  </a:lnTo>
                  <a:lnTo>
                    <a:pt x="2888" y="3010"/>
                  </a:lnTo>
                  <a:lnTo>
                    <a:pt x="2929" y="2847"/>
                  </a:lnTo>
                  <a:lnTo>
                    <a:pt x="2970" y="2685"/>
                  </a:lnTo>
                  <a:lnTo>
                    <a:pt x="2970" y="2319"/>
                  </a:lnTo>
                  <a:lnTo>
                    <a:pt x="2929" y="2075"/>
                  </a:lnTo>
                  <a:lnTo>
                    <a:pt x="2848" y="1871"/>
                  </a:lnTo>
                  <a:lnTo>
                    <a:pt x="2685" y="1424"/>
                  </a:lnTo>
                  <a:lnTo>
                    <a:pt x="2563" y="1017"/>
                  </a:lnTo>
                  <a:lnTo>
                    <a:pt x="2563" y="773"/>
                  </a:lnTo>
                  <a:lnTo>
                    <a:pt x="2579" y="692"/>
                  </a:lnTo>
                  <a:lnTo>
                    <a:pt x="3254" y="692"/>
                  </a:lnTo>
                  <a:lnTo>
                    <a:pt x="4149" y="610"/>
                  </a:lnTo>
                  <a:lnTo>
                    <a:pt x="5004" y="488"/>
                  </a:lnTo>
                  <a:lnTo>
                    <a:pt x="5624" y="400"/>
                  </a:lnTo>
                  <a:close/>
                  <a:moveTo>
                    <a:pt x="5776" y="0"/>
                  </a:moveTo>
                  <a:lnTo>
                    <a:pt x="4922" y="122"/>
                  </a:lnTo>
                  <a:lnTo>
                    <a:pt x="4068" y="204"/>
                  </a:lnTo>
                  <a:lnTo>
                    <a:pt x="3254" y="285"/>
                  </a:lnTo>
                  <a:lnTo>
                    <a:pt x="2400" y="326"/>
                  </a:lnTo>
                  <a:lnTo>
                    <a:pt x="2278" y="366"/>
                  </a:lnTo>
                  <a:lnTo>
                    <a:pt x="2238" y="407"/>
                  </a:lnTo>
                  <a:lnTo>
                    <a:pt x="2197" y="448"/>
                  </a:lnTo>
                  <a:lnTo>
                    <a:pt x="2156" y="651"/>
                  </a:lnTo>
                  <a:lnTo>
                    <a:pt x="2156" y="854"/>
                  </a:lnTo>
                  <a:lnTo>
                    <a:pt x="2238" y="1261"/>
                  </a:lnTo>
                  <a:lnTo>
                    <a:pt x="2522" y="2075"/>
                  </a:lnTo>
                  <a:lnTo>
                    <a:pt x="2563" y="2237"/>
                  </a:lnTo>
                  <a:lnTo>
                    <a:pt x="2604" y="2481"/>
                  </a:lnTo>
                  <a:lnTo>
                    <a:pt x="2563" y="2685"/>
                  </a:lnTo>
                  <a:lnTo>
                    <a:pt x="2522" y="2888"/>
                  </a:lnTo>
                  <a:lnTo>
                    <a:pt x="2441" y="2969"/>
                  </a:lnTo>
                  <a:lnTo>
                    <a:pt x="2360" y="3092"/>
                  </a:lnTo>
                  <a:lnTo>
                    <a:pt x="2156" y="3214"/>
                  </a:lnTo>
                  <a:lnTo>
                    <a:pt x="1546" y="3620"/>
                  </a:lnTo>
                  <a:lnTo>
                    <a:pt x="977" y="3986"/>
                  </a:lnTo>
                  <a:lnTo>
                    <a:pt x="692" y="4190"/>
                  </a:lnTo>
                  <a:lnTo>
                    <a:pt x="366" y="4434"/>
                  </a:lnTo>
                  <a:lnTo>
                    <a:pt x="244" y="4597"/>
                  </a:lnTo>
                  <a:lnTo>
                    <a:pt x="122" y="4719"/>
                  </a:lnTo>
                  <a:lnTo>
                    <a:pt x="41" y="4881"/>
                  </a:lnTo>
                  <a:lnTo>
                    <a:pt x="0" y="5044"/>
                  </a:lnTo>
                  <a:lnTo>
                    <a:pt x="0" y="5207"/>
                  </a:lnTo>
                  <a:lnTo>
                    <a:pt x="41" y="5329"/>
                  </a:lnTo>
                  <a:lnTo>
                    <a:pt x="163" y="5410"/>
                  </a:lnTo>
                  <a:lnTo>
                    <a:pt x="285" y="5491"/>
                  </a:lnTo>
                  <a:lnTo>
                    <a:pt x="611" y="5491"/>
                  </a:lnTo>
                  <a:lnTo>
                    <a:pt x="936" y="5451"/>
                  </a:lnTo>
                  <a:lnTo>
                    <a:pt x="1993" y="5247"/>
                  </a:lnTo>
                  <a:lnTo>
                    <a:pt x="3010" y="5044"/>
                  </a:lnTo>
                  <a:lnTo>
                    <a:pt x="4027" y="4841"/>
                  </a:lnTo>
                  <a:lnTo>
                    <a:pt x="4475" y="4678"/>
                  </a:lnTo>
                  <a:lnTo>
                    <a:pt x="4882" y="4515"/>
                  </a:lnTo>
                  <a:lnTo>
                    <a:pt x="5288" y="4312"/>
                  </a:lnTo>
                  <a:lnTo>
                    <a:pt x="5451" y="4149"/>
                  </a:lnTo>
                  <a:lnTo>
                    <a:pt x="5532" y="4068"/>
                  </a:lnTo>
                  <a:lnTo>
                    <a:pt x="5573" y="4068"/>
                  </a:lnTo>
                  <a:lnTo>
                    <a:pt x="5614" y="3986"/>
                  </a:lnTo>
                  <a:lnTo>
                    <a:pt x="5776" y="3783"/>
                  </a:lnTo>
                  <a:lnTo>
                    <a:pt x="5858" y="3580"/>
                  </a:lnTo>
                  <a:lnTo>
                    <a:pt x="6020" y="3132"/>
                  </a:lnTo>
                  <a:lnTo>
                    <a:pt x="6102" y="2644"/>
                  </a:lnTo>
                  <a:lnTo>
                    <a:pt x="6102" y="2197"/>
                  </a:lnTo>
                  <a:lnTo>
                    <a:pt x="6102" y="1668"/>
                  </a:lnTo>
                  <a:lnTo>
                    <a:pt x="6061" y="1180"/>
                  </a:lnTo>
                  <a:lnTo>
                    <a:pt x="6020" y="163"/>
                  </a:lnTo>
                  <a:lnTo>
                    <a:pt x="5980" y="81"/>
                  </a:lnTo>
                  <a:lnTo>
                    <a:pt x="5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5"/>
            <p:cNvSpPr/>
            <p:nvPr/>
          </p:nvSpPr>
          <p:spPr>
            <a:xfrm>
              <a:off x="6151802" y="2502057"/>
              <a:ext cx="403947" cy="493266"/>
            </a:xfrm>
            <a:custGeom>
              <a:avLst/>
              <a:gdLst/>
              <a:ahLst/>
              <a:cxnLst/>
              <a:rect l="l" t="t" r="r" b="b"/>
              <a:pathLst>
                <a:path w="8828" h="10780" extrusionOk="0">
                  <a:moveTo>
                    <a:pt x="4313" y="0"/>
                  </a:moveTo>
                  <a:lnTo>
                    <a:pt x="4150" y="41"/>
                  </a:lnTo>
                  <a:lnTo>
                    <a:pt x="3987" y="82"/>
                  </a:lnTo>
                  <a:lnTo>
                    <a:pt x="3621" y="244"/>
                  </a:lnTo>
                  <a:lnTo>
                    <a:pt x="3296" y="407"/>
                  </a:lnTo>
                  <a:lnTo>
                    <a:pt x="1750" y="1058"/>
                  </a:lnTo>
                  <a:lnTo>
                    <a:pt x="1018" y="1424"/>
                  </a:lnTo>
                  <a:lnTo>
                    <a:pt x="611" y="1587"/>
                  </a:lnTo>
                  <a:lnTo>
                    <a:pt x="448" y="1668"/>
                  </a:lnTo>
                  <a:lnTo>
                    <a:pt x="286" y="1790"/>
                  </a:lnTo>
                  <a:lnTo>
                    <a:pt x="164" y="1871"/>
                  </a:lnTo>
                  <a:lnTo>
                    <a:pt x="82" y="1953"/>
                  </a:lnTo>
                  <a:lnTo>
                    <a:pt x="1" y="2156"/>
                  </a:lnTo>
                  <a:lnTo>
                    <a:pt x="1" y="2400"/>
                  </a:lnTo>
                  <a:lnTo>
                    <a:pt x="82" y="2644"/>
                  </a:lnTo>
                  <a:lnTo>
                    <a:pt x="164" y="2847"/>
                  </a:lnTo>
                  <a:lnTo>
                    <a:pt x="286" y="3092"/>
                  </a:lnTo>
                  <a:lnTo>
                    <a:pt x="570" y="3498"/>
                  </a:lnTo>
                  <a:lnTo>
                    <a:pt x="733" y="3824"/>
                  </a:lnTo>
                  <a:lnTo>
                    <a:pt x="855" y="4149"/>
                  </a:lnTo>
                  <a:lnTo>
                    <a:pt x="1099" y="4800"/>
                  </a:lnTo>
                  <a:lnTo>
                    <a:pt x="1750" y="6305"/>
                  </a:lnTo>
                  <a:lnTo>
                    <a:pt x="2482" y="7729"/>
                  </a:lnTo>
                  <a:lnTo>
                    <a:pt x="3296" y="9152"/>
                  </a:lnTo>
                  <a:lnTo>
                    <a:pt x="3580" y="9681"/>
                  </a:lnTo>
                  <a:lnTo>
                    <a:pt x="3743" y="9925"/>
                  </a:lnTo>
                  <a:lnTo>
                    <a:pt x="3947" y="10169"/>
                  </a:lnTo>
                  <a:lnTo>
                    <a:pt x="4150" y="10373"/>
                  </a:lnTo>
                  <a:lnTo>
                    <a:pt x="4353" y="10576"/>
                  </a:lnTo>
                  <a:lnTo>
                    <a:pt x="4638" y="10698"/>
                  </a:lnTo>
                  <a:lnTo>
                    <a:pt x="4923" y="10779"/>
                  </a:lnTo>
                  <a:lnTo>
                    <a:pt x="5330" y="10779"/>
                  </a:lnTo>
                  <a:lnTo>
                    <a:pt x="5696" y="10739"/>
                  </a:lnTo>
                  <a:lnTo>
                    <a:pt x="6672" y="10698"/>
                  </a:lnTo>
                  <a:lnTo>
                    <a:pt x="8624" y="10576"/>
                  </a:lnTo>
                  <a:lnTo>
                    <a:pt x="8706" y="10535"/>
                  </a:lnTo>
                  <a:lnTo>
                    <a:pt x="8746" y="10495"/>
                  </a:lnTo>
                  <a:lnTo>
                    <a:pt x="8787" y="10454"/>
                  </a:lnTo>
                  <a:lnTo>
                    <a:pt x="8828" y="10373"/>
                  </a:lnTo>
                  <a:lnTo>
                    <a:pt x="8828" y="9762"/>
                  </a:lnTo>
                  <a:lnTo>
                    <a:pt x="8746" y="8949"/>
                  </a:lnTo>
                  <a:lnTo>
                    <a:pt x="8665" y="8176"/>
                  </a:lnTo>
                  <a:lnTo>
                    <a:pt x="8462" y="7444"/>
                  </a:lnTo>
                  <a:lnTo>
                    <a:pt x="8258" y="6712"/>
                  </a:lnTo>
                  <a:lnTo>
                    <a:pt x="8014" y="5980"/>
                  </a:lnTo>
                  <a:lnTo>
                    <a:pt x="7689" y="5247"/>
                  </a:lnTo>
                  <a:lnTo>
                    <a:pt x="7363" y="4556"/>
                  </a:lnTo>
                  <a:lnTo>
                    <a:pt x="6997" y="3864"/>
                  </a:lnTo>
                  <a:lnTo>
                    <a:pt x="6184" y="2481"/>
                  </a:lnTo>
                  <a:lnTo>
                    <a:pt x="5777" y="1790"/>
                  </a:lnTo>
                  <a:lnTo>
                    <a:pt x="5370" y="1058"/>
                  </a:lnTo>
                  <a:lnTo>
                    <a:pt x="5085" y="488"/>
                  </a:lnTo>
                  <a:lnTo>
                    <a:pt x="4923" y="244"/>
                  </a:lnTo>
                  <a:lnTo>
                    <a:pt x="4801" y="122"/>
                  </a:lnTo>
                  <a:lnTo>
                    <a:pt x="4679" y="41"/>
                  </a:lnTo>
                  <a:lnTo>
                    <a:pt x="45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5"/>
            <p:cNvSpPr/>
            <p:nvPr/>
          </p:nvSpPr>
          <p:spPr>
            <a:xfrm>
              <a:off x="5900541" y="1811512"/>
              <a:ext cx="469106" cy="815261"/>
            </a:xfrm>
            <a:custGeom>
              <a:avLst/>
              <a:gdLst/>
              <a:ahLst/>
              <a:cxnLst/>
              <a:rect l="l" t="t" r="r" b="b"/>
              <a:pathLst>
                <a:path w="10252" h="17817" extrusionOk="0">
                  <a:moveTo>
                    <a:pt x="2401" y="0"/>
                  </a:moveTo>
                  <a:lnTo>
                    <a:pt x="2319" y="82"/>
                  </a:lnTo>
                  <a:lnTo>
                    <a:pt x="2279" y="163"/>
                  </a:lnTo>
                  <a:lnTo>
                    <a:pt x="2279" y="326"/>
                  </a:lnTo>
                  <a:lnTo>
                    <a:pt x="2319" y="651"/>
                  </a:lnTo>
                  <a:lnTo>
                    <a:pt x="2441" y="1058"/>
                  </a:lnTo>
                  <a:lnTo>
                    <a:pt x="2563" y="1424"/>
                  </a:lnTo>
                  <a:lnTo>
                    <a:pt x="2726" y="1790"/>
                  </a:lnTo>
                  <a:lnTo>
                    <a:pt x="2929" y="2115"/>
                  </a:lnTo>
                  <a:lnTo>
                    <a:pt x="2360" y="1302"/>
                  </a:lnTo>
                  <a:lnTo>
                    <a:pt x="2238" y="1139"/>
                  </a:lnTo>
                  <a:lnTo>
                    <a:pt x="2116" y="1017"/>
                  </a:lnTo>
                  <a:lnTo>
                    <a:pt x="1953" y="977"/>
                  </a:lnTo>
                  <a:lnTo>
                    <a:pt x="1831" y="977"/>
                  </a:lnTo>
                  <a:lnTo>
                    <a:pt x="1750" y="1017"/>
                  </a:lnTo>
                  <a:lnTo>
                    <a:pt x="1668" y="1099"/>
                  </a:lnTo>
                  <a:lnTo>
                    <a:pt x="1628" y="1261"/>
                  </a:lnTo>
                  <a:lnTo>
                    <a:pt x="1628" y="1383"/>
                  </a:lnTo>
                  <a:lnTo>
                    <a:pt x="1628" y="1627"/>
                  </a:lnTo>
                  <a:lnTo>
                    <a:pt x="1750" y="1993"/>
                  </a:lnTo>
                  <a:lnTo>
                    <a:pt x="1857" y="2278"/>
                  </a:lnTo>
                  <a:lnTo>
                    <a:pt x="1831" y="2238"/>
                  </a:lnTo>
                  <a:lnTo>
                    <a:pt x="1628" y="1912"/>
                  </a:lnTo>
                  <a:lnTo>
                    <a:pt x="1343" y="1627"/>
                  </a:lnTo>
                  <a:lnTo>
                    <a:pt x="1221" y="1546"/>
                  </a:lnTo>
                  <a:lnTo>
                    <a:pt x="1140" y="1505"/>
                  </a:lnTo>
                  <a:lnTo>
                    <a:pt x="1058" y="1505"/>
                  </a:lnTo>
                  <a:lnTo>
                    <a:pt x="977" y="1546"/>
                  </a:lnTo>
                  <a:lnTo>
                    <a:pt x="936" y="1668"/>
                  </a:lnTo>
                  <a:lnTo>
                    <a:pt x="936" y="1871"/>
                  </a:lnTo>
                  <a:lnTo>
                    <a:pt x="977" y="2360"/>
                  </a:lnTo>
                  <a:lnTo>
                    <a:pt x="1058" y="2848"/>
                  </a:lnTo>
                  <a:lnTo>
                    <a:pt x="977" y="2726"/>
                  </a:lnTo>
                  <a:lnTo>
                    <a:pt x="855" y="2563"/>
                  </a:lnTo>
                  <a:lnTo>
                    <a:pt x="733" y="2441"/>
                  </a:lnTo>
                  <a:lnTo>
                    <a:pt x="529" y="2319"/>
                  </a:lnTo>
                  <a:lnTo>
                    <a:pt x="367" y="2238"/>
                  </a:lnTo>
                  <a:lnTo>
                    <a:pt x="204" y="2238"/>
                  </a:lnTo>
                  <a:lnTo>
                    <a:pt x="123" y="2278"/>
                  </a:lnTo>
                  <a:lnTo>
                    <a:pt x="82" y="2319"/>
                  </a:lnTo>
                  <a:lnTo>
                    <a:pt x="41" y="2360"/>
                  </a:lnTo>
                  <a:lnTo>
                    <a:pt x="1" y="2482"/>
                  </a:lnTo>
                  <a:lnTo>
                    <a:pt x="41" y="2726"/>
                  </a:lnTo>
                  <a:lnTo>
                    <a:pt x="123" y="3295"/>
                  </a:lnTo>
                  <a:lnTo>
                    <a:pt x="245" y="3865"/>
                  </a:lnTo>
                  <a:lnTo>
                    <a:pt x="570" y="5003"/>
                  </a:lnTo>
                  <a:lnTo>
                    <a:pt x="936" y="6102"/>
                  </a:lnTo>
                  <a:lnTo>
                    <a:pt x="1343" y="7159"/>
                  </a:lnTo>
                  <a:lnTo>
                    <a:pt x="1953" y="8705"/>
                  </a:lnTo>
                  <a:lnTo>
                    <a:pt x="2970" y="11390"/>
                  </a:lnTo>
                  <a:lnTo>
                    <a:pt x="3662" y="13057"/>
                  </a:lnTo>
                  <a:lnTo>
                    <a:pt x="4028" y="13871"/>
                  </a:lnTo>
                  <a:lnTo>
                    <a:pt x="4434" y="14684"/>
                  </a:lnTo>
                  <a:lnTo>
                    <a:pt x="4882" y="15498"/>
                  </a:lnTo>
                  <a:lnTo>
                    <a:pt x="5329" y="16271"/>
                  </a:lnTo>
                  <a:lnTo>
                    <a:pt x="5777" y="17044"/>
                  </a:lnTo>
                  <a:lnTo>
                    <a:pt x="6305" y="17816"/>
                  </a:lnTo>
                  <a:lnTo>
                    <a:pt x="6468" y="17816"/>
                  </a:lnTo>
                  <a:lnTo>
                    <a:pt x="6916" y="17694"/>
                  </a:lnTo>
                  <a:lnTo>
                    <a:pt x="8217" y="17166"/>
                  </a:lnTo>
                  <a:lnTo>
                    <a:pt x="10251" y="16271"/>
                  </a:lnTo>
                  <a:lnTo>
                    <a:pt x="6590" y="7159"/>
                  </a:lnTo>
                  <a:lnTo>
                    <a:pt x="5858" y="5329"/>
                  </a:lnTo>
                  <a:lnTo>
                    <a:pt x="5492" y="4393"/>
                  </a:lnTo>
                  <a:lnTo>
                    <a:pt x="5085" y="3458"/>
                  </a:lnTo>
                  <a:lnTo>
                    <a:pt x="4638" y="2563"/>
                  </a:lnTo>
                  <a:lnTo>
                    <a:pt x="4394" y="2115"/>
                  </a:lnTo>
                  <a:lnTo>
                    <a:pt x="4109" y="1709"/>
                  </a:lnTo>
                  <a:lnTo>
                    <a:pt x="3824" y="1302"/>
                  </a:lnTo>
                  <a:lnTo>
                    <a:pt x="3499" y="895"/>
                  </a:lnTo>
                  <a:lnTo>
                    <a:pt x="3173" y="570"/>
                  </a:lnTo>
                  <a:lnTo>
                    <a:pt x="2807" y="204"/>
                  </a:lnTo>
                  <a:lnTo>
                    <a:pt x="2645" y="82"/>
                  </a:lnTo>
                  <a:lnTo>
                    <a:pt x="2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5"/>
            <p:cNvSpPr/>
            <p:nvPr/>
          </p:nvSpPr>
          <p:spPr>
            <a:xfrm>
              <a:off x="5891252" y="1802177"/>
              <a:ext cx="487683" cy="833885"/>
            </a:xfrm>
            <a:custGeom>
              <a:avLst/>
              <a:gdLst/>
              <a:ahLst/>
              <a:cxnLst/>
              <a:rect l="l" t="t" r="r" b="b"/>
              <a:pathLst>
                <a:path w="10658" h="18224" extrusionOk="0">
                  <a:moveTo>
                    <a:pt x="2685" y="421"/>
                  </a:moveTo>
                  <a:lnTo>
                    <a:pt x="2766" y="448"/>
                  </a:lnTo>
                  <a:lnTo>
                    <a:pt x="2929" y="611"/>
                  </a:lnTo>
                  <a:lnTo>
                    <a:pt x="3092" y="774"/>
                  </a:lnTo>
                  <a:lnTo>
                    <a:pt x="3417" y="1059"/>
                  </a:lnTo>
                  <a:lnTo>
                    <a:pt x="3702" y="1425"/>
                  </a:lnTo>
                  <a:lnTo>
                    <a:pt x="4231" y="2116"/>
                  </a:lnTo>
                  <a:lnTo>
                    <a:pt x="4678" y="2848"/>
                  </a:lnTo>
                  <a:lnTo>
                    <a:pt x="5044" y="3621"/>
                  </a:lnTo>
                  <a:lnTo>
                    <a:pt x="5410" y="4394"/>
                  </a:lnTo>
                  <a:lnTo>
                    <a:pt x="6061" y="5980"/>
                  </a:lnTo>
                  <a:lnTo>
                    <a:pt x="6671" y="7607"/>
                  </a:lnTo>
                  <a:lnTo>
                    <a:pt x="8380" y="11838"/>
                  </a:lnTo>
                  <a:lnTo>
                    <a:pt x="10234" y="16375"/>
                  </a:lnTo>
                  <a:lnTo>
                    <a:pt x="8746" y="17044"/>
                  </a:lnTo>
                  <a:lnTo>
                    <a:pt x="7932" y="17370"/>
                  </a:lnTo>
                  <a:lnTo>
                    <a:pt x="7119" y="17695"/>
                  </a:lnTo>
                  <a:lnTo>
                    <a:pt x="6793" y="17776"/>
                  </a:lnTo>
                  <a:lnTo>
                    <a:pt x="6610" y="17837"/>
                  </a:lnTo>
                  <a:lnTo>
                    <a:pt x="6610" y="17837"/>
                  </a:lnTo>
                  <a:lnTo>
                    <a:pt x="6590" y="17817"/>
                  </a:lnTo>
                  <a:lnTo>
                    <a:pt x="6468" y="17614"/>
                  </a:lnTo>
                  <a:lnTo>
                    <a:pt x="6346" y="17410"/>
                  </a:lnTo>
                  <a:lnTo>
                    <a:pt x="5776" y="16515"/>
                  </a:lnTo>
                  <a:lnTo>
                    <a:pt x="5288" y="15702"/>
                  </a:lnTo>
                  <a:lnTo>
                    <a:pt x="4841" y="14848"/>
                  </a:lnTo>
                  <a:lnTo>
                    <a:pt x="4393" y="13994"/>
                  </a:lnTo>
                  <a:lnTo>
                    <a:pt x="3987" y="13099"/>
                  </a:lnTo>
                  <a:lnTo>
                    <a:pt x="3539" y="12041"/>
                  </a:lnTo>
                  <a:lnTo>
                    <a:pt x="3132" y="10983"/>
                  </a:lnTo>
                  <a:lnTo>
                    <a:pt x="2354" y="8920"/>
                  </a:lnTo>
                  <a:lnTo>
                    <a:pt x="2359" y="8909"/>
                  </a:lnTo>
                  <a:lnTo>
                    <a:pt x="2319" y="8828"/>
                  </a:lnTo>
                  <a:lnTo>
                    <a:pt x="2319" y="8828"/>
                  </a:lnTo>
                  <a:lnTo>
                    <a:pt x="2319" y="8828"/>
                  </a:lnTo>
                  <a:lnTo>
                    <a:pt x="1424" y="6550"/>
                  </a:lnTo>
                  <a:lnTo>
                    <a:pt x="1017" y="5370"/>
                  </a:lnTo>
                  <a:lnTo>
                    <a:pt x="692" y="4191"/>
                  </a:lnTo>
                  <a:lnTo>
                    <a:pt x="529" y="3621"/>
                  </a:lnTo>
                  <a:lnTo>
                    <a:pt x="448" y="3011"/>
                  </a:lnTo>
                  <a:lnTo>
                    <a:pt x="407" y="2767"/>
                  </a:lnTo>
                  <a:lnTo>
                    <a:pt x="448" y="2645"/>
                  </a:lnTo>
                  <a:lnTo>
                    <a:pt x="570" y="2645"/>
                  </a:lnTo>
                  <a:lnTo>
                    <a:pt x="732" y="2726"/>
                  </a:lnTo>
                  <a:lnTo>
                    <a:pt x="895" y="2889"/>
                  </a:lnTo>
                  <a:lnTo>
                    <a:pt x="1017" y="3011"/>
                  </a:lnTo>
                  <a:lnTo>
                    <a:pt x="1085" y="3124"/>
                  </a:lnTo>
                  <a:lnTo>
                    <a:pt x="1180" y="3377"/>
                  </a:lnTo>
                  <a:lnTo>
                    <a:pt x="1424" y="4069"/>
                  </a:lnTo>
                  <a:lnTo>
                    <a:pt x="1465" y="4109"/>
                  </a:lnTo>
                  <a:lnTo>
                    <a:pt x="1546" y="4150"/>
                  </a:lnTo>
                  <a:lnTo>
                    <a:pt x="1668" y="4150"/>
                  </a:lnTo>
                  <a:lnTo>
                    <a:pt x="1790" y="4069"/>
                  </a:lnTo>
                  <a:lnTo>
                    <a:pt x="1790" y="3987"/>
                  </a:lnTo>
                  <a:lnTo>
                    <a:pt x="1790" y="3906"/>
                  </a:lnTo>
                  <a:lnTo>
                    <a:pt x="1779" y="3870"/>
                  </a:lnTo>
                  <a:lnTo>
                    <a:pt x="1779" y="3870"/>
                  </a:lnTo>
                  <a:lnTo>
                    <a:pt x="1790" y="3865"/>
                  </a:lnTo>
                  <a:lnTo>
                    <a:pt x="1754" y="3786"/>
                  </a:lnTo>
                  <a:lnTo>
                    <a:pt x="1668" y="3499"/>
                  </a:lnTo>
                  <a:lnTo>
                    <a:pt x="1505" y="3133"/>
                  </a:lnTo>
                  <a:lnTo>
                    <a:pt x="1496" y="3117"/>
                  </a:lnTo>
                  <a:lnTo>
                    <a:pt x="1496" y="3117"/>
                  </a:lnTo>
                  <a:lnTo>
                    <a:pt x="1465" y="3011"/>
                  </a:lnTo>
                  <a:lnTo>
                    <a:pt x="1343" y="2523"/>
                  </a:lnTo>
                  <a:lnTo>
                    <a:pt x="1302" y="2075"/>
                  </a:lnTo>
                  <a:lnTo>
                    <a:pt x="1302" y="1994"/>
                  </a:lnTo>
                  <a:lnTo>
                    <a:pt x="1343" y="1953"/>
                  </a:lnTo>
                  <a:lnTo>
                    <a:pt x="1383" y="1953"/>
                  </a:lnTo>
                  <a:lnTo>
                    <a:pt x="1424" y="1994"/>
                  </a:lnTo>
                  <a:lnTo>
                    <a:pt x="1505" y="2075"/>
                  </a:lnTo>
                  <a:lnTo>
                    <a:pt x="1790" y="2401"/>
                  </a:lnTo>
                  <a:lnTo>
                    <a:pt x="1993" y="2767"/>
                  </a:lnTo>
                  <a:lnTo>
                    <a:pt x="2197" y="3174"/>
                  </a:lnTo>
                  <a:lnTo>
                    <a:pt x="2237" y="3255"/>
                  </a:lnTo>
                  <a:lnTo>
                    <a:pt x="2319" y="3296"/>
                  </a:lnTo>
                  <a:lnTo>
                    <a:pt x="2441" y="3296"/>
                  </a:lnTo>
                  <a:lnTo>
                    <a:pt x="2522" y="3255"/>
                  </a:lnTo>
                  <a:lnTo>
                    <a:pt x="2563" y="3214"/>
                  </a:lnTo>
                  <a:lnTo>
                    <a:pt x="2604" y="3133"/>
                  </a:lnTo>
                  <a:lnTo>
                    <a:pt x="2563" y="3052"/>
                  </a:lnTo>
                  <a:lnTo>
                    <a:pt x="2441" y="2767"/>
                  </a:lnTo>
                  <a:lnTo>
                    <a:pt x="2319" y="2482"/>
                  </a:lnTo>
                  <a:lnTo>
                    <a:pt x="2183" y="2279"/>
                  </a:lnTo>
                  <a:lnTo>
                    <a:pt x="2075" y="1953"/>
                  </a:lnTo>
                  <a:lnTo>
                    <a:pt x="2034" y="1750"/>
                  </a:lnTo>
                  <a:lnTo>
                    <a:pt x="2034" y="1547"/>
                  </a:lnTo>
                  <a:lnTo>
                    <a:pt x="2034" y="1465"/>
                  </a:lnTo>
                  <a:lnTo>
                    <a:pt x="2075" y="1343"/>
                  </a:lnTo>
                  <a:lnTo>
                    <a:pt x="2156" y="1384"/>
                  </a:lnTo>
                  <a:lnTo>
                    <a:pt x="2237" y="1425"/>
                  </a:lnTo>
                  <a:lnTo>
                    <a:pt x="2359" y="1547"/>
                  </a:lnTo>
                  <a:lnTo>
                    <a:pt x="2685" y="1994"/>
                  </a:lnTo>
                  <a:lnTo>
                    <a:pt x="2970" y="2442"/>
                  </a:lnTo>
                  <a:lnTo>
                    <a:pt x="3051" y="2482"/>
                  </a:lnTo>
                  <a:lnTo>
                    <a:pt x="3132" y="2523"/>
                  </a:lnTo>
                  <a:lnTo>
                    <a:pt x="3173" y="2523"/>
                  </a:lnTo>
                  <a:lnTo>
                    <a:pt x="3254" y="2482"/>
                  </a:lnTo>
                  <a:lnTo>
                    <a:pt x="3336" y="2442"/>
                  </a:lnTo>
                  <a:lnTo>
                    <a:pt x="3336" y="2360"/>
                  </a:lnTo>
                  <a:lnTo>
                    <a:pt x="3376" y="2319"/>
                  </a:lnTo>
                  <a:lnTo>
                    <a:pt x="3336" y="2238"/>
                  </a:lnTo>
                  <a:lnTo>
                    <a:pt x="3051" y="1791"/>
                  </a:lnTo>
                  <a:lnTo>
                    <a:pt x="2888" y="1343"/>
                  </a:lnTo>
                  <a:lnTo>
                    <a:pt x="2766" y="896"/>
                  </a:lnTo>
                  <a:lnTo>
                    <a:pt x="2685" y="448"/>
                  </a:lnTo>
                  <a:lnTo>
                    <a:pt x="2685" y="421"/>
                  </a:lnTo>
                  <a:close/>
                  <a:moveTo>
                    <a:pt x="2685" y="1"/>
                  </a:moveTo>
                  <a:lnTo>
                    <a:pt x="2522" y="42"/>
                  </a:lnTo>
                  <a:lnTo>
                    <a:pt x="2400" y="82"/>
                  </a:lnTo>
                  <a:lnTo>
                    <a:pt x="2319" y="204"/>
                  </a:lnTo>
                  <a:lnTo>
                    <a:pt x="2278" y="367"/>
                  </a:lnTo>
                  <a:lnTo>
                    <a:pt x="2278" y="570"/>
                  </a:lnTo>
                  <a:lnTo>
                    <a:pt x="2319" y="814"/>
                  </a:lnTo>
                  <a:lnTo>
                    <a:pt x="2376" y="1042"/>
                  </a:lnTo>
                  <a:lnTo>
                    <a:pt x="2278" y="977"/>
                  </a:lnTo>
                  <a:lnTo>
                    <a:pt x="2156" y="937"/>
                  </a:lnTo>
                  <a:lnTo>
                    <a:pt x="2034" y="937"/>
                  </a:lnTo>
                  <a:lnTo>
                    <a:pt x="1953" y="977"/>
                  </a:lnTo>
                  <a:lnTo>
                    <a:pt x="1831" y="1059"/>
                  </a:lnTo>
                  <a:lnTo>
                    <a:pt x="1749" y="1181"/>
                  </a:lnTo>
                  <a:lnTo>
                    <a:pt x="1627" y="1425"/>
                  </a:lnTo>
                  <a:lnTo>
                    <a:pt x="1627" y="1655"/>
                  </a:lnTo>
                  <a:lnTo>
                    <a:pt x="1546" y="1587"/>
                  </a:lnTo>
                  <a:lnTo>
                    <a:pt x="1424" y="1547"/>
                  </a:lnTo>
                  <a:lnTo>
                    <a:pt x="1302" y="1506"/>
                  </a:lnTo>
                  <a:lnTo>
                    <a:pt x="1180" y="1547"/>
                  </a:lnTo>
                  <a:lnTo>
                    <a:pt x="1058" y="1628"/>
                  </a:lnTo>
                  <a:lnTo>
                    <a:pt x="977" y="1709"/>
                  </a:lnTo>
                  <a:lnTo>
                    <a:pt x="936" y="1872"/>
                  </a:lnTo>
                  <a:lnTo>
                    <a:pt x="895" y="2157"/>
                  </a:lnTo>
                  <a:lnTo>
                    <a:pt x="932" y="2414"/>
                  </a:lnTo>
                  <a:lnTo>
                    <a:pt x="814" y="2319"/>
                  </a:lnTo>
                  <a:lnTo>
                    <a:pt x="570" y="2238"/>
                  </a:lnTo>
                  <a:lnTo>
                    <a:pt x="448" y="2238"/>
                  </a:lnTo>
                  <a:lnTo>
                    <a:pt x="326" y="2279"/>
                  </a:lnTo>
                  <a:lnTo>
                    <a:pt x="204" y="2319"/>
                  </a:lnTo>
                  <a:lnTo>
                    <a:pt x="122" y="2401"/>
                  </a:lnTo>
                  <a:lnTo>
                    <a:pt x="41" y="2564"/>
                  </a:lnTo>
                  <a:lnTo>
                    <a:pt x="0" y="2726"/>
                  </a:lnTo>
                  <a:lnTo>
                    <a:pt x="41" y="3052"/>
                  </a:lnTo>
                  <a:lnTo>
                    <a:pt x="122" y="3621"/>
                  </a:lnTo>
                  <a:lnTo>
                    <a:pt x="285" y="4231"/>
                  </a:lnTo>
                  <a:lnTo>
                    <a:pt x="610" y="5330"/>
                  </a:lnTo>
                  <a:lnTo>
                    <a:pt x="977" y="6428"/>
                  </a:lnTo>
                  <a:lnTo>
                    <a:pt x="1953" y="8950"/>
                  </a:lnTo>
                  <a:lnTo>
                    <a:pt x="2685" y="10943"/>
                  </a:lnTo>
                  <a:lnTo>
                    <a:pt x="3092" y="11960"/>
                  </a:lnTo>
                  <a:lnTo>
                    <a:pt x="3498" y="12936"/>
                  </a:lnTo>
                  <a:lnTo>
                    <a:pt x="3905" y="13872"/>
                  </a:lnTo>
                  <a:lnTo>
                    <a:pt x="4393" y="14807"/>
                  </a:lnTo>
                  <a:lnTo>
                    <a:pt x="4881" y="15743"/>
                  </a:lnTo>
                  <a:lnTo>
                    <a:pt x="5410" y="16637"/>
                  </a:lnTo>
                  <a:lnTo>
                    <a:pt x="5898" y="17451"/>
                  </a:lnTo>
                  <a:lnTo>
                    <a:pt x="6183" y="17898"/>
                  </a:lnTo>
                  <a:lnTo>
                    <a:pt x="6264" y="18020"/>
                  </a:lnTo>
                  <a:lnTo>
                    <a:pt x="6346" y="18183"/>
                  </a:lnTo>
                  <a:lnTo>
                    <a:pt x="6468" y="18224"/>
                  </a:lnTo>
                  <a:lnTo>
                    <a:pt x="6630" y="18224"/>
                  </a:lnTo>
                  <a:lnTo>
                    <a:pt x="6915" y="18183"/>
                  </a:lnTo>
                  <a:lnTo>
                    <a:pt x="7403" y="18020"/>
                  </a:lnTo>
                  <a:lnTo>
                    <a:pt x="7891" y="17817"/>
                  </a:lnTo>
                  <a:lnTo>
                    <a:pt x="8827" y="17410"/>
                  </a:lnTo>
                  <a:lnTo>
                    <a:pt x="10576" y="16637"/>
                  </a:lnTo>
                  <a:lnTo>
                    <a:pt x="10617" y="16597"/>
                  </a:lnTo>
                  <a:lnTo>
                    <a:pt x="10657" y="16556"/>
                  </a:lnTo>
                  <a:lnTo>
                    <a:pt x="10657" y="16475"/>
                  </a:lnTo>
                  <a:lnTo>
                    <a:pt x="10657" y="16434"/>
                  </a:lnTo>
                  <a:lnTo>
                    <a:pt x="6915" y="7201"/>
                  </a:lnTo>
                  <a:lnTo>
                    <a:pt x="6264" y="5411"/>
                  </a:lnTo>
                  <a:lnTo>
                    <a:pt x="5898" y="4516"/>
                  </a:lnTo>
                  <a:lnTo>
                    <a:pt x="5532" y="3662"/>
                  </a:lnTo>
                  <a:lnTo>
                    <a:pt x="5125" y="2808"/>
                  </a:lnTo>
                  <a:lnTo>
                    <a:pt x="4637" y="1994"/>
                  </a:lnTo>
                  <a:lnTo>
                    <a:pt x="4353" y="1587"/>
                  </a:lnTo>
                  <a:lnTo>
                    <a:pt x="4068" y="1221"/>
                  </a:lnTo>
                  <a:lnTo>
                    <a:pt x="3783" y="855"/>
                  </a:lnTo>
                  <a:lnTo>
                    <a:pt x="3417" y="530"/>
                  </a:lnTo>
                  <a:lnTo>
                    <a:pt x="3092" y="204"/>
                  </a:lnTo>
                  <a:lnTo>
                    <a:pt x="2888" y="82"/>
                  </a:lnTo>
                  <a:lnTo>
                    <a:pt x="26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5"/>
            <p:cNvSpPr/>
            <p:nvPr/>
          </p:nvSpPr>
          <p:spPr>
            <a:xfrm>
              <a:off x="6149972" y="2416442"/>
              <a:ext cx="448607" cy="539801"/>
            </a:xfrm>
            <a:custGeom>
              <a:avLst/>
              <a:gdLst/>
              <a:ahLst/>
              <a:cxnLst/>
              <a:rect l="l" t="t" r="r" b="b"/>
              <a:pathLst>
                <a:path w="9804" h="11797" extrusionOk="0">
                  <a:moveTo>
                    <a:pt x="5288" y="0"/>
                  </a:moveTo>
                  <a:lnTo>
                    <a:pt x="4922" y="81"/>
                  </a:lnTo>
                  <a:lnTo>
                    <a:pt x="4597" y="203"/>
                  </a:lnTo>
                  <a:lnTo>
                    <a:pt x="4271" y="366"/>
                  </a:lnTo>
                  <a:lnTo>
                    <a:pt x="3946" y="570"/>
                  </a:lnTo>
                  <a:lnTo>
                    <a:pt x="3661" y="814"/>
                  </a:lnTo>
                  <a:lnTo>
                    <a:pt x="3376" y="1058"/>
                  </a:lnTo>
                  <a:lnTo>
                    <a:pt x="2848" y="1586"/>
                  </a:lnTo>
                  <a:lnTo>
                    <a:pt x="1790" y="2847"/>
                  </a:lnTo>
                  <a:lnTo>
                    <a:pt x="773" y="4108"/>
                  </a:lnTo>
                  <a:lnTo>
                    <a:pt x="488" y="4515"/>
                  </a:lnTo>
                  <a:lnTo>
                    <a:pt x="244" y="4922"/>
                  </a:lnTo>
                  <a:lnTo>
                    <a:pt x="82" y="5369"/>
                  </a:lnTo>
                  <a:lnTo>
                    <a:pt x="41" y="5573"/>
                  </a:lnTo>
                  <a:lnTo>
                    <a:pt x="0" y="5817"/>
                  </a:lnTo>
                  <a:lnTo>
                    <a:pt x="41" y="6224"/>
                  </a:lnTo>
                  <a:lnTo>
                    <a:pt x="204" y="6630"/>
                  </a:lnTo>
                  <a:lnTo>
                    <a:pt x="407" y="7037"/>
                  </a:lnTo>
                  <a:lnTo>
                    <a:pt x="692" y="7362"/>
                  </a:lnTo>
                  <a:lnTo>
                    <a:pt x="1017" y="7688"/>
                  </a:lnTo>
                  <a:lnTo>
                    <a:pt x="1343" y="7932"/>
                  </a:lnTo>
                  <a:lnTo>
                    <a:pt x="1749" y="8135"/>
                  </a:lnTo>
                  <a:lnTo>
                    <a:pt x="2115" y="8257"/>
                  </a:lnTo>
                  <a:lnTo>
                    <a:pt x="1993" y="9071"/>
                  </a:lnTo>
                  <a:lnTo>
                    <a:pt x="1912" y="9925"/>
                  </a:lnTo>
                  <a:lnTo>
                    <a:pt x="1871" y="10739"/>
                  </a:lnTo>
                  <a:lnTo>
                    <a:pt x="1871" y="11593"/>
                  </a:lnTo>
                  <a:lnTo>
                    <a:pt x="2848" y="11674"/>
                  </a:lnTo>
                  <a:lnTo>
                    <a:pt x="4515" y="11755"/>
                  </a:lnTo>
                  <a:lnTo>
                    <a:pt x="6142" y="11796"/>
                  </a:lnTo>
                  <a:lnTo>
                    <a:pt x="6671" y="11796"/>
                  </a:lnTo>
                  <a:lnTo>
                    <a:pt x="6834" y="11755"/>
                  </a:lnTo>
                  <a:lnTo>
                    <a:pt x="6875" y="11715"/>
                  </a:lnTo>
                  <a:lnTo>
                    <a:pt x="6793" y="10861"/>
                  </a:lnTo>
                  <a:lnTo>
                    <a:pt x="6793" y="10454"/>
                  </a:lnTo>
                  <a:lnTo>
                    <a:pt x="6834" y="10006"/>
                  </a:lnTo>
                  <a:lnTo>
                    <a:pt x="6956" y="9600"/>
                  </a:lnTo>
                  <a:lnTo>
                    <a:pt x="7119" y="9234"/>
                  </a:lnTo>
                  <a:lnTo>
                    <a:pt x="7363" y="8867"/>
                  </a:lnTo>
                  <a:lnTo>
                    <a:pt x="7525" y="8745"/>
                  </a:lnTo>
                  <a:lnTo>
                    <a:pt x="7688" y="8583"/>
                  </a:lnTo>
                  <a:lnTo>
                    <a:pt x="7891" y="8705"/>
                  </a:lnTo>
                  <a:lnTo>
                    <a:pt x="8135" y="8745"/>
                  </a:lnTo>
                  <a:lnTo>
                    <a:pt x="8339" y="8786"/>
                  </a:lnTo>
                  <a:lnTo>
                    <a:pt x="8583" y="8786"/>
                  </a:lnTo>
                  <a:lnTo>
                    <a:pt x="8786" y="8745"/>
                  </a:lnTo>
                  <a:lnTo>
                    <a:pt x="9030" y="8664"/>
                  </a:lnTo>
                  <a:lnTo>
                    <a:pt x="9234" y="8583"/>
                  </a:lnTo>
                  <a:lnTo>
                    <a:pt x="9437" y="8501"/>
                  </a:lnTo>
                  <a:lnTo>
                    <a:pt x="9600" y="8339"/>
                  </a:lnTo>
                  <a:lnTo>
                    <a:pt x="9763" y="8135"/>
                  </a:lnTo>
                  <a:lnTo>
                    <a:pt x="9803" y="7932"/>
                  </a:lnTo>
                  <a:lnTo>
                    <a:pt x="9803" y="7810"/>
                  </a:lnTo>
                  <a:lnTo>
                    <a:pt x="9763" y="7729"/>
                  </a:lnTo>
                  <a:lnTo>
                    <a:pt x="9681" y="7566"/>
                  </a:lnTo>
                  <a:lnTo>
                    <a:pt x="9518" y="7484"/>
                  </a:lnTo>
                  <a:lnTo>
                    <a:pt x="9315" y="7403"/>
                  </a:lnTo>
                  <a:lnTo>
                    <a:pt x="8542" y="7403"/>
                  </a:lnTo>
                  <a:lnTo>
                    <a:pt x="8339" y="7322"/>
                  </a:lnTo>
                  <a:lnTo>
                    <a:pt x="8746" y="6752"/>
                  </a:lnTo>
                  <a:lnTo>
                    <a:pt x="9152" y="6061"/>
                  </a:lnTo>
                  <a:lnTo>
                    <a:pt x="9315" y="5735"/>
                  </a:lnTo>
                  <a:lnTo>
                    <a:pt x="9478" y="5369"/>
                  </a:lnTo>
                  <a:lnTo>
                    <a:pt x="9559" y="5044"/>
                  </a:lnTo>
                  <a:lnTo>
                    <a:pt x="9600" y="4678"/>
                  </a:lnTo>
                  <a:lnTo>
                    <a:pt x="9559" y="4434"/>
                  </a:lnTo>
                  <a:lnTo>
                    <a:pt x="9518" y="4190"/>
                  </a:lnTo>
                  <a:lnTo>
                    <a:pt x="9396" y="3661"/>
                  </a:lnTo>
                  <a:lnTo>
                    <a:pt x="9152" y="3132"/>
                  </a:lnTo>
                  <a:lnTo>
                    <a:pt x="8868" y="2644"/>
                  </a:lnTo>
                  <a:lnTo>
                    <a:pt x="8502" y="2156"/>
                  </a:lnTo>
                  <a:lnTo>
                    <a:pt x="8176" y="1708"/>
                  </a:lnTo>
                  <a:lnTo>
                    <a:pt x="7810" y="1302"/>
                  </a:lnTo>
                  <a:lnTo>
                    <a:pt x="7444" y="936"/>
                  </a:lnTo>
                  <a:lnTo>
                    <a:pt x="7241" y="732"/>
                  </a:lnTo>
                  <a:lnTo>
                    <a:pt x="6997" y="529"/>
                  </a:lnTo>
                  <a:lnTo>
                    <a:pt x="6712" y="366"/>
                  </a:lnTo>
                  <a:lnTo>
                    <a:pt x="6468" y="244"/>
                  </a:lnTo>
                  <a:lnTo>
                    <a:pt x="6183" y="122"/>
                  </a:lnTo>
                  <a:lnTo>
                    <a:pt x="5898" y="41"/>
                  </a:lnTo>
                  <a:lnTo>
                    <a:pt x="5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5"/>
            <p:cNvSpPr/>
            <p:nvPr/>
          </p:nvSpPr>
          <p:spPr>
            <a:xfrm>
              <a:off x="6142513" y="2407108"/>
              <a:ext cx="465354" cy="558425"/>
            </a:xfrm>
            <a:custGeom>
              <a:avLst/>
              <a:gdLst/>
              <a:ahLst/>
              <a:cxnLst/>
              <a:rect l="l" t="t" r="r" b="b"/>
              <a:pathLst>
                <a:path w="10170" h="12204" extrusionOk="0">
                  <a:moveTo>
                    <a:pt x="5492" y="407"/>
                  </a:moveTo>
                  <a:lnTo>
                    <a:pt x="5858" y="448"/>
                  </a:lnTo>
                  <a:lnTo>
                    <a:pt x="6224" y="489"/>
                  </a:lnTo>
                  <a:lnTo>
                    <a:pt x="6549" y="652"/>
                  </a:lnTo>
                  <a:lnTo>
                    <a:pt x="6875" y="814"/>
                  </a:lnTo>
                  <a:lnTo>
                    <a:pt x="7200" y="1018"/>
                  </a:lnTo>
                  <a:lnTo>
                    <a:pt x="7485" y="1262"/>
                  </a:lnTo>
                  <a:lnTo>
                    <a:pt x="8054" y="1912"/>
                  </a:lnTo>
                  <a:lnTo>
                    <a:pt x="8624" y="2563"/>
                  </a:lnTo>
                  <a:lnTo>
                    <a:pt x="8868" y="2929"/>
                  </a:lnTo>
                  <a:lnTo>
                    <a:pt x="9071" y="3295"/>
                  </a:lnTo>
                  <a:lnTo>
                    <a:pt x="9275" y="3702"/>
                  </a:lnTo>
                  <a:lnTo>
                    <a:pt x="9397" y="4068"/>
                  </a:lnTo>
                  <a:lnTo>
                    <a:pt x="9519" y="4516"/>
                  </a:lnTo>
                  <a:lnTo>
                    <a:pt x="9519" y="4922"/>
                  </a:lnTo>
                  <a:lnTo>
                    <a:pt x="9478" y="5329"/>
                  </a:lnTo>
                  <a:lnTo>
                    <a:pt x="9356" y="5736"/>
                  </a:lnTo>
                  <a:lnTo>
                    <a:pt x="9153" y="6183"/>
                  </a:lnTo>
                  <a:lnTo>
                    <a:pt x="8868" y="6631"/>
                  </a:lnTo>
                  <a:lnTo>
                    <a:pt x="8339" y="7444"/>
                  </a:lnTo>
                  <a:lnTo>
                    <a:pt x="8298" y="7526"/>
                  </a:lnTo>
                  <a:lnTo>
                    <a:pt x="8339" y="7607"/>
                  </a:lnTo>
                  <a:lnTo>
                    <a:pt x="8380" y="7688"/>
                  </a:lnTo>
                  <a:lnTo>
                    <a:pt x="8461" y="7729"/>
                  </a:lnTo>
                  <a:lnTo>
                    <a:pt x="8665" y="7770"/>
                  </a:lnTo>
                  <a:lnTo>
                    <a:pt x="8909" y="7810"/>
                  </a:lnTo>
                  <a:lnTo>
                    <a:pt x="9356" y="7810"/>
                  </a:lnTo>
                  <a:lnTo>
                    <a:pt x="9559" y="7851"/>
                  </a:lnTo>
                  <a:lnTo>
                    <a:pt x="9641" y="7892"/>
                  </a:lnTo>
                  <a:lnTo>
                    <a:pt x="9722" y="7973"/>
                  </a:lnTo>
                  <a:lnTo>
                    <a:pt x="9763" y="8055"/>
                  </a:lnTo>
                  <a:lnTo>
                    <a:pt x="9763" y="8136"/>
                  </a:lnTo>
                  <a:lnTo>
                    <a:pt x="9722" y="8258"/>
                  </a:lnTo>
                  <a:lnTo>
                    <a:pt x="9681" y="8339"/>
                  </a:lnTo>
                  <a:lnTo>
                    <a:pt x="9519" y="8502"/>
                  </a:lnTo>
                  <a:lnTo>
                    <a:pt x="9315" y="8624"/>
                  </a:lnTo>
                  <a:lnTo>
                    <a:pt x="9112" y="8705"/>
                  </a:lnTo>
                  <a:lnTo>
                    <a:pt x="8909" y="8746"/>
                  </a:lnTo>
                  <a:lnTo>
                    <a:pt x="8705" y="8787"/>
                  </a:lnTo>
                  <a:lnTo>
                    <a:pt x="8461" y="8787"/>
                  </a:lnTo>
                  <a:lnTo>
                    <a:pt x="8258" y="8746"/>
                  </a:lnTo>
                  <a:lnTo>
                    <a:pt x="8054" y="8665"/>
                  </a:lnTo>
                  <a:lnTo>
                    <a:pt x="7851" y="8624"/>
                  </a:lnTo>
                  <a:lnTo>
                    <a:pt x="7770" y="8624"/>
                  </a:lnTo>
                  <a:lnTo>
                    <a:pt x="7688" y="8665"/>
                  </a:lnTo>
                  <a:lnTo>
                    <a:pt x="7444" y="8909"/>
                  </a:lnTo>
                  <a:lnTo>
                    <a:pt x="7200" y="9193"/>
                  </a:lnTo>
                  <a:lnTo>
                    <a:pt x="6997" y="9560"/>
                  </a:lnTo>
                  <a:lnTo>
                    <a:pt x="6834" y="10007"/>
                  </a:lnTo>
                  <a:lnTo>
                    <a:pt x="6793" y="10454"/>
                  </a:lnTo>
                  <a:lnTo>
                    <a:pt x="6753" y="10902"/>
                  </a:lnTo>
                  <a:lnTo>
                    <a:pt x="6793" y="11349"/>
                  </a:lnTo>
                  <a:lnTo>
                    <a:pt x="6793" y="11634"/>
                  </a:lnTo>
                  <a:lnTo>
                    <a:pt x="6834" y="11756"/>
                  </a:lnTo>
                  <a:lnTo>
                    <a:pt x="6834" y="11797"/>
                  </a:lnTo>
                  <a:lnTo>
                    <a:pt x="5939" y="11797"/>
                  </a:lnTo>
                  <a:lnTo>
                    <a:pt x="4841" y="11756"/>
                  </a:lnTo>
                  <a:lnTo>
                    <a:pt x="3743" y="11715"/>
                  </a:lnTo>
                  <a:lnTo>
                    <a:pt x="2645" y="11634"/>
                  </a:lnTo>
                  <a:lnTo>
                    <a:pt x="2278" y="11593"/>
                  </a:lnTo>
                  <a:lnTo>
                    <a:pt x="2238" y="11593"/>
                  </a:lnTo>
                  <a:lnTo>
                    <a:pt x="2238" y="10943"/>
                  </a:lnTo>
                  <a:lnTo>
                    <a:pt x="2278" y="10129"/>
                  </a:lnTo>
                  <a:lnTo>
                    <a:pt x="2360" y="9316"/>
                  </a:lnTo>
                  <a:lnTo>
                    <a:pt x="2482" y="8502"/>
                  </a:lnTo>
                  <a:lnTo>
                    <a:pt x="2482" y="8421"/>
                  </a:lnTo>
                  <a:lnTo>
                    <a:pt x="2482" y="8380"/>
                  </a:lnTo>
                  <a:lnTo>
                    <a:pt x="2400" y="8299"/>
                  </a:lnTo>
                  <a:lnTo>
                    <a:pt x="2360" y="8258"/>
                  </a:lnTo>
                  <a:lnTo>
                    <a:pt x="2075" y="8177"/>
                  </a:lnTo>
                  <a:lnTo>
                    <a:pt x="1790" y="8095"/>
                  </a:lnTo>
                  <a:lnTo>
                    <a:pt x="1546" y="7933"/>
                  </a:lnTo>
                  <a:lnTo>
                    <a:pt x="1302" y="7770"/>
                  </a:lnTo>
                  <a:lnTo>
                    <a:pt x="1099" y="7566"/>
                  </a:lnTo>
                  <a:lnTo>
                    <a:pt x="895" y="7363"/>
                  </a:lnTo>
                  <a:lnTo>
                    <a:pt x="733" y="7119"/>
                  </a:lnTo>
                  <a:lnTo>
                    <a:pt x="570" y="6875"/>
                  </a:lnTo>
                  <a:lnTo>
                    <a:pt x="448" y="6590"/>
                  </a:lnTo>
                  <a:lnTo>
                    <a:pt x="407" y="6305"/>
                  </a:lnTo>
                  <a:lnTo>
                    <a:pt x="367" y="5980"/>
                  </a:lnTo>
                  <a:lnTo>
                    <a:pt x="407" y="5655"/>
                  </a:lnTo>
                  <a:lnTo>
                    <a:pt x="529" y="5370"/>
                  </a:lnTo>
                  <a:lnTo>
                    <a:pt x="651" y="5085"/>
                  </a:lnTo>
                  <a:lnTo>
                    <a:pt x="1058" y="4516"/>
                  </a:lnTo>
                  <a:lnTo>
                    <a:pt x="1953" y="3377"/>
                  </a:lnTo>
                  <a:lnTo>
                    <a:pt x="2889" y="2238"/>
                  </a:lnTo>
                  <a:lnTo>
                    <a:pt x="3295" y="1790"/>
                  </a:lnTo>
                  <a:lnTo>
                    <a:pt x="3743" y="1343"/>
                  </a:lnTo>
                  <a:lnTo>
                    <a:pt x="4231" y="936"/>
                  </a:lnTo>
                  <a:lnTo>
                    <a:pt x="4475" y="733"/>
                  </a:lnTo>
                  <a:lnTo>
                    <a:pt x="4760" y="611"/>
                  </a:lnTo>
                  <a:lnTo>
                    <a:pt x="5126" y="489"/>
                  </a:lnTo>
                  <a:lnTo>
                    <a:pt x="5492" y="407"/>
                  </a:lnTo>
                  <a:close/>
                  <a:moveTo>
                    <a:pt x="5533" y="1"/>
                  </a:moveTo>
                  <a:lnTo>
                    <a:pt x="5166" y="41"/>
                  </a:lnTo>
                  <a:lnTo>
                    <a:pt x="4841" y="163"/>
                  </a:lnTo>
                  <a:lnTo>
                    <a:pt x="4516" y="285"/>
                  </a:lnTo>
                  <a:lnTo>
                    <a:pt x="4190" y="448"/>
                  </a:lnTo>
                  <a:lnTo>
                    <a:pt x="3905" y="652"/>
                  </a:lnTo>
                  <a:lnTo>
                    <a:pt x="3377" y="1140"/>
                  </a:lnTo>
                  <a:lnTo>
                    <a:pt x="2889" y="1628"/>
                  </a:lnTo>
                  <a:lnTo>
                    <a:pt x="1790" y="2889"/>
                  </a:lnTo>
                  <a:lnTo>
                    <a:pt x="773" y="4231"/>
                  </a:lnTo>
                  <a:lnTo>
                    <a:pt x="367" y="4800"/>
                  </a:lnTo>
                  <a:lnTo>
                    <a:pt x="204" y="5126"/>
                  </a:lnTo>
                  <a:lnTo>
                    <a:pt x="82" y="5451"/>
                  </a:lnTo>
                  <a:lnTo>
                    <a:pt x="1" y="5777"/>
                  </a:lnTo>
                  <a:lnTo>
                    <a:pt x="1" y="6102"/>
                  </a:lnTo>
                  <a:lnTo>
                    <a:pt x="1" y="6428"/>
                  </a:lnTo>
                  <a:lnTo>
                    <a:pt x="123" y="6794"/>
                  </a:lnTo>
                  <a:lnTo>
                    <a:pt x="285" y="7119"/>
                  </a:lnTo>
                  <a:lnTo>
                    <a:pt x="448" y="7444"/>
                  </a:lnTo>
                  <a:lnTo>
                    <a:pt x="692" y="7729"/>
                  </a:lnTo>
                  <a:lnTo>
                    <a:pt x="936" y="7973"/>
                  </a:lnTo>
                  <a:lnTo>
                    <a:pt x="1262" y="8217"/>
                  </a:lnTo>
                  <a:lnTo>
                    <a:pt x="1546" y="8421"/>
                  </a:lnTo>
                  <a:lnTo>
                    <a:pt x="1872" y="8543"/>
                  </a:lnTo>
                  <a:lnTo>
                    <a:pt x="2078" y="8611"/>
                  </a:lnTo>
                  <a:lnTo>
                    <a:pt x="2078" y="8611"/>
                  </a:lnTo>
                  <a:lnTo>
                    <a:pt x="1953" y="9234"/>
                  </a:lnTo>
                  <a:lnTo>
                    <a:pt x="1872" y="10088"/>
                  </a:lnTo>
                  <a:lnTo>
                    <a:pt x="1831" y="10943"/>
                  </a:lnTo>
                  <a:lnTo>
                    <a:pt x="1831" y="11797"/>
                  </a:lnTo>
                  <a:lnTo>
                    <a:pt x="1872" y="11919"/>
                  </a:lnTo>
                  <a:lnTo>
                    <a:pt x="1953" y="11959"/>
                  </a:lnTo>
                  <a:lnTo>
                    <a:pt x="1994" y="11959"/>
                  </a:lnTo>
                  <a:lnTo>
                    <a:pt x="2685" y="12041"/>
                  </a:lnTo>
                  <a:lnTo>
                    <a:pt x="3377" y="12122"/>
                  </a:lnTo>
                  <a:lnTo>
                    <a:pt x="4760" y="12163"/>
                  </a:lnTo>
                  <a:lnTo>
                    <a:pt x="5573" y="12204"/>
                  </a:lnTo>
                  <a:lnTo>
                    <a:pt x="6834" y="12204"/>
                  </a:lnTo>
                  <a:lnTo>
                    <a:pt x="7038" y="12163"/>
                  </a:lnTo>
                  <a:lnTo>
                    <a:pt x="7160" y="12122"/>
                  </a:lnTo>
                  <a:lnTo>
                    <a:pt x="7200" y="12041"/>
                  </a:lnTo>
                  <a:lnTo>
                    <a:pt x="7241" y="11919"/>
                  </a:lnTo>
                  <a:lnTo>
                    <a:pt x="7200" y="11797"/>
                  </a:lnTo>
                  <a:lnTo>
                    <a:pt x="7160" y="11309"/>
                  </a:lnTo>
                  <a:lnTo>
                    <a:pt x="7160" y="10821"/>
                  </a:lnTo>
                  <a:lnTo>
                    <a:pt x="7200" y="10332"/>
                  </a:lnTo>
                  <a:lnTo>
                    <a:pt x="7282" y="9966"/>
                  </a:lnTo>
                  <a:lnTo>
                    <a:pt x="7444" y="9560"/>
                  </a:lnTo>
                  <a:lnTo>
                    <a:pt x="7648" y="9234"/>
                  </a:lnTo>
                  <a:lnTo>
                    <a:pt x="7810" y="9112"/>
                  </a:lnTo>
                  <a:lnTo>
                    <a:pt x="7917" y="9032"/>
                  </a:lnTo>
                  <a:lnTo>
                    <a:pt x="7917" y="9032"/>
                  </a:lnTo>
                  <a:lnTo>
                    <a:pt x="8054" y="9071"/>
                  </a:lnTo>
                  <a:lnTo>
                    <a:pt x="8339" y="9153"/>
                  </a:lnTo>
                  <a:lnTo>
                    <a:pt x="8990" y="9153"/>
                  </a:lnTo>
                  <a:lnTo>
                    <a:pt x="9315" y="9071"/>
                  </a:lnTo>
                  <a:lnTo>
                    <a:pt x="9600" y="8949"/>
                  </a:lnTo>
                  <a:lnTo>
                    <a:pt x="9844" y="8746"/>
                  </a:lnTo>
                  <a:lnTo>
                    <a:pt x="10048" y="8502"/>
                  </a:lnTo>
                  <a:lnTo>
                    <a:pt x="10170" y="8258"/>
                  </a:lnTo>
                  <a:lnTo>
                    <a:pt x="10170" y="8014"/>
                  </a:lnTo>
                  <a:lnTo>
                    <a:pt x="10129" y="7892"/>
                  </a:lnTo>
                  <a:lnTo>
                    <a:pt x="10088" y="7770"/>
                  </a:lnTo>
                  <a:lnTo>
                    <a:pt x="10007" y="7648"/>
                  </a:lnTo>
                  <a:lnTo>
                    <a:pt x="9885" y="7566"/>
                  </a:lnTo>
                  <a:lnTo>
                    <a:pt x="9722" y="7485"/>
                  </a:lnTo>
                  <a:lnTo>
                    <a:pt x="9559" y="7444"/>
                  </a:lnTo>
                  <a:lnTo>
                    <a:pt x="9234" y="7404"/>
                  </a:lnTo>
                  <a:lnTo>
                    <a:pt x="8835" y="7404"/>
                  </a:lnTo>
                  <a:lnTo>
                    <a:pt x="9234" y="6834"/>
                  </a:lnTo>
                  <a:lnTo>
                    <a:pt x="9478" y="6387"/>
                  </a:lnTo>
                  <a:lnTo>
                    <a:pt x="9681" y="5939"/>
                  </a:lnTo>
                  <a:lnTo>
                    <a:pt x="9844" y="5492"/>
                  </a:lnTo>
                  <a:lnTo>
                    <a:pt x="9926" y="5045"/>
                  </a:lnTo>
                  <a:lnTo>
                    <a:pt x="9926" y="4556"/>
                  </a:lnTo>
                  <a:lnTo>
                    <a:pt x="9885" y="4312"/>
                  </a:lnTo>
                  <a:lnTo>
                    <a:pt x="9804" y="4068"/>
                  </a:lnTo>
                  <a:lnTo>
                    <a:pt x="9681" y="3621"/>
                  </a:lnTo>
                  <a:lnTo>
                    <a:pt x="9478" y="3214"/>
                  </a:lnTo>
                  <a:lnTo>
                    <a:pt x="9234" y="2807"/>
                  </a:lnTo>
                  <a:lnTo>
                    <a:pt x="8990" y="2401"/>
                  </a:lnTo>
                  <a:lnTo>
                    <a:pt x="8380" y="1668"/>
                  </a:lnTo>
                  <a:lnTo>
                    <a:pt x="7770" y="977"/>
                  </a:lnTo>
                  <a:lnTo>
                    <a:pt x="7485" y="733"/>
                  </a:lnTo>
                  <a:lnTo>
                    <a:pt x="7200" y="529"/>
                  </a:lnTo>
                  <a:lnTo>
                    <a:pt x="6875" y="367"/>
                  </a:lnTo>
                  <a:lnTo>
                    <a:pt x="6590" y="204"/>
                  </a:lnTo>
                  <a:lnTo>
                    <a:pt x="6224" y="82"/>
                  </a:lnTo>
                  <a:lnTo>
                    <a:pt x="5899" y="41"/>
                  </a:lnTo>
                  <a:lnTo>
                    <a:pt x="5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5"/>
            <p:cNvSpPr/>
            <p:nvPr/>
          </p:nvSpPr>
          <p:spPr>
            <a:xfrm>
              <a:off x="6216962" y="2548594"/>
              <a:ext cx="102405" cy="91240"/>
            </a:xfrm>
            <a:custGeom>
              <a:avLst/>
              <a:gdLst/>
              <a:ahLst/>
              <a:cxnLst/>
              <a:rect l="l" t="t" r="r" b="b"/>
              <a:pathLst>
                <a:path w="2238" h="1994" extrusionOk="0">
                  <a:moveTo>
                    <a:pt x="1994" y="0"/>
                  </a:moveTo>
                  <a:lnTo>
                    <a:pt x="1912" y="41"/>
                  </a:lnTo>
                  <a:lnTo>
                    <a:pt x="1099" y="407"/>
                  </a:lnTo>
                  <a:lnTo>
                    <a:pt x="733" y="610"/>
                  </a:lnTo>
                  <a:lnTo>
                    <a:pt x="367" y="814"/>
                  </a:lnTo>
                  <a:lnTo>
                    <a:pt x="204" y="936"/>
                  </a:lnTo>
                  <a:lnTo>
                    <a:pt x="82" y="1098"/>
                  </a:lnTo>
                  <a:lnTo>
                    <a:pt x="41" y="1261"/>
                  </a:lnTo>
                  <a:lnTo>
                    <a:pt x="1" y="1464"/>
                  </a:lnTo>
                  <a:lnTo>
                    <a:pt x="82" y="1668"/>
                  </a:lnTo>
                  <a:lnTo>
                    <a:pt x="163" y="1830"/>
                  </a:lnTo>
                  <a:lnTo>
                    <a:pt x="326" y="1912"/>
                  </a:lnTo>
                  <a:lnTo>
                    <a:pt x="529" y="1993"/>
                  </a:lnTo>
                  <a:lnTo>
                    <a:pt x="773" y="1993"/>
                  </a:lnTo>
                  <a:lnTo>
                    <a:pt x="1018" y="1912"/>
                  </a:lnTo>
                  <a:lnTo>
                    <a:pt x="1506" y="1790"/>
                  </a:lnTo>
                  <a:lnTo>
                    <a:pt x="1587" y="1749"/>
                  </a:lnTo>
                  <a:lnTo>
                    <a:pt x="1628" y="1668"/>
                  </a:lnTo>
                  <a:lnTo>
                    <a:pt x="1628" y="1586"/>
                  </a:lnTo>
                  <a:lnTo>
                    <a:pt x="1628" y="1546"/>
                  </a:lnTo>
                  <a:lnTo>
                    <a:pt x="1587" y="1464"/>
                  </a:lnTo>
                  <a:lnTo>
                    <a:pt x="1546" y="1424"/>
                  </a:lnTo>
                  <a:lnTo>
                    <a:pt x="1465" y="1383"/>
                  </a:lnTo>
                  <a:lnTo>
                    <a:pt x="1384" y="1383"/>
                  </a:lnTo>
                  <a:lnTo>
                    <a:pt x="936" y="1546"/>
                  </a:lnTo>
                  <a:lnTo>
                    <a:pt x="733" y="1586"/>
                  </a:lnTo>
                  <a:lnTo>
                    <a:pt x="570" y="1586"/>
                  </a:lnTo>
                  <a:lnTo>
                    <a:pt x="448" y="1546"/>
                  </a:lnTo>
                  <a:lnTo>
                    <a:pt x="407" y="1464"/>
                  </a:lnTo>
                  <a:lnTo>
                    <a:pt x="407" y="1383"/>
                  </a:lnTo>
                  <a:lnTo>
                    <a:pt x="448" y="1302"/>
                  </a:lnTo>
                  <a:lnTo>
                    <a:pt x="529" y="1180"/>
                  </a:lnTo>
                  <a:lnTo>
                    <a:pt x="651" y="1098"/>
                  </a:lnTo>
                  <a:lnTo>
                    <a:pt x="814" y="1017"/>
                  </a:lnTo>
                  <a:lnTo>
                    <a:pt x="1221" y="814"/>
                  </a:lnTo>
                  <a:lnTo>
                    <a:pt x="2116" y="366"/>
                  </a:lnTo>
                  <a:lnTo>
                    <a:pt x="2197" y="325"/>
                  </a:lnTo>
                  <a:lnTo>
                    <a:pt x="2238" y="244"/>
                  </a:lnTo>
                  <a:lnTo>
                    <a:pt x="2238" y="163"/>
                  </a:lnTo>
                  <a:lnTo>
                    <a:pt x="2197" y="81"/>
                  </a:lnTo>
                  <a:lnTo>
                    <a:pt x="2156" y="41"/>
                  </a:lnTo>
                  <a:lnTo>
                    <a:pt x="2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5"/>
            <p:cNvSpPr/>
            <p:nvPr/>
          </p:nvSpPr>
          <p:spPr>
            <a:xfrm>
              <a:off x="6373320" y="2591378"/>
              <a:ext cx="24251" cy="24251"/>
            </a:xfrm>
            <a:custGeom>
              <a:avLst/>
              <a:gdLst/>
              <a:ahLst/>
              <a:cxnLst/>
              <a:rect l="l" t="t" r="r" b="b"/>
              <a:pathLst>
                <a:path w="530" h="530" extrusionOk="0">
                  <a:moveTo>
                    <a:pt x="244" y="1"/>
                  </a:moveTo>
                  <a:lnTo>
                    <a:pt x="122" y="41"/>
                  </a:lnTo>
                  <a:lnTo>
                    <a:pt x="41" y="82"/>
                  </a:lnTo>
                  <a:lnTo>
                    <a:pt x="0" y="163"/>
                  </a:lnTo>
                  <a:lnTo>
                    <a:pt x="0" y="285"/>
                  </a:lnTo>
                  <a:lnTo>
                    <a:pt x="0" y="367"/>
                  </a:lnTo>
                  <a:lnTo>
                    <a:pt x="41" y="448"/>
                  </a:lnTo>
                  <a:lnTo>
                    <a:pt x="122" y="489"/>
                  </a:lnTo>
                  <a:lnTo>
                    <a:pt x="244" y="529"/>
                  </a:lnTo>
                  <a:lnTo>
                    <a:pt x="366" y="489"/>
                  </a:lnTo>
                  <a:lnTo>
                    <a:pt x="448" y="448"/>
                  </a:lnTo>
                  <a:lnTo>
                    <a:pt x="489" y="367"/>
                  </a:lnTo>
                  <a:lnTo>
                    <a:pt x="529" y="285"/>
                  </a:lnTo>
                  <a:lnTo>
                    <a:pt x="489" y="163"/>
                  </a:lnTo>
                  <a:lnTo>
                    <a:pt x="448" y="82"/>
                  </a:lnTo>
                  <a:lnTo>
                    <a:pt x="366" y="41"/>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5"/>
            <p:cNvSpPr/>
            <p:nvPr/>
          </p:nvSpPr>
          <p:spPr>
            <a:xfrm>
              <a:off x="6276540" y="2511346"/>
              <a:ext cx="22375" cy="24251"/>
            </a:xfrm>
            <a:custGeom>
              <a:avLst/>
              <a:gdLst/>
              <a:ahLst/>
              <a:cxnLst/>
              <a:rect l="l" t="t" r="r" b="b"/>
              <a:pathLst>
                <a:path w="489" h="530" extrusionOk="0">
                  <a:moveTo>
                    <a:pt x="122" y="1"/>
                  </a:moveTo>
                  <a:lnTo>
                    <a:pt x="41" y="82"/>
                  </a:lnTo>
                  <a:lnTo>
                    <a:pt x="0" y="163"/>
                  </a:lnTo>
                  <a:lnTo>
                    <a:pt x="0" y="245"/>
                  </a:lnTo>
                  <a:lnTo>
                    <a:pt x="0" y="367"/>
                  </a:lnTo>
                  <a:lnTo>
                    <a:pt x="41" y="448"/>
                  </a:lnTo>
                  <a:lnTo>
                    <a:pt x="122" y="489"/>
                  </a:lnTo>
                  <a:lnTo>
                    <a:pt x="244" y="529"/>
                  </a:lnTo>
                  <a:lnTo>
                    <a:pt x="366" y="489"/>
                  </a:lnTo>
                  <a:lnTo>
                    <a:pt x="448" y="448"/>
                  </a:lnTo>
                  <a:lnTo>
                    <a:pt x="488" y="367"/>
                  </a:lnTo>
                  <a:lnTo>
                    <a:pt x="488" y="245"/>
                  </a:lnTo>
                  <a:lnTo>
                    <a:pt x="488" y="163"/>
                  </a:lnTo>
                  <a:lnTo>
                    <a:pt x="448" y="82"/>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5"/>
            <p:cNvSpPr/>
            <p:nvPr/>
          </p:nvSpPr>
          <p:spPr>
            <a:xfrm>
              <a:off x="6211380" y="2658369"/>
              <a:ext cx="76369" cy="52164"/>
            </a:xfrm>
            <a:custGeom>
              <a:avLst/>
              <a:gdLst/>
              <a:ahLst/>
              <a:cxnLst/>
              <a:rect l="l" t="t" r="r" b="b"/>
              <a:pathLst>
                <a:path w="1669" h="1140" extrusionOk="0">
                  <a:moveTo>
                    <a:pt x="163" y="1"/>
                  </a:moveTo>
                  <a:lnTo>
                    <a:pt x="82" y="42"/>
                  </a:lnTo>
                  <a:lnTo>
                    <a:pt x="41" y="82"/>
                  </a:lnTo>
                  <a:lnTo>
                    <a:pt x="1" y="164"/>
                  </a:lnTo>
                  <a:lnTo>
                    <a:pt x="1" y="245"/>
                  </a:lnTo>
                  <a:lnTo>
                    <a:pt x="41" y="326"/>
                  </a:lnTo>
                  <a:lnTo>
                    <a:pt x="163" y="489"/>
                  </a:lnTo>
                  <a:lnTo>
                    <a:pt x="326" y="652"/>
                  </a:lnTo>
                  <a:lnTo>
                    <a:pt x="489" y="774"/>
                  </a:lnTo>
                  <a:lnTo>
                    <a:pt x="651" y="896"/>
                  </a:lnTo>
                  <a:lnTo>
                    <a:pt x="855" y="977"/>
                  </a:lnTo>
                  <a:lnTo>
                    <a:pt x="1058" y="1059"/>
                  </a:lnTo>
                  <a:lnTo>
                    <a:pt x="1262" y="1099"/>
                  </a:lnTo>
                  <a:lnTo>
                    <a:pt x="1465" y="1140"/>
                  </a:lnTo>
                  <a:lnTo>
                    <a:pt x="1546" y="1099"/>
                  </a:lnTo>
                  <a:lnTo>
                    <a:pt x="1587" y="1059"/>
                  </a:lnTo>
                  <a:lnTo>
                    <a:pt x="1668" y="1018"/>
                  </a:lnTo>
                  <a:lnTo>
                    <a:pt x="1668" y="937"/>
                  </a:lnTo>
                  <a:lnTo>
                    <a:pt x="1668" y="855"/>
                  </a:lnTo>
                  <a:lnTo>
                    <a:pt x="1587" y="774"/>
                  </a:lnTo>
                  <a:lnTo>
                    <a:pt x="1546" y="733"/>
                  </a:lnTo>
                  <a:lnTo>
                    <a:pt x="1384" y="733"/>
                  </a:lnTo>
                  <a:lnTo>
                    <a:pt x="1343" y="692"/>
                  </a:lnTo>
                  <a:lnTo>
                    <a:pt x="1140" y="652"/>
                  </a:lnTo>
                  <a:lnTo>
                    <a:pt x="1058" y="652"/>
                  </a:lnTo>
                  <a:lnTo>
                    <a:pt x="1017" y="611"/>
                  </a:lnTo>
                  <a:lnTo>
                    <a:pt x="977" y="611"/>
                  </a:lnTo>
                  <a:lnTo>
                    <a:pt x="936" y="570"/>
                  </a:lnTo>
                  <a:lnTo>
                    <a:pt x="855" y="530"/>
                  </a:lnTo>
                  <a:lnTo>
                    <a:pt x="692" y="448"/>
                  </a:lnTo>
                  <a:lnTo>
                    <a:pt x="692" y="408"/>
                  </a:lnTo>
                  <a:lnTo>
                    <a:pt x="651" y="408"/>
                  </a:lnTo>
                  <a:lnTo>
                    <a:pt x="611" y="367"/>
                  </a:lnTo>
                  <a:lnTo>
                    <a:pt x="448" y="245"/>
                  </a:lnTo>
                  <a:lnTo>
                    <a:pt x="448" y="204"/>
                  </a:lnTo>
                  <a:lnTo>
                    <a:pt x="367" y="123"/>
                  </a:lnTo>
                  <a:lnTo>
                    <a:pt x="326" y="4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5"/>
            <p:cNvSpPr/>
            <p:nvPr/>
          </p:nvSpPr>
          <p:spPr>
            <a:xfrm>
              <a:off x="6323077" y="2328952"/>
              <a:ext cx="303418" cy="431859"/>
            </a:xfrm>
            <a:custGeom>
              <a:avLst/>
              <a:gdLst/>
              <a:ahLst/>
              <a:cxnLst/>
              <a:rect l="l" t="t" r="r" b="b"/>
              <a:pathLst>
                <a:path w="6631" h="9438" extrusionOk="0">
                  <a:moveTo>
                    <a:pt x="1261" y="0"/>
                  </a:moveTo>
                  <a:lnTo>
                    <a:pt x="936" y="41"/>
                  </a:lnTo>
                  <a:lnTo>
                    <a:pt x="651" y="163"/>
                  </a:lnTo>
                  <a:lnTo>
                    <a:pt x="366" y="326"/>
                  </a:lnTo>
                  <a:lnTo>
                    <a:pt x="244" y="407"/>
                  </a:lnTo>
                  <a:lnTo>
                    <a:pt x="163" y="529"/>
                  </a:lnTo>
                  <a:lnTo>
                    <a:pt x="82" y="651"/>
                  </a:lnTo>
                  <a:lnTo>
                    <a:pt x="41" y="814"/>
                  </a:lnTo>
                  <a:lnTo>
                    <a:pt x="0" y="1099"/>
                  </a:lnTo>
                  <a:lnTo>
                    <a:pt x="41" y="1424"/>
                  </a:lnTo>
                  <a:lnTo>
                    <a:pt x="41" y="1465"/>
                  </a:lnTo>
                  <a:lnTo>
                    <a:pt x="82" y="1505"/>
                  </a:lnTo>
                  <a:lnTo>
                    <a:pt x="244" y="1749"/>
                  </a:lnTo>
                  <a:lnTo>
                    <a:pt x="448" y="1993"/>
                  </a:lnTo>
                  <a:lnTo>
                    <a:pt x="692" y="2115"/>
                  </a:lnTo>
                  <a:lnTo>
                    <a:pt x="976" y="2197"/>
                  </a:lnTo>
                  <a:lnTo>
                    <a:pt x="895" y="2563"/>
                  </a:lnTo>
                  <a:lnTo>
                    <a:pt x="895" y="2929"/>
                  </a:lnTo>
                  <a:lnTo>
                    <a:pt x="1017" y="3295"/>
                  </a:lnTo>
                  <a:lnTo>
                    <a:pt x="1098" y="3458"/>
                  </a:lnTo>
                  <a:lnTo>
                    <a:pt x="1220" y="3620"/>
                  </a:lnTo>
                  <a:lnTo>
                    <a:pt x="1464" y="3905"/>
                  </a:lnTo>
                  <a:lnTo>
                    <a:pt x="1790" y="4109"/>
                  </a:lnTo>
                  <a:lnTo>
                    <a:pt x="2115" y="4231"/>
                  </a:lnTo>
                  <a:lnTo>
                    <a:pt x="2481" y="4271"/>
                  </a:lnTo>
                  <a:lnTo>
                    <a:pt x="2481" y="4678"/>
                  </a:lnTo>
                  <a:lnTo>
                    <a:pt x="2563" y="5044"/>
                  </a:lnTo>
                  <a:lnTo>
                    <a:pt x="2685" y="5410"/>
                  </a:lnTo>
                  <a:lnTo>
                    <a:pt x="2929" y="5736"/>
                  </a:lnTo>
                  <a:lnTo>
                    <a:pt x="3214" y="6020"/>
                  </a:lnTo>
                  <a:lnTo>
                    <a:pt x="3539" y="6224"/>
                  </a:lnTo>
                  <a:lnTo>
                    <a:pt x="3905" y="6386"/>
                  </a:lnTo>
                  <a:lnTo>
                    <a:pt x="4312" y="6427"/>
                  </a:lnTo>
                  <a:lnTo>
                    <a:pt x="4108" y="7078"/>
                  </a:lnTo>
                  <a:lnTo>
                    <a:pt x="3986" y="7769"/>
                  </a:lnTo>
                  <a:lnTo>
                    <a:pt x="3905" y="8461"/>
                  </a:lnTo>
                  <a:lnTo>
                    <a:pt x="3946" y="9152"/>
                  </a:lnTo>
                  <a:lnTo>
                    <a:pt x="3986" y="9274"/>
                  </a:lnTo>
                  <a:lnTo>
                    <a:pt x="4068" y="9356"/>
                  </a:lnTo>
                  <a:lnTo>
                    <a:pt x="4475" y="9437"/>
                  </a:lnTo>
                  <a:lnTo>
                    <a:pt x="4841" y="9437"/>
                  </a:lnTo>
                  <a:lnTo>
                    <a:pt x="5207" y="9315"/>
                  </a:lnTo>
                  <a:lnTo>
                    <a:pt x="5532" y="9152"/>
                  </a:lnTo>
                  <a:lnTo>
                    <a:pt x="5817" y="8949"/>
                  </a:lnTo>
                  <a:lnTo>
                    <a:pt x="6102" y="8705"/>
                  </a:lnTo>
                  <a:lnTo>
                    <a:pt x="6305" y="8380"/>
                  </a:lnTo>
                  <a:lnTo>
                    <a:pt x="6468" y="8054"/>
                  </a:lnTo>
                  <a:lnTo>
                    <a:pt x="6590" y="7607"/>
                  </a:lnTo>
                  <a:lnTo>
                    <a:pt x="6630" y="7200"/>
                  </a:lnTo>
                  <a:lnTo>
                    <a:pt x="6630" y="6753"/>
                  </a:lnTo>
                  <a:lnTo>
                    <a:pt x="6590" y="6346"/>
                  </a:lnTo>
                  <a:lnTo>
                    <a:pt x="6468" y="5898"/>
                  </a:lnTo>
                  <a:lnTo>
                    <a:pt x="6305" y="5492"/>
                  </a:lnTo>
                  <a:lnTo>
                    <a:pt x="6142" y="5125"/>
                  </a:lnTo>
                  <a:lnTo>
                    <a:pt x="5939" y="4719"/>
                  </a:lnTo>
                  <a:lnTo>
                    <a:pt x="5451" y="3905"/>
                  </a:lnTo>
                  <a:lnTo>
                    <a:pt x="4922" y="3132"/>
                  </a:lnTo>
                  <a:lnTo>
                    <a:pt x="4352" y="2360"/>
                  </a:lnTo>
                  <a:lnTo>
                    <a:pt x="3742" y="1627"/>
                  </a:lnTo>
                  <a:lnTo>
                    <a:pt x="3295" y="1058"/>
                  </a:lnTo>
                  <a:lnTo>
                    <a:pt x="3051" y="773"/>
                  </a:lnTo>
                  <a:lnTo>
                    <a:pt x="2807" y="529"/>
                  </a:lnTo>
                  <a:lnTo>
                    <a:pt x="2563" y="326"/>
                  </a:lnTo>
                  <a:lnTo>
                    <a:pt x="2278" y="163"/>
                  </a:lnTo>
                  <a:lnTo>
                    <a:pt x="1912" y="41"/>
                  </a:lnTo>
                  <a:lnTo>
                    <a:pt x="15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5"/>
            <p:cNvSpPr/>
            <p:nvPr/>
          </p:nvSpPr>
          <p:spPr>
            <a:xfrm>
              <a:off x="5552501" y="2230296"/>
              <a:ext cx="374159" cy="800390"/>
            </a:xfrm>
            <a:custGeom>
              <a:avLst/>
              <a:gdLst/>
              <a:ahLst/>
              <a:cxnLst/>
              <a:rect l="l" t="t" r="r" b="b"/>
              <a:pathLst>
                <a:path w="8177" h="17492" extrusionOk="0">
                  <a:moveTo>
                    <a:pt x="2685" y="0"/>
                  </a:moveTo>
                  <a:lnTo>
                    <a:pt x="2481" y="41"/>
                  </a:lnTo>
                  <a:lnTo>
                    <a:pt x="2359" y="163"/>
                  </a:lnTo>
                  <a:lnTo>
                    <a:pt x="2237" y="326"/>
                  </a:lnTo>
                  <a:lnTo>
                    <a:pt x="2156" y="489"/>
                  </a:lnTo>
                  <a:lnTo>
                    <a:pt x="2156" y="651"/>
                  </a:lnTo>
                  <a:lnTo>
                    <a:pt x="2115" y="855"/>
                  </a:lnTo>
                  <a:lnTo>
                    <a:pt x="2156" y="1221"/>
                  </a:lnTo>
                  <a:lnTo>
                    <a:pt x="2115" y="1587"/>
                  </a:lnTo>
                  <a:lnTo>
                    <a:pt x="2075" y="1465"/>
                  </a:lnTo>
                  <a:lnTo>
                    <a:pt x="2075" y="1302"/>
                  </a:lnTo>
                  <a:lnTo>
                    <a:pt x="2075" y="1017"/>
                  </a:lnTo>
                  <a:lnTo>
                    <a:pt x="2075" y="733"/>
                  </a:lnTo>
                  <a:lnTo>
                    <a:pt x="2034" y="611"/>
                  </a:lnTo>
                  <a:lnTo>
                    <a:pt x="1953" y="489"/>
                  </a:lnTo>
                  <a:lnTo>
                    <a:pt x="1831" y="407"/>
                  </a:lnTo>
                  <a:lnTo>
                    <a:pt x="1709" y="367"/>
                  </a:lnTo>
                  <a:lnTo>
                    <a:pt x="1587" y="367"/>
                  </a:lnTo>
                  <a:lnTo>
                    <a:pt x="1465" y="407"/>
                  </a:lnTo>
                  <a:lnTo>
                    <a:pt x="1343" y="448"/>
                  </a:lnTo>
                  <a:lnTo>
                    <a:pt x="1261" y="529"/>
                  </a:lnTo>
                  <a:lnTo>
                    <a:pt x="1139" y="651"/>
                  </a:lnTo>
                  <a:lnTo>
                    <a:pt x="1098" y="773"/>
                  </a:lnTo>
                  <a:lnTo>
                    <a:pt x="1017" y="1017"/>
                  </a:lnTo>
                  <a:lnTo>
                    <a:pt x="1017" y="1261"/>
                  </a:lnTo>
                  <a:lnTo>
                    <a:pt x="936" y="1139"/>
                  </a:lnTo>
                  <a:lnTo>
                    <a:pt x="854" y="1058"/>
                  </a:lnTo>
                  <a:lnTo>
                    <a:pt x="732" y="977"/>
                  </a:lnTo>
                  <a:lnTo>
                    <a:pt x="570" y="977"/>
                  </a:lnTo>
                  <a:lnTo>
                    <a:pt x="488" y="1017"/>
                  </a:lnTo>
                  <a:lnTo>
                    <a:pt x="407" y="1058"/>
                  </a:lnTo>
                  <a:lnTo>
                    <a:pt x="244" y="1221"/>
                  </a:lnTo>
                  <a:lnTo>
                    <a:pt x="163" y="1465"/>
                  </a:lnTo>
                  <a:lnTo>
                    <a:pt x="122" y="1668"/>
                  </a:lnTo>
                  <a:lnTo>
                    <a:pt x="82" y="2441"/>
                  </a:lnTo>
                  <a:lnTo>
                    <a:pt x="41" y="3255"/>
                  </a:lnTo>
                  <a:lnTo>
                    <a:pt x="0" y="4800"/>
                  </a:lnTo>
                  <a:lnTo>
                    <a:pt x="41" y="6346"/>
                  </a:lnTo>
                  <a:lnTo>
                    <a:pt x="122" y="7892"/>
                  </a:lnTo>
                  <a:lnTo>
                    <a:pt x="163" y="8583"/>
                  </a:lnTo>
                  <a:lnTo>
                    <a:pt x="244" y="9275"/>
                  </a:lnTo>
                  <a:lnTo>
                    <a:pt x="448" y="10658"/>
                  </a:lnTo>
                  <a:lnTo>
                    <a:pt x="651" y="12041"/>
                  </a:lnTo>
                  <a:lnTo>
                    <a:pt x="732" y="12732"/>
                  </a:lnTo>
                  <a:lnTo>
                    <a:pt x="895" y="13383"/>
                  </a:lnTo>
                  <a:lnTo>
                    <a:pt x="1098" y="13993"/>
                  </a:lnTo>
                  <a:lnTo>
                    <a:pt x="1343" y="14603"/>
                  </a:lnTo>
                  <a:lnTo>
                    <a:pt x="1709" y="15132"/>
                  </a:lnTo>
                  <a:lnTo>
                    <a:pt x="1912" y="15376"/>
                  </a:lnTo>
                  <a:lnTo>
                    <a:pt x="2115" y="15620"/>
                  </a:lnTo>
                  <a:lnTo>
                    <a:pt x="2400" y="15905"/>
                  </a:lnTo>
                  <a:lnTo>
                    <a:pt x="2766" y="16108"/>
                  </a:lnTo>
                  <a:lnTo>
                    <a:pt x="3132" y="16352"/>
                  </a:lnTo>
                  <a:lnTo>
                    <a:pt x="3498" y="16515"/>
                  </a:lnTo>
                  <a:lnTo>
                    <a:pt x="3864" y="16718"/>
                  </a:lnTo>
                  <a:lnTo>
                    <a:pt x="4271" y="16840"/>
                  </a:lnTo>
                  <a:lnTo>
                    <a:pt x="5044" y="17044"/>
                  </a:lnTo>
                  <a:lnTo>
                    <a:pt x="6061" y="17288"/>
                  </a:lnTo>
                  <a:lnTo>
                    <a:pt x="6671" y="17450"/>
                  </a:lnTo>
                  <a:lnTo>
                    <a:pt x="6915" y="17491"/>
                  </a:lnTo>
                  <a:lnTo>
                    <a:pt x="7607" y="15417"/>
                  </a:lnTo>
                  <a:lnTo>
                    <a:pt x="8176" y="13342"/>
                  </a:lnTo>
                  <a:lnTo>
                    <a:pt x="7485" y="12976"/>
                  </a:lnTo>
                  <a:lnTo>
                    <a:pt x="6793" y="12610"/>
                  </a:lnTo>
                  <a:lnTo>
                    <a:pt x="6508" y="12407"/>
                  </a:lnTo>
                  <a:lnTo>
                    <a:pt x="6183" y="12163"/>
                  </a:lnTo>
                  <a:lnTo>
                    <a:pt x="5898" y="11878"/>
                  </a:lnTo>
                  <a:lnTo>
                    <a:pt x="5654" y="11552"/>
                  </a:lnTo>
                  <a:lnTo>
                    <a:pt x="5288" y="10942"/>
                  </a:lnTo>
                  <a:lnTo>
                    <a:pt x="5003" y="10292"/>
                  </a:lnTo>
                  <a:lnTo>
                    <a:pt x="4800" y="9641"/>
                  </a:lnTo>
                  <a:lnTo>
                    <a:pt x="4637" y="8949"/>
                  </a:lnTo>
                  <a:lnTo>
                    <a:pt x="4434" y="7932"/>
                  </a:lnTo>
                  <a:lnTo>
                    <a:pt x="4312" y="6875"/>
                  </a:lnTo>
                  <a:lnTo>
                    <a:pt x="4271" y="5858"/>
                  </a:lnTo>
                  <a:lnTo>
                    <a:pt x="4231" y="4800"/>
                  </a:lnTo>
                  <a:lnTo>
                    <a:pt x="4190" y="2726"/>
                  </a:lnTo>
                  <a:lnTo>
                    <a:pt x="4149" y="1668"/>
                  </a:lnTo>
                  <a:lnTo>
                    <a:pt x="4068" y="611"/>
                  </a:lnTo>
                  <a:lnTo>
                    <a:pt x="4027" y="489"/>
                  </a:lnTo>
                  <a:lnTo>
                    <a:pt x="3986" y="367"/>
                  </a:lnTo>
                  <a:lnTo>
                    <a:pt x="3905" y="285"/>
                  </a:lnTo>
                  <a:lnTo>
                    <a:pt x="3824" y="204"/>
                  </a:lnTo>
                  <a:lnTo>
                    <a:pt x="3702" y="245"/>
                  </a:lnTo>
                  <a:lnTo>
                    <a:pt x="3580" y="326"/>
                  </a:lnTo>
                  <a:lnTo>
                    <a:pt x="3498" y="448"/>
                  </a:lnTo>
                  <a:lnTo>
                    <a:pt x="3458" y="570"/>
                  </a:lnTo>
                  <a:lnTo>
                    <a:pt x="3336" y="936"/>
                  </a:lnTo>
                  <a:lnTo>
                    <a:pt x="3254" y="1343"/>
                  </a:lnTo>
                  <a:lnTo>
                    <a:pt x="3254" y="1709"/>
                  </a:lnTo>
                  <a:lnTo>
                    <a:pt x="3254" y="2116"/>
                  </a:lnTo>
                  <a:lnTo>
                    <a:pt x="3173" y="611"/>
                  </a:lnTo>
                  <a:lnTo>
                    <a:pt x="3132" y="326"/>
                  </a:lnTo>
                  <a:lnTo>
                    <a:pt x="3092" y="204"/>
                  </a:lnTo>
                  <a:lnTo>
                    <a:pt x="3010" y="82"/>
                  </a:lnTo>
                  <a:lnTo>
                    <a:pt x="28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5"/>
            <p:cNvSpPr/>
            <p:nvPr/>
          </p:nvSpPr>
          <p:spPr>
            <a:xfrm>
              <a:off x="5543166" y="2221007"/>
              <a:ext cx="392782" cy="818968"/>
            </a:xfrm>
            <a:custGeom>
              <a:avLst/>
              <a:gdLst/>
              <a:ahLst/>
              <a:cxnLst/>
              <a:rect l="l" t="t" r="r" b="b"/>
              <a:pathLst>
                <a:path w="8584" h="17898" extrusionOk="0">
                  <a:moveTo>
                    <a:pt x="2970" y="366"/>
                  </a:moveTo>
                  <a:lnTo>
                    <a:pt x="3052" y="448"/>
                  </a:lnTo>
                  <a:lnTo>
                    <a:pt x="3133" y="488"/>
                  </a:lnTo>
                  <a:lnTo>
                    <a:pt x="3174" y="610"/>
                  </a:lnTo>
                  <a:lnTo>
                    <a:pt x="3174" y="814"/>
                  </a:lnTo>
                  <a:lnTo>
                    <a:pt x="3174" y="1261"/>
                  </a:lnTo>
                  <a:lnTo>
                    <a:pt x="3255" y="2319"/>
                  </a:lnTo>
                  <a:lnTo>
                    <a:pt x="3255" y="2400"/>
                  </a:lnTo>
                  <a:lnTo>
                    <a:pt x="3336" y="2481"/>
                  </a:lnTo>
                  <a:lnTo>
                    <a:pt x="3377" y="2481"/>
                  </a:lnTo>
                  <a:lnTo>
                    <a:pt x="3458" y="2522"/>
                  </a:lnTo>
                  <a:lnTo>
                    <a:pt x="3540" y="2481"/>
                  </a:lnTo>
                  <a:lnTo>
                    <a:pt x="3580" y="2481"/>
                  </a:lnTo>
                  <a:lnTo>
                    <a:pt x="3621" y="2400"/>
                  </a:lnTo>
                  <a:lnTo>
                    <a:pt x="3662" y="2319"/>
                  </a:lnTo>
                  <a:lnTo>
                    <a:pt x="3632" y="1759"/>
                  </a:lnTo>
                  <a:lnTo>
                    <a:pt x="3662" y="1464"/>
                  </a:lnTo>
                  <a:lnTo>
                    <a:pt x="3743" y="1098"/>
                  </a:lnTo>
                  <a:lnTo>
                    <a:pt x="3824" y="854"/>
                  </a:lnTo>
                  <a:lnTo>
                    <a:pt x="3865" y="732"/>
                  </a:lnTo>
                  <a:lnTo>
                    <a:pt x="3906" y="651"/>
                  </a:lnTo>
                  <a:lnTo>
                    <a:pt x="3987" y="651"/>
                  </a:lnTo>
                  <a:lnTo>
                    <a:pt x="4028" y="692"/>
                  </a:lnTo>
                  <a:lnTo>
                    <a:pt x="4068" y="854"/>
                  </a:lnTo>
                  <a:lnTo>
                    <a:pt x="4109" y="1220"/>
                  </a:lnTo>
                  <a:lnTo>
                    <a:pt x="4150" y="2115"/>
                  </a:lnTo>
                  <a:lnTo>
                    <a:pt x="4231" y="3864"/>
                  </a:lnTo>
                  <a:lnTo>
                    <a:pt x="4272" y="5613"/>
                  </a:lnTo>
                  <a:lnTo>
                    <a:pt x="4272" y="6508"/>
                  </a:lnTo>
                  <a:lnTo>
                    <a:pt x="4353" y="7362"/>
                  </a:lnTo>
                  <a:lnTo>
                    <a:pt x="4475" y="8217"/>
                  </a:lnTo>
                  <a:lnTo>
                    <a:pt x="4597" y="9071"/>
                  </a:lnTo>
                  <a:lnTo>
                    <a:pt x="4801" y="9844"/>
                  </a:lnTo>
                  <a:lnTo>
                    <a:pt x="5045" y="10617"/>
                  </a:lnTo>
                  <a:lnTo>
                    <a:pt x="5207" y="10983"/>
                  </a:lnTo>
                  <a:lnTo>
                    <a:pt x="5370" y="11308"/>
                  </a:lnTo>
                  <a:lnTo>
                    <a:pt x="5573" y="11674"/>
                  </a:lnTo>
                  <a:lnTo>
                    <a:pt x="5777" y="12000"/>
                  </a:lnTo>
                  <a:lnTo>
                    <a:pt x="6062" y="12284"/>
                  </a:lnTo>
                  <a:lnTo>
                    <a:pt x="6306" y="12569"/>
                  </a:lnTo>
                  <a:lnTo>
                    <a:pt x="6631" y="12772"/>
                  </a:lnTo>
                  <a:lnTo>
                    <a:pt x="6956" y="13016"/>
                  </a:lnTo>
                  <a:lnTo>
                    <a:pt x="7607" y="13383"/>
                  </a:lnTo>
                  <a:lnTo>
                    <a:pt x="8175" y="13650"/>
                  </a:lnTo>
                  <a:lnTo>
                    <a:pt x="8175" y="13650"/>
                  </a:lnTo>
                  <a:lnTo>
                    <a:pt x="7607" y="15579"/>
                  </a:lnTo>
                  <a:lnTo>
                    <a:pt x="7009" y="17485"/>
                  </a:lnTo>
                  <a:lnTo>
                    <a:pt x="7009" y="17485"/>
                  </a:lnTo>
                  <a:lnTo>
                    <a:pt x="6834" y="17450"/>
                  </a:lnTo>
                  <a:lnTo>
                    <a:pt x="6265" y="17328"/>
                  </a:lnTo>
                  <a:lnTo>
                    <a:pt x="5370" y="17084"/>
                  </a:lnTo>
                  <a:lnTo>
                    <a:pt x="4516" y="16840"/>
                  </a:lnTo>
                  <a:lnTo>
                    <a:pt x="4068" y="16677"/>
                  </a:lnTo>
                  <a:lnTo>
                    <a:pt x="3662" y="16515"/>
                  </a:lnTo>
                  <a:lnTo>
                    <a:pt x="3255" y="16311"/>
                  </a:lnTo>
                  <a:lnTo>
                    <a:pt x="2889" y="16067"/>
                  </a:lnTo>
                  <a:lnTo>
                    <a:pt x="2563" y="15782"/>
                  </a:lnTo>
                  <a:lnTo>
                    <a:pt x="2238" y="15457"/>
                  </a:lnTo>
                  <a:lnTo>
                    <a:pt x="1913" y="15050"/>
                  </a:lnTo>
                  <a:lnTo>
                    <a:pt x="1669" y="14603"/>
                  </a:lnTo>
                  <a:lnTo>
                    <a:pt x="1465" y="14115"/>
                  </a:lnTo>
                  <a:lnTo>
                    <a:pt x="1302" y="13627"/>
                  </a:lnTo>
                  <a:lnTo>
                    <a:pt x="1180" y="13138"/>
                  </a:lnTo>
                  <a:lnTo>
                    <a:pt x="1099" y="12610"/>
                  </a:lnTo>
                  <a:lnTo>
                    <a:pt x="977" y="11593"/>
                  </a:lnTo>
                  <a:lnTo>
                    <a:pt x="774" y="10454"/>
                  </a:lnTo>
                  <a:lnTo>
                    <a:pt x="611" y="9356"/>
                  </a:lnTo>
                  <a:lnTo>
                    <a:pt x="530" y="8217"/>
                  </a:lnTo>
                  <a:lnTo>
                    <a:pt x="448" y="7078"/>
                  </a:lnTo>
                  <a:lnTo>
                    <a:pt x="408" y="5776"/>
                  </a:lnTo>
                  <a:lnTo>
                    <a:pt x="408" y="4474"/>
                  </a:lnTo>
                  <a:lnTo>
                    <a:pt x="448" y="3173"/>
                  </a:lnTo>
                  <a:lnTo>
                    <a:pt x="524" y="1958"/>
                  </a:lnTo>
                  <a:lnTo>
                    <a:pt x="530" y="1953"/>
                  </a:lnTo>
                  <a:lnTo>
                    <a:pt x="530" y="1871"/>
                  </a:lnTo>
                  <a:lnTo>
                    <a:pt x="611" y="1586"/>
                  </a:lnTo>
                  <a:lnTo>
                    <a:pt x="652" y="1464"/>
                  </a:lnTo>
                  <a:lnTo>
                    <a:pt x="733" y="1424"/>
                  </a:lnTo>
                  <a:lnTo>
                    <a:pt x="774" y="1383"/>
                  </a:lnTo>
                  <a:lnTo>
                    <a:pt x="896" y="1383"/>
                  </a:lnTo>
                  <a:lnTo>
                    <a:pt x="977" y="1424"/>
                  </a:lnTo>
                  <a:lnTo>
                    <a:pt x="1018" y="1505"/>
                  </a:lnTo>
                  <a:lnTo>
                    <a:pt x="1058" y="1586"/>
                  </a:lnTo>
                  <a:lnTo>
                    <a:pt x="1099" y="1830"/>
                  </a:lnTo>
                  <a:lnTo>
                    <a:pt x="1099" y="1993"/>
                  </a:lnTo>
                  <a:lnTo>
                    <a:pt x="1127" y="1990"/>
                  </a:lnTo>
                  <a:lnTo>
                    <a:pt x="1127" y="1990"/>
                  </a:lnTo>
                  <a:lnTo>
                    <a:pt x="1140" y="2075"/>
                  </a:lnTo>
                  <a:lnTo>
                    <a:pt x="1140" y="2115"/>
                  </a:lnTo>
                  <a:lnTo>
                    <a:pt x="1221" y="2156"/>
                  </a:lnTo>
                  <a:lnTo>
                    <a:pt x="1343" y="2197"/>
                  </a:lnTo>
                  <a:lnTo>
                    <a:pt x="1465" y="2156"/>
                  </a:lnTo>
                  <a:lnTo>
                    <a:pt x="1506" y="2075"/>
                  </a:lnTo>
                  <a:lnTo>
                    <a:pt x="1506" y="1993"/>
                  </a:lnTo>
                  <a:lnTo>
                    <a:pt x="1501" y="1953"/>
                  </a:lnTo>
                  <a:lnTo>
                    <a:pt x="1501" y="1953"/>
                  </a:lnTo>
                  <a:lnTo>
                    <a:pt x="1506" y="1953"/>
                  </a:lnTo>
                  <a:lnTo>
                    <a:pt x="1496" y="1912"/>
                  </a:lnTo>
                  <a:lnTo>
                    <a:pt x="1465" y="1668"/>
                  </a:lnTo>
                  <a:lnTo>
                    <a:pt x="1425" y="1464"/>
                  </a:lnTo>
                  <a:lnTo>
                    <a:pt x="1425" y="1424"/>
                  </a:lnTo>
                  <a:lnTo>
                    <a:pt x="1425" y="1220"/>
                  </a:lnTo>
                  <a:lnTo>
                    <a:pt x="1465" y="1058"/>
                  </a:lnTo>
                  <a:lnTo>
                    <a:pt x="1547" y="936"/>
                  </a:lnTo>
                  <a:lnTo>
                    <a:pt x="1669" y="814"/>
                  </a:lnTo>
                  <a:lnTo>
                    <a:pt x="1831" y="773"/>
                  </a:lnTo>
                  <a:lnTo>
                    <a:pt x="1913" y="773"/>
                  </a:lnTo>
                  <a:lnTo>
                    <a:pt x="1994" y="814"/>
                  </a:lnTo>
                  <a:lnTo>
                    <a:pt x="2075" y="936"/>
                  </a:lnTo>
                  <a:lnTo>
                    <a:pt x="2075" y="1058"/>
                  </a:lnTo>
                  <a:lnTo>
                    <a:pt x="2075" y="1220"/>
                  </a:lnTo>
                  <a:lnTo>
                    <a:pt x="2075" y="1546"/>
                  </a:lnTo>
                  <a:lnTo>
                    <a:pt x="2116" y="1830"/>
                  </a:lnTo>
                  <a:lnTo>
                    <a:pt x="2157" y="1912"/>
                  </a:lnTo>
                  <a:lnTo>
                    <a:pt x="2238" y="1953"/>
                  </a:lnTo>
                  <a:lnTo>
                    <a:pt x="2360" y="1993"/>
                  </a:lnTo>
                  <a:lnTo>
                    <a:pt x="2441" y="1912"/>
                  </a:lnTo>
                  <a:lnTo>
                    <a:pt x="2523" y="1871"/>
                  </a:lnTo>
                  <a:lnTo>
                    <a:pt x="2523" y="1790"/>
                  </a:lnTo>
                  <a:lnTo>
                    <a:pt x="2523" y="1546"/>
                  </a:lnTo>
                  <a:lnTo>
                    <a:pt x="2523" y="1342"/>
                  </a:lnTo>
                  <a:lnTo>
                    <a:pt x="2523" y="1098"/>
                  </a:lnTo>
                  <a:lnTo>
                    <a:pt x="2563" y="854"/>
                  </a:lnTo>
                  <a:lnTo>
                    <a:pt x="2604" y="692"/>
                  </a:lnTo>
                  <a:lnTo>
                    <a:pt x="2726" y="488"/>
                  </a:lnTo>
                  <a:lnTo>
                    <a:pt x="2807" y="407"/>
                  </a:lnTo>
                  <a:lnTo>
                    <a:pt x="2889" y="366"/>
                  </a:lnTo>
                  <a:close/>
                  <a:moveTo>
                    <a:pt x="2807" y="0"/>
                  </a:moveTo>
                  <a:lnTo>
                    <a:pt x="2563" y="81"/>
                  </a:lnTo>
                  <a:lnTo>
                    <a:pt x="2401" y="244"/>
                  </a:lnTo>
                  <a:lnTo>
                    <a:pt x="2238" y="448"/>
                  </a:lnTo>
                  <a:lnTo>
                    <a:pt x="2225" y="499"/>
                  </a:lnTo>
                  <a:lnTo>
                    <a:pt x="2157" y="448"/>
                  </a:lnTo>
                  <a:lnTo>
                    <a:pt x="1953" y="407"/>
                  </a:lnTo>
                  <a:lnTo>
                    <a:pt x="1750" y="407"/>
                  </a:lnTo>
                  <a:lnTo>
                    <a:pt x="1465" y="488"/>
                  </a:lnTo>
                  <a:lnTo>
                    <a:pt x="1262" y="610"/>
                  </a:lnTo>
                  <a:lnTo>
                    <a:pt x="1140" y="814"/>
                  </a:lnTo>
                  <a:lnTo>
                    <a:pt x="1070" y="1023"/>
                  </a:lnTo>
                  <a:lnTo>
                    <a:pt x="1070" y="1023"/>
                  </a:lnTo>
                  <a:lnTo>
                    <a:pt x="977" y="976"/>
                  </a:lnTo>
                  <a:lnTo>
                    <a:pt x="774" y="976"/>
                  </a:lnTo>
                  <a:lnTo>
                    <a:pt x="611" y="1017"/>
                  </a:lnTo>
                  <a:lnTo>
                    <a:pt x="489" y="1098"/>
                  </a:lnTo>
                  <a:lnTo>
                    <a:pt x="408" y="1180"/>
                  </a:lnTo>
                  <a:lnTo>
                    <a:pt x="326" y="1302"/>
                  </a:lnTo>
                  <a:lnTo>
                    <a:pt x="204" y="1586"/>
                  </a:lnTo>
                  <a:lnTo>
                    <a:pt x="123" y="1871"/>
                  </a:lnTo>
                  <a:lnTo>
                    <a:pt x="42" y="3336"/>
                  </a:lnTo>
                  <a:lnTo>
                    <a:pt x="1" y="4800"/>
                  </a:lnTo>
                  <a:lnTo>
                    <a:pt x="42" y="6264"/>
                  </a:lnTo>
                  <a:lnTo>
                    <a:pt x="82" y="7729"/>
                  </a:lnTo>
                  <a:lnTo>
                    <a:pt x="204" y="9152"/>
                  </a:lnTo>
                  <a:lnTo>
                    <a:pt x="408" y="10535"/>
                  </a:lnTo>
                  <a:lnTo>
                    <a:pt x="570" y="11959"/>
                  </a:lnTo>
                  <a:lnTo>
                    <a:pt x="692" y="12650"/>
                  </a:lnTo>
                  <a:lnTo>
                    <a:pt x="814" y="13342"/>
                  </a:lnTo>
                  <a:lnTo>
                    <a:pt x="977" y="13911"/>
                  </a:lnTo>
                  <a:lnTo>
                    <a:pt x="1180" y="14481"/>
                  </a:lnTo>
                  <a:lnTo>
                    <a:pt x="1465" y="15010"/>
                  </a:lnTo>
                  <a:lnTo>
                    <a:pt x="1791" y="15498"/>
                  </a:lnTo>
                  <a:lnTo>
                    <a:pt x="2157" y="15945"/>
                  </a:lnTo>
                  <a:lnTo>
                    <a:pt x="2604" y="16311"/>
                  </a:lnTo>
                  <a:lnTo>
                    <a:pt x="3092" y="16637"/>
                  </a:lnTo>
                  <a:lnTo>
                    <a:pt x="3580" y="16921"/>
                  </a:lnTo>
                  <a:lnTo>
                    <a:pt x="4353" y="17206"/>
                  </a:lnTo>
                  <a:lnTo>
                    <a:pt x="5126" y="17450"/>
                  </a:lnTo>
                  <a:lnTo>
                    <a:pt x="5899" y="17653"/>
                  </a:lnTo>
                  <a:lnTo>
                    <a:pt x="6712" y="17816"/>
                  </a:lnTo>
                  <a:lnTo>
                    <a:pt x="6956" y="17898"/>
                  </a:lnTo>
                  <a:lnTo>
                    <a:pt x="7201" y="17898"/>
                  </a:lnTo>
                  <a:lnTo>
                    <a:pt x="7282" y="17816"/>
                  </a:lnTo>
                  <a:lnTo>
                    <a:pt x="7363" y="17735"/>
                  </a:lnTo>
                  <a:lnTo>
                    <a:pt x="7404" y="17491"/>
                  </a:lnTo>
                  <a:lnTo>
                    <a:pt x="7689" y="16718"/>
                  </a:lnTo>
                  <a:lnTo>
                    <a:pt x="8136" y="15172"/>
                  </a:lnTo>
                  <a:lnTo>
                    <a:pt x="8584" y="13586"/>
                  </a:lnTo>
                  <a:lnTo>
                    <a:pt x="8584" y="13464"/>
                  </a:lnTo>
                  <a:lnTo>
                    <a:pt x="8543" y="13423"/>
                  </a:lnTo>
                  <a:lnTo>
                    <a:pt x="8502" y="13383"/>
                  </a:lnTo>
                  <a:lnTo>
                    <a:pt x="7811" y="13016"/>
                  </a:lnTo>
                  <a:lnTo>
                    <a:pt x="7119" y="12650"/>
                  </a:lnTo>
                  <a:lnTo>
                    <a:pt x="6794" y="12447"/>
                  </a:lnTo>
                  <a:lnTo>
                    <a:pt x="6509" y="12162"/>
                  </a:lnTo>
                  <a:lnTo>
                    <a:pt x="6224" y="11918"/>
                  </a:lnTo>
                  <a:lnTo>
                    <a:pt x="5980" y="11593"/>
                  </a:lnTo>
                  <a:lnTo>
                    <a:pt x="5777" y="11227"/>
                  </a:lnTo>
                  <a:lnTo>
                    <a:pt x="5573" y="10820"/>
                  </a:lnTo>
                  <a:lnTo>
                    <a:pt x="5411" y="10413"/>
                  </a:lnTo>
                  <a:lnTo>
                    <a:pt x="5248" y="9966"/>
                  </a:lnTo>
                  <a:lnTo>
                    <a:pt x="5004" y="9112"/>
                  </a:lnTo>
                  <a:lnTo>
                    <a:pt x="4882" y="8257"/>
                  </a:lnTo>
                  <a:lnTo>
                    <a:pt x="4760" y="7281"/>
                  </a:lnTo>
                  <a:lnTo>
                    <a:pt x="4679" y="6305"/>
                  </a:lnTo>
                  <a:lnTo>
                    <a:pt x="4638" y="4393"/>
                  </a:lnTo>
                  <a:lnTo>
                    <a:pt x="4597" y="2522"/>
                  </a:lnTo>
                  <a:lnTo>
                    <a:pt x="4557" y="1627"/>
                  </a:lnTo>
                  <a:lnTo>
                    <a:pt x="4516" y="1180"/>
                  </a:lnTo>
                  <a:lnTo>
                    <a:pt x="4435" y="732"/>
                  </a:lnTo>
                  <a:lnTo>
                    <a:pt x="4394" y="570"/>
                  </a:lnTo>
                  <a:lnTo>
                    <a:pt x="4313" y="448"/>
                  </a:lnTo>
                  <a:lnTo>
                    <a:pt x="4231" y="325"/>
                  </a:lnTo>
                  <a:lnTo>
                    <a:pt x="4109" y="244"/>
                  </a:lnTo>
                  <a:lnTo>
                    <a:pt x="3865" y="244"/>
                  </a:lnTo>
                  <a:lnTo>
                    <a:pt x="3702" y="325"/>
                  </a:lnTo>
                  <a:lnTo>
                    <a:pt x="3580" y="448"/>
                  </a:lnTo>
                  <a:lnTo>
                    <a:pt x="3542" y="543"/>
                  </a:lnTo>
                  <a:lnTo>
                    <a:pt x="3540" y="529"/>
                  </a:lnTo>
                  <a:lnTo>
                    <a:pt x="3418" y="285"/>
                  </a:lnTo>
                  <a:lnTo>
                    <a:pt x="3377" y="163"/>
                  </a:lnTo>
                  <a:lnTo>
                    <a:pt x="3296" y="81"/>
                  </a:lnTo>
                  <a:lnTo>
                    <a:pt x="3174" y="41"/>
                  </a:lnTo>
                  <a:lnTo>
                    <a:pt x="30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5"/>
            <p:cNvSpPr/>
            <p:nvPr/>
          </p:nvSpPr>
          <p:spPr>
            <a:xfrm>
              <a:off x="5803762" y="3030662"/>
              <a:ext cx="46" cy="46"/>
            </a:xfrm>
            <a:custGeom>
              <a:avLst/>
              <a:gdLst/>
              <a:ahLst/>
              <a:cxnLst/>
              <a:rect l="l" t="t" r="r" b="b"/>
              <a:pathLst>
                <a:path w="1" h="1" extrusionOk="0">
                  <a:moveTo>
                    <a:pt x="1" y="0"/>
                  </a:moveTo>
                  <a:lnTo>
                    <a:pt x="1" y="0"/>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5"/>
            <p:cNvSpPr/>
            <p:nvPr/>
          </p:nvSpPr>
          <p:spPr>
            <a:xfrm>
              <a:off x="5790720" y="2796103"/>
              <a:ext cx="817137" cy="599377"/>
            </a:xfrm>
            <a:custGeom>
              <a:avLst/>
              <a:gdLst/>
              <a:ahLst/>
              <a:cxnLst/>
              <a:rect l="l" t="t" r="r" b="b"/>
              <a:pathLst>
                <a:path w="17858" h="13099" extrusionOk="0">
                  <a:moveTo>
                    <a:pt x="1506" y="1"/>
                  </a:moveTo>
                  <a:lnTo>
                    <a:pt x="1424" y="82"/>
                  </a:lnTo>
                  <a:lnTo>
                    <a:pt x="1343" y="164"/>
                  </a:lnTo>
                  <a:lnTo>
                    <a:pt x="1221" y="367"/>
                  </a:lnTo>
                  <a:lnTo>
                    <a:pt x="1058" y="733"/>
                  </a:lnTo>
                  <a:lnTo>
                    <a:pt x="936" y="1059"/>
                  </a:lnTo>
                  <a:lnTo>
                    <a:pt x="652" y="1994"/>
                  </a:lnTo>
                  <a:lnTo>
                    <a:pt x="408" y="2970"/>
                  </a:lnTo>
                  <a:lnTo>
                    <a:pt x="204" y="3906"/>
                  </a:lnTo>
                  <a:lnTo>
                    <a:pt x="1" y="4882"/>
                  </a:lnTo>
                  <a:lnTo>
                    <a:pt x="41" y="4963"/>
                  </a:lnTo>
                  <a:lnTo>
                    <a:pt x="82" y="5085"/>
                  </a:lnTo>
                  <a:lnTo>
                    <a:pt x="163" y="5126"/>
                  </a:lnTo>
                  <a:lnTo>
                    <a:pt x="367" y="5126"/>
                  </a:lnTo>
                  <a:lnTo>
                    <a:pt x="733" y="5208"/>
                  </a:lnTo>
                  <a:lnTo>
                    <a:pt x="1872" y="5492"/>
                  </a:lnTo>
                  <a:lnTo>
                    <a:pt x="3174" y="5777"/>
                  </a:lnTo>
                  <a:lnTo>
                    <a:pt x="4475" y="6062"/>
                  </a:lnTo>
                  <a:lnTo>
                    <a:pt x="4801" y="6143"/>
                  </a:lnTo>
                  <a:lnTo>
                    <a:pt x="5167" y="6184"/>
                  </a:lnTo>
                  <a:lnTo>
                    <a:pt x="5207" y="7038"/>
                  </a:lnTo>
                  <a:lnTo>
                    <a:pt x="5289" y="7892"/>
                  </a:lnTo>
                  <a:lnTo>
                    <a:pt x="5533" y="9601"/>
                  </a:lnTo>
                  <a:lnTo>
                    <a:pt x="5817" y="11268"/>
                  </a:lnTo>
                  <a:lnTo>
                    <a:pt x="6143" y="12977"/>
                  </a:lnTo>
                  <a:lnTo>
                    <a:pt x="6184" y="13017"/>
                  </a:lnTo>
                  <a:lnTo>
                    <a:pt x="6224" y="13058"/>
                  </a:lnTo>
                  <a:lnTo>
                    <a:pt x="6346" y="13099"/>
                  </a:lnTo>
                  <a:lnTo>
                    <a:pt x="7729" y="13099"/>
                  </a:lnTo>
                  <a:lnTo>
                    <a:pt x="9153" y="13058"/>
                  </a:lnTo>
                  <a:lnTo>
                    <a:pt x="11919" y="13058"/>
                  </a:lnTo>
                  <a:lnTo>
                    <a:pt x="13261" y="13017"/>
                  </a:lnTo>
                  <a:lnTo>
                    <a:pt x="14604" y="12977"/>
                  </a:lnTo>
                  <a:lnTo>
                    <a:pt x="15946" y="12855"/>
                  </a:lnTo>
                  <a:lnTo>
                    <a:pt x="16597" y="12773"/>
                  </a:lnTo>
                  <a:lnTo>
                    <a:pt x="17247" y="12651"/>
                  </a:lnTo>
                  <a:lnTo>
                    <a:pt x="17695" y="12570"/>
                  </a:lnTo>
                  <a:lnTo>
                    <a:pt x="17817" y="12489"/>
                  </a:lnTo>
                  <a:lnTo>
                    <a:pt x="17858" y="12448"/>
                  </a:lnTo>
                  <a:lnTo>
                    <a:pt x="17858" y="12367"/>
                  </a:lnTo>
                  <a:lnTo>
                    <a:pt x="17654" y="10455"/>
                  </a:lnTo>
                  <a:lnTo>
                    <a:pt x="17492" y="8543"/>
                  </a:lnTo>
                  <a:lnTo>
                    <a:pt x="17329" y="6672"/>
                  </a:lnTo>
                  <a:lnTo>
                    <a:pt x="17207" y="5696"/>
                  </a:lnTo>
                  <a:lnTo>
                    <a:pt x="17044" y="4760"/>
                  </a:lnTo>
                  <a:lnTo>
                    <a:pt x="16881" y="3825"/>
                  </a:lnTo>
                  <a:lnTo>
                    <a:pt x="16637" y="2930"/>
                  </a:lnTo>
                  <a:lnTo>
                    <a:pt x="16556" y="2645"/>
                  </a:lnTo>
                  <a:lnTo>
                    <a:pt x="16393" y="2401"/>
                  </a:lnTo>
                  <a:lnTo>
                    <a:pt x="16190" y="2197"/>
                  </a:lnTo>
                  <a:lnTo>
                    <a:pt x="15946" y="1994"/>
                  </a:lnTo>
                  <a:lnTo>
                    <a:pt x="15620" y="1831"/>
                  </a:lnTo>
                  <a:lnTo>
                    <a:pt x="15254" y="1709"/>
                  </a:lnTo>
                  <a:lnTo>
                    <a:pt x="14929" y="1587"/>
                  </a:lnTo>
                  <a:lnTo>
                    <a:pt x="14563" y="1506"/>
                  </a:lnTo>
                  <a:lnTo>
                    <a:pt x="13790" y="1425"/>
                  </a:lnTo>
                  <a:lnTo>
                    <a:pt x="13058" y="1343"/>
                  </a:lnTo>
                  <a:lnTo>
                    <a:pt x="12041" y="1262"/>
                  </a:lnTo>
                  <a:lnTo>
                    <a:pt x="11024" y="1221"/>
                  </a:lnTo>
                  <a:lnTo>
                    <a:pt x="8990" y="1099"/>
                  </a:lnTo>
                  <a:lnTo>
                    <a:pt x="6956" y="977"/>
                  </a:lnTo>
                  <a:lnTo>
                    <a:pt x="5939" y="896"/>
                  </a:lnTo>
                  <a:lnTo>
                    <a:pt x="4923" y="733"/>
                  </a:lnTo>
                  <a:lnTo>
                    <a:pt x="3946" y="570"/>
                  </a:lnTo>
                  <a:lnTo>
                    <a:pt x="2970" y="367"/>
                  </a:lnTo>
                  <a:lnTo>
                    <a:pt x="2035" y="123"/>
                  </a:lnTo>
                  <a:lnTo>
                    <a:pt x="1791" y="42"/>
                  </a:lnTo>
                  <a:lnTo>
                    <a:pt x="16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5"/>
            <p:cNvSpPr/>
            <p:nvPr/>
          </p:nvSpPr>
          <p:spPr>
            <a:xfrm>
              <a:off x="6367737" y="3501565"/>
              <a:ext cx="115446" cy="61452"/>
            </a:xfrm>
            <a:custGeom>
              <a:avLst/>
              <a:gdLst/>
              <a:ahLst/>
              <a:cxnLst/>
              <a:rect l="l" t="t" r="r" b="b"/>
              <a:pathLst>
                <a:path w="2523" h="1343" extrusionOk="0">
                  <a:moveTo>
                    <a:pt x="2238" y="0"/>
                  </a:moveTo>
                  <a:lnTo>
                    <a:pt x="122" y="976"/>
                  </a:lnTo>
                  <a:lnTo>
                    <a:pt x="41" y="1058"/>
                  </a:lnTo>
                  <a:lnTo>
                    <a:pt x="0" y="1098"/>
                  </a:lnTo>
                  <a:lnTo>
                    <a:pt x="0" y="1180"/>
                  </a:lnTo>
                  <a:lnTo>
                    <a:pt x="41" y="1261"/>
                  </a:lnTo>
                  <a:lnTo>
                    <a:pt x="82" y="1343"/>
                  </a:lnTo>
                  <a:lnTo>
                    <a:pt x="326" y="1343"/>
                  </a:lnTo>
                  <a:lnTo>
                    <a:pt x="2441" y="366"/>
                  </a:lnTo>
                  <a:lnTo>
                    <a:pt x="2482" y="326"/>
                  </a:lnTo>
                  <a:lnTo>
                    <a:pt x="2522" y="244"/>
                  </a:lnTo>
                  <a:lnTo>
                    <a:pt x="2522" y="163"/>
                  </a:lnTo>
                  <a:lnTo>
                    <a:pt x="2522" y="82"/>
                  </a:lnTo>
                  <a:lnTo>
                    <a:pt x="2441" y="41"/>
                  </a:lnTo>
                  <a:lnTo>
                    <a:pt x="24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5"/>
            <p:cNvSpPr/>
            <p:nvPr/>
          </p:nvSpPr>
          <p:spPr>
            <a:xfrm>
              <a:off x="6425439" y="3570432"/>
              <a:ext cx="48411" cy="27958"/>
            </a:xfrm>
            <a:custGeom>
              <a:avLst/>
              <a:gdLst/>
              <a:ahLst/>
              <a:cxnLst/>
              <a:rect l="l" t="t" r="r" b="b"/>
              <a:pathLst>
                <a:path w="1058" h="611" extrusionOk="0">
                  <a:moveTo>
                    <a:pt x="82" y="0"/>
                  </a:moveTo>
                  <a:lnTo>
                    <a:pt x="41" y="82"/>
                  </a:lnTo>
                  <a:lnTo>
                    <a:pt x="0" y="122"/>
                  </a:lnTo>
                  <a:lnTo>
                    <a:pt x="0" y="204"/>
                  </a:lnTo>
                  <a:lnTo>
                    <a:pt x="41" y="285"/>
                  </a:lnTo>
                  <a:lnTo>
                    <a:pt x="82" y="326"/>
                  </a:lnTo>
                  <a:lnTo>
                    <a:pt x="122" y="366"/>
                  </a:lnTo>
                  <a:lnTo>
                    <a:pt x="773" y="610"/>
                  </a:lnTo>
                  <a:lnTo>
                    <a:pt x="855" y="610"/>
                  </a:lnTo>
                  <a:lnTo>
                    <a:pt x="936" y="570"/>
                  </a:lnTo>
                  <a:lnTo>
                    <a:pt x="1017" y="529"/>
                  </a:lnTo>
                  <a:lnTo>
                    <a:pt x="1058" y="448"/>
                  </a:lnTo>
                  <a:lnTo>
                    <a:pt x="1058" y="366"/>
                  </a:lnTo>
                  <a:lnTo>
                    <a:pt x="1017" y="326"/>
                  </a:lnTo>
                  <a:lnTo>
                    <a:pt x="977" y="244"/>
                  </a:lnTo>
                  <a:lnTo>
                    <a:pt x="895" y="204"/>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6367737" y="2377319"/>
              <a:ext cx="57746" cy="24251"/>
            </a:xfrm>
            <a:custGeom>
              <a:avLst/>
              <a:gdLst/>
              <a:ahLst/>
              <a:cxnLst/>
              <a:rect l="l" t="t" r="r" b="b"/>
              <a:pathLst>
                <a:path w="1262" h="530" extrusionOk="0">
                  <a:moveTo>
                    <a:pt x="1058" y="1"/>
                  </a:moveTo>
                  <a:lnTo>
                    <a:pt x="204" y="123"/>
                  </a:lnTo>
                  <a:lnTo>
                    <a:pt x="122" y="123"/>
                  </a:lnTo>
                  <a:lnTo>
                    <a:pt x="82" y="164"/>
                  </a:lnTo>
                  <a:lnTo>
                    <a:pt x="0" y="245"/>
                  </a:lnTo>
                  <a:lnTo>
                    <a:pt x="0" y="326"/>
                  </a:lnTo>
                  <a:lnTo>
                    <a:pt x="41" y="408"/>
                  </a:lnTo>
                  <a:lnTo>
                    <a:pt x="82" y="448"/>
                  </a:lnTo>
                  <a:lnTo>
                    <a:pt x="122" y="530"/>
                  </a:lnTo>
                  <a:lnTo>
                    <a:pt x="204" y="530"/>
                  </a:lnTo>
                  <a:lnTo>
                    <a:pt x="1058" y="408"/>
                  </a:lnTo>
                  <a:lnTo>
                    <a:pt x="1139" y="408"/>
                  </a:lnTo>
                  <a:lnTo>
                    <a:pt x="1221" y="367"/>
                  </a:lnTo>
                  <a:lnTo>
                    <a:pt x="1261" y="286"/>
                  </a:lnTo>
                  <a:lnTo>
                    <a:pt x="1261" y="204"/>
                  </a:lnTo>
                  <a:lnTo>
                    <a:pt x="1261" y="123"/>
                  </a:lnTo>
                  <a:lnTo>
                    <a:pt x="1221" y="82"/>
                  </a:lnTo>
                  <a:lnTo>
                    <a:pt x="1139" y="42"/>
                  </a:lnTo>
                  <a:lnTo>
                    <a:pt x="10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6404939" y="2427608"/>
              <a:ext cx="48457" cy="20499"/>
            </a:xfrm>
            <a:custGeom>
              <a:avLst/>
              <a:gdLst/>
              <a:ahLst/>
              <a:cxnLst/>
              <a:rect l="l" t="t" r="r" b="b"/>
              <a:pathLst>
                <a:path w="1059" h="448" extrusionOk="0">
                  <a:moveTo>
                    <a:pt x="855" y="0"/>
                  </a:moveTo>
                  <a:lnTo>
                    <a:pt x="204" y="41"/>
                  </a:lnTo>
                  <a:lnTo>
                    <a:pt x="123" y="41"/>
                  </a:lnTo>
                  <a:lnTo>
                    <a:pt x="82" y="81"/>
                  </a:lnTo>
                  <a:lnTo>
                    <a:pt x="42" y="163"/>
                  </a:lnTo>
                  <a:lnTo>
                    <a:pt x="1" y="244"/>
                  </a:lnTo>
                  <a:lnTo>
                    <a:pt x="42" y="326"/>
                  </a:lnTo>
                  <a:lnTo>
                    <a:pt x="82" y="366"/>
                  </a:lnTo>
                  <a:lnTo>
                    <a:pt x="123" y="407"/>
                  </a:lnTo>
                  <a:lnTo>
                    <a:pt x="204" y="448"/>
                  </a:lnTo>
                  <a:lnTo>
                    <a:pt x="855" y="407"/>
                  </a:lnTo>
                  <a:lnTo>
                    <a:pt x="936" y="407"/>
                  </a:lnTo>
                  <a:lnTo>
                    <a:pt x="1018" y="366"/>
                  </a:lnTo>
                  <a:lnTo>
                    <a:pt x="1058" y="285"/>
                  </a:lnTo>
                  <a:lnTo>
                    <a:pt x="1058" y="204"/>
                  </a:lnTo>
                  <a:lnTo>
                    <a:pt x="1058" y="122"/>
                  </a:lnTo>
                  <a:lnTo>
                    <a:pt x="1018" y="81"/>
                  </a:lnTo>
                  <a:lnTo>
                    <a:pt x="936" y="41"/>
                  </a:lnTo>
                  <a:lnTo>
                    <a:pt x="8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5"/>
            <p:cNvSpPr/>
            <p:nvPr/>
          </p:nvSpPr>
          <p:spPr>
            <a:xfrm>
              <a:off x="6455228" y="2487140"/>
              <a:ext cx="42829" cy="20545"/>
            </a:xfrm>
            <a:custGeom>
              <a:avLst/>
              <a:gdLst/>
              <a:ahLst/>
              <a:cxnLst/>
              <a:rect l="l" t="t" r="r" b="b"/>
              <a:pathLst>
                <a:path w="936" h="449" extrusionOk="0">
                  <a:moveTo>
                    <a:pt x="732" y="1"/>
                  </a:moveTo>
                  <a:lnTo>
                    <a:pt x="204" y="41"/>
                  </a:lnTo>
                  <a:lnTo>
                    <a:pt x="122" y="82"/>
                  </a:lnTo>
                  <a:lnTo>
                    <a:pt x="41" y="123"/>
                  </a:lnTo>
                  <a:lnTo>
                    <a:pt x="0" y="163"/>
                  </a:lnTo>
                  <a:lnTo>
                    <a:pt x="0" y="245"/>
                  </a:lnTo>
                  <a:lnTo>
                    <a:pt x="0" y="326"/>
                  </a:lnTo>
                  <a:lnTo>
                    <a:pt x="41" y="408"/>
                  </a:lnTo>
                  <a:lnTo>
                    <a:pt x="122" y="448"/>
                  </a:lnTo>
                  <a:lnTo>
                    <a:pt x="204" y="448"/>
                  </a:lnTo>
                  <a:lnTo>
                    <a:pt x="732" y="408"/>
                  </a:lnTo>
                  <a:lnTo>
                    <a:pt x="814" y="408"/>
                  </a:lnTo>
                  <a:lnTo>
                    <a:pt x="895" y="326"/>
                  </a:lnTo>
                  <a:lnTo>
                    <a:pt x="936" y="285"/>
                  </a:lnTo>
                  <a:lnTo>
                    <a:pt x="936" y="204"/>
                  </a:lnTo>
                  <a:lnTo>
                    <a:pt x="936" y="123"/>
                  </a:lnTo>
                  <a:lnTo>
                    <a:pt x="895" y="82"/>
                  </a:lnTo>
                  <a:lnTo>
                    <a:pt x="8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5"/>
            <p:cNvSpPr/>
            <p:nvPr/>
          </p:nvSpPr>
          <p:spPr>
            <a:xfrm>
              <a:off x="6492430" y="2537429"/>
              <a:ext cx="33540" cy="20499"/>
            </a:xfrm>
            <a:custGeom>
              <a:avLst/>
              <a:gdLst/>
              <a:ahLst/>
              <a:cxnLst/>
              <a:rect l="l" t="t" r="r" b="b"/>
              <a:pathLst>
                <a:path w="733" h="448" extrusionOk="0">
                  <a:moveTo>
                    <a:pt x="489" y="0"/>
                  </a:moveTo>
                  <a:lnTo>
                    <a:pt x="163" y="41"/>
                  </a:lnTo>
                  <a:lnTo>
                    <a:pt x="82" y="81"/>
                  </a:lnTo>
                  <a:lnTo>
                    <a:pt x="41" y="163"/>
                  </a:lnTo>
                  <a:lnTo>
                    <a:pt x="1" y="203"/>
                  </a:lnTo>
                  <a:lnTo>
                    <a:pt x="1" y="285"/>
                  </a:lnTo>
                  <a:lnTo>
                    <a:pt x="41" y="366"/>
                  </a:lnTo>
                  <a:lnTo>
                    <a:pt x="82" y="407"/>
                  </a:lnTo>
                  <a:lnTo>
                    <a:pt x="163" y="447"/>
                  </a:lnTo>
                  <a:lnTo>
                    <a:pt x="245" y="447"/>
                  </a:lnTo>
                  <a:lnTo>
                    <a:pt x="570" y="366"/>
                  </a:lnTo>
                  <a:lnTo>
                    <a:pt x="651" y="366"/>
                  </a:lnTo>
                  <a:lnTo>
                    <a:pt x="692" y="285"/>
                  </a:lnTo>
                  <a:lnTo>
                    <a:pt x="733" y="203"/>
                  </a:lnTo>
                  <a:lnTo>
                    <a:pt x="733" y="122"/>
                  </a:lnTo>
                  <a:lnTo>
                    <a:pt x="692" y="81"/>
                  </a:lnTo>
                  <a:lnTo>
                    <a:pt x="611" y="41"/>
                  </a:lnTo>
                  <a:lnTo>
                    <a:pt x="5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6546425" y="2595084"/>
              <a:ext cx="33540" cy="16839"/>
            </a:xfrm>
            <a:custGeom>
              <a:avLst/>
              <a:gdLst/>
              <a:ahLst/>
              <a:cxnLst/>
              <a:rect l="l" t="t" r="r" b="b"/>
              <a:pathLst>
                <a:path w="733" h="368" extrusionOk="0">
                  <a:moveTo>
                    <a:pt x="122" y="1"/>
                  </a:moveTo>
                  <a:lnTo>
                    <a:pt x="82" y="42"/>
                  </a:lnTo>
                  <a:lnTo>
                    <a:pt x="41" y="123"/>
                  </a:lnTo>
                  <a:lnTo>
                    <a:pt x="0" y="204"/>
                  </a:lnTo>
                  <a:lnTo>
                    <a:pt x="41" y="245"/>
                  </a:lnTo>
                  <a:lnTo>
                    <a:pt x="82" y="326"/>
                  </a:lnTo>
                  <a:lnTo>
                    <a:pt x="122" y="367"/>
                  </a:lnTo>
                  <a:lnTo>
                    <a:pt x="610" y="367"/>
                  </a:lnTo>
                  <a:lnTo>
                    <a:pt x="692" y="326"/>
                  </a:lnTo>
                  <a:lnTo>
                    <a:pt x="732" y="245"/>
                  </a:lnTo>
                  <a:lnTo>
                    <a:pt x="732" y="204"/>
                  </a:lnTo>
                  <a:lnTo>
                    <a:pt x="732" y="123"/>
                  </a:lnTo>
                  <a:lnTo>
                    <a:pt x="692" y="42"/>
                  </a:lnTo>
                  <a:lnTo>
                    <a:pt x="6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6101559" y="4166027"/>
              <a:ext cx="286671" cy="161982"/>
            </a:xfrm>
            <a:custGeom>
              <a:avLst/>
              <a:gdLst/>
              <a:ahLst/>
              <a:cxnLst/>
              <a:rect l="l" t="t" r="r" b="b"/>
              <a:pathLst>
                <a:path w="6265" h="3540" extrusionOk="0">
                  <a:moveTo>
                    <a:pt x="2726" y="1"/>
                  </a:moveTo>
                  <a:lnTo>
                    <a:pt x="2645" y="41"/>
                  </a:lnTo>
                  <a:lnTo>
                    <a:pt x="2604" y="123"/>
                  </a:lnTo>
                  <a:lnTo>
                    <a:pt x="2604" y="245"/>
                  </a:lnTo>
                  <a:lnTo>
                    <a:pt x="2604" y="448"/>
                  </a:lnTo>
                  <a:lnTo>
                    <a:pt x="2645" y="611"/>
                  </a:lnTo>
                  <a:lnTo>
                    <a:pt x="2604" y="814"/>
                  </a:lnTo>
                  <a:lnTo>
                    <a:pt x="2523" y="977"/>
                  </a:lnTo>
                  <a:lnTo>
                    <a:pt x="2360" y="1140"/>
                  </a:lnTo>
                  <a:lnTo>
                    <a:pt x="2197" y="1262"/>
                  </a:lnTo>
                  <a:lnTo>
                    <a:pt x="1790" y="1506"/>
                  </a:lnTo>
                  <a:lnTo>
                    <a:pt x="1140" y="1953"/>
                  </a:lnTo>
                  <a:lnTo>
                    <a:pt x="529" y="2400"/>
                  </a:lnTo>
                  <a:lnTo>
                    <a:pt x="326" y="2604"/>
                  </a:lnTo>
                  <a:lnTo>
                    <a:pt x="123" y="2848"/>
                  </a:lnTo>
                  <a:lnTo>
                    <a:pt x="41" y="2970"/>
                  </a:lnTo>
                  <a:lnTo>
                    <a:pt x="1" y="3133"/>
                  </a:lnTo>
                  <a:lnTo>
                    <a:pt x="41" y="3255"/>
                  </a:lnTo>
                  <a:lnTo>
                    <a:pt x="123" y="3377"/>
                  </a:lnTo>
                  <a:lnTo>
                    <a:pt x="204" y="3458"/>
                  </a:lnTo>
                  <a:lnTo>
                    <a:pt x="285" y="3499"/>
                  </a:lnTo>
                  <a:lnTo>
                    <a:pt x="489" y="3539"/>
                  </a:lnTo>
                  <a:lnTo>
                    <a:pt x="692" y="3539"/>
                  </a:lnTo>
                  <a:lnTo>
                    <a:pt x="896" y="3499"/>
                  </a:lnTo>
                  <a:lnTo>
                    <a:pt x="2604" y="3173"/>
                  </a:lnTo>
                  <a:lnTo>
                    <a:pt x="3540" y="3011"/>
                  </a:lnTo>
                  <a:lnTo>
                    <a:pt x="4434" y="2807"/>
                  </a:lnTo>
                  <a:lnTo>
                    <a:pt x="5329" y="2563"/>
                  </a:lnTo>
                  <a:lnTo>
                    <a:pt x="5736" y="2400"/>
                  </a:lnTo>
                  <a:lnTo>
                    <a:pt x="6143" y="2238"/>
                  </a:lnTo>
                  <a:lnTo>
                    <a:pt x="6224" y="2156"/>
                  </a:lnTo>
                  <a:lnTo>
                    <a:pt x="6265" y="2075"/>
                  </a:lnTo>
                  <a:lnTo>
                    <a:pt x="6224" y="1262"/>
                  </a:lnTo>
                  <a:lnTo>
                    <a:pt x="6224" y="855"/>
                  </a:lnTo>
                  <a:lnTo>
                    <a:pt x="6183" y="448"/>
                  </a:lnTo>
                  <a:lnTo>
                    <a:pt x="6143" y="367"/>
                  </a:lnTo>
                  <a:lnTo>
                    <a:pt x="6061" y="326"/>
                  </a:lnTo>
                  <a:lnTo>
                    <a:pt x="6021" y="285"/>
                  </a:lnTo>
                  <a:lnTo>
                    <a:pt x="5939" y="285"/>
                  </a:lnTo>
                  <a:lnTo>
                    <a:pt x="4923" y="611"/>
                  </a:lnTo>
                  <a:lnTo>
                    <a:pt x="4231" y="773"/>
                  </a:lnTo>
                  <a:lnTo>
                    <a:pt x="3499" y="895"/>
                  </a:lnTo>
                  <a:lnTo>
                    <a:pt x="3417" y="611"/>
                  </a:lnTo>
                  <a:lnTo>
                    <a:pt x="3295" y="326"/>
                  </a:lnTo>
                  <a:lnTo>
                    <a:pt x="3214" y="204"/>
                  </a:lnTo>
                  <a:lnTo>
                    <a:pt x="3133" y="123"/>
                  </a:lnTo>
                  <a:lnTo>
                    <a:pt x="3011" y="41"/>
                  </a:lnTo>
                  <a:lnTo>
                    <a:pt x="28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6885176" y="3829152"/>
              <a:ext cx="46" cy="46"/>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6823768" y="3816110"/>
              <a:ext cx="126565" cy="284795"/>
            </a:xfrm>
            <a:custGeom>
              <a:avLst/>
              <a:gdLst/>
              <a:ahLst/>
              <a:cxnLst/>
              <a:rect l="l" t="t" r="r" b="b"/>
              <a:pathLst>
                <a:path w="2766" h="6224" extrusionOk="0">
                  <a:moveTo>
                    <a:pt x="1505" y="0"/>
                  </a:moveTo>
                  <a:lnTo>
                    <a:pt x="1383" y="82"/>
                  </a:lnTo>
                  <a:lnTo>
                    <a:pt x="1342" y="163"/>
                  </a:lnTo>
                  <a:lnTo>
                    <a:pt x="1342" y="285"/>
                  </a:lnTo>
                  <a:lnTo>
                    <a:pt x="1342" y="407"/>
                  </a:lnTo>
                  <a:lnTo>
                    <a:pt x="1342" y="692"/>
                  </a:lnTo>
                  <a:lnTo>
                    <a:pt x="1261" y="1383"/>
                  </a:lnTo>
                  <a:lnTo>
                    <a:pt x="1180" y="2075"/>
                  </a:lnTo>
                  <a:lnTo>
                    <a:pt x="1098" y="2034"/>
                  </a:lnTo>
                  <a:lnTo>
                    <a:pt x="976" y="1994"/>
                  </a:lnTo>
                  <a:lnTo>
                    <a:pt x="814" y="1994"/>
                  </a:lnTo>
                  <a:lnTo>
                    <a:pt x="692" y="2034"/>
                  </a:lnTo>
                  <a:lnTo>
                    <a:pt x="488" y="2156"/>
                  </a:lnTo>
                  <a:lnTo>
                    <a:pt x="285" y="2319"/>
                  </a:lnTo>
                  <a:lnTo>
                    <a:pt x="122" y="2563"/>
                  </a:lnTo>
                  <a:lnTo>
                    <a:pt x="41" y="2766"/>
                  </a:lnTo>
                  <a:lnTo>
                    <a:pt x="0" y="2888"/>
                  </a:lnTo>
                  <a:lnTo>
                    <a:pt x="0" y="2970"/>
                  </a:lnTo>
                  <a:lnTo>
                    <a:pt x="41" y="3011"/>
                  </a:lnTo>
                  <a:lnTo>
                    <a:pt x="122" y="3092"/>
                  </a:lnTo>
                  <a:lnTo>
                    <a:pt x="285" y="3133"/>
                  </a:lnTo>
                  <a:lnTo>
                    <a:pt x="407" y="3255"/>
                  </a:lnTo>
                  <a:lnTo>
                    <a:pt x="488" y="3377"/>
                  </a:lnTo>
                  <a:lnTo>
                    <a:pt x="488" y="3539"/>
                  </a:lnTo>
                  <a:lnTo>
                    <a:pt x="488" y="3824"/>
                  </a:lnTo>
                  <a:lnTo>
                    <a:pt x="488" y="4109"/>
                  </a:lnTo>
                  <a:lnTo>
                    <a:pt x="529" y="4800"/>
                  </a:lnTo>
                  <a:lnTo>
                    <a:pt x="651" y="5492"/>
                  </a:lnTo>
                  <a:lnTo>
                    <a:pt x="692" y="5736"/>
                  </a:lnTo>
                  <a:lnTo>
                    <a:pt x="814" y="5939"/>
                  </a:lnTo>
                  <a:lnTo>
                    <a:pt x="936" y="6102"/>
                  </a:lnTo>
                  <a:lnTo>
                    <a:pt x="1017" y="6143"/>
                  </a:lnTo>
                  <a:lnTo>
                    <a:pt x="1139" y="6183"/>
                  </a:lnTo>
                  <a:lnTo>
                    <a:pt x="1302" y="6224"/>
                  </a:lnTo>
                  <a:lnTo>
                    <a:pt x="1464" y="6183"/>
                  </a:lnTo>
                  <a:lnTo>
                    <a:pt x="1627" y="6102"/>
                  </a:lnTo>
                  <a:lnTo>
                    <a:pt x="1790" y="5980"/>
                  </a:lnTo>
                  <a:lnTo>
                    <a:pt x="1871" y="5858"/>
                  </a:lnTo>
                  <a:lnTo>
                    <a:pt x="1952" y="5695"/>
                  </a:lnTo>
                  <a:lnTo>
                    <a:pt x="2075" y="5329"/>
                  </a:lnTo>
                  <a:lnTo>
                    <a:pt x="2115" y="4963"/>
                  </a:lnTo>
                  <a:lnTo>
                    <a:pt x="2156" y="4597"/>
                  </a:lnTo>
                  <a:lnTo>
                    <a:pt x="2278" y="3946"/>
                  </a:lnTo>
                  <a:lnTo>
                    <a:pt x="2441" y="3336"/>
                  </a:lnTo>
                  <a:lnTo>
                    <a:pt x="2603" y="2685"/>
                  </a:lnTo>
                  <a:lnTo>
                    <a:pt x="2725" y="2034"/>
                  </a:lnTo>
                  <a:lnTo>
                    <a:pt x="2766" y="1709"/>
                  </a:lnTo>
                  <a:lnTo>
                    <a:pt x="2766" y="1383"/>
                  </a:lnTo>
                  <a:lnTo>
                    <a:pt x="2725" y="1058"/>
                  </a:lnTo>
                  <a:lnTo>
                    <a:pt x="2603" y="733"/>
                  </a:lnTo>
                  <a:lnTo>
                    <a:pt x="2400" y="489"/>
                  </a:lnTo>
                  <a:lnTo>
                    <a:pt x="2156" y="285"/>
                  </a:lnTo>
                  <a:lnTo>
                    <a:pt x="1871" y="163"/>
                  </a:lnTo>
                  <a:lnTo>
                    <a:pt x="15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5"/>
            <p:cNvSpPr/>
            <p:nvPr/>
          </p:nvSpPr>
          <p:spPr>
            <a:xfrm>
              <a:off x="5211873" y="1569540"/>
              <a:ext cx="804097" cy="426277"/>
            </a:xfrm>
            <a:custGeom>
              <a:avLst/>
              <a:gdLst/>
              <a:ahLst/>
              <a:cxnLst/>
              <a:rect l="l" t="t" r="r" b="b"/>
              <a:pathLst>
                <a:path w="17573" h="9316" extrusionOk="0">
                  <a:moveTo>
                    <a:pt x="16352" y="0"/>
                  </a:moveTo>
                  <a:lnTo>
                    <a:pt x="16190" y="41"/>
                  </a:lnTo>
                  <a:lnTo>
                    <a:pt x="16068" y="82"/>
                  </a:lnTo>
                  <a:lnTo>
                    <a:pt x="15132" y="489"/>
                  </a:lnTo>
                  <a:lnTo>
                    <a:pt x="14196" y="977"/>
                  </a:lnTo>
                  <a:lnTo>
                    <a:pt x="12366" y="1994"/>
                  </a:lnTo>
                  <a:lnTo>
                    <a:pt x="11430" y="2482"/>
                  </a:lnTo>
                  <a:lnTo>
                    <a:pt x="10495" y="2929"/>
                  </a:lnTo>
                  <a:lnTo>
                    <a:pt x="9559" y="3336"/>
                  </a:lnTo>
                  <a:lnTo>
                    <a:pt x="8542" y="3702"/>
                  </a:lnTo>
                  <a:lnTo>
                    <a:pt x="7892" y="3865"/>
                  </a:lnTo>
                  <a:lnTo>
                    <a:pt x="7200" y="4027"/>
                  </a:lnTo>
                  <a:lnTo>
                    <a:pt x="6468" y="4109"/>
                  </a:lnTo>
                  <a:lnTo>
                    <a:pt x="5776" y="4068"/>
                  </a:lnTo>
                  <a:lnTo>
                    <a:pt x="5370" y="4027"/>
                  </a:lnTo>
                  <a:lnTo>
                    <a:pt x="5004" y="3905"/>
                  </a:lnTo>
                  <a:lnTo>
                    <a:pt x="4638" y="3783"/>
                  </a:lnTo>
                  <a:lnTo>
                    <a:pt x="4312" y="3621"/>
                  </a:lnTo>
                  <a:lnTo>
                    <a:pt x="3621" y="3214"/>
                  </a:lnTo>
                  <a:lnTo>
                    <a:pt x="2970" y="2766"/>
                  </a:lnTo>
                  <a:lnTo>
                    <a:pt x="1465" y="4312"/>
                  </a:lnTo>
                  <a:lnTo>
                    <a:pt x="0" y="5939"/>
                  </a:lnTo>
                  <a:lnTo>
                    <a:pt x="163" y="6143"/>
                  </a:lnTo>
                  <a:lnTo>
                    <a:pt x="611" y="6590"/>
                  </a:lnTo>
                  <a:lnTo>
                    <a:pt x="1302" y="7322"/>
                  </a:lnTo>
                  <a:lnTo>
                    <a:pt x="1872" y="7892"/>
                  </a:lnTo>
                  <a:lnTo>
                    <a:pt x="2197" y="8176"/>
                  </a:lnTo>
                  <a:lnTo>
                    <a:pt x="2522" y="8420"/>
                  </a:lnTo>
                  <a:lnTo>
                    <a:pt x="2888" y="8664"/>
                  </a:lnTo>
                  <a:lnTo>
                    <a:pt x="3255" y="8868"/>
                  </a:lnTo>
                  <a:lnTo>
                    <a:pt x="3621" y="9031"/>
                  </a:lnTo>
                  <a:lnTo>
                    <a:pt x="3987" y="9193"/>
                  </a:lnTo>
                  <a:lnTo>
                    <a:pt x="4312" y="9234"/>
                  </a:lnTo>
                  <a:lnTo>
                    <a:pt x="4638" y="9315"/>
                  </a:lnTo>
                  <a:lnTo>
                    <a:pt x="5288" y="9315"/>
                  </a:lnTo>
                  <a:lnTo>
                    <a:pt x="5899" y="9275"/>
                  </a:lnTo>
                  <a:lnTo>
                    <a:pt x="6549" y="9153"/>
                  </a:lnTo>
                  <a:lnTo>
                    <a:pt x="7200" y="8949"/>
                  </a:lnTo>
                  <a:lnTo>
                    <a:pt x="7851" y="8705"/>
                  </a:lnTo>
                  <a:lnTo>
                    <a:pt x="9112" y="8176"/>
                  </a:lnTo>
                  <a:lnTo>
                    <a:pt x="10454" y="7688"/>
                  </a:lnTo>
                  <a:lnTo>
                    <a:pt x="11105" y="7403"/>
                  </a:lnTo>
                  <a:lnTo>
                    <a:pt x="11715" y="7078"/>
                  </a:lnTo>
                  <a:lnTo>
                    <a:pt x="13098" y="6387"/>
                  </a:lnTo>
                  <a:lnTo>
                    <a:pt x="14481" y="5654"/>
                  </a:lnTo>
                  <a:lnTo>
                    <a:pt x="15824" y="4882"/>
                  </a:lnTo>
                  <a:lnTo>
                    <a:pt x="16474" y="4434"/>
                  </a:lnTo>
                  <a:lnTo>
                    <a:pt x="17084" y="3987"/>
                  </a:lnTo>
                  <a:lnTo>
                    <a:pt x="17288" y="3865"/>
                  </a:lnTo>
                  <a:lnTo>
                    <a:pt x="17451" y="3661"/>
                  </a:lnTo>
                  <a:lnTo>
                    <a:pt x="17532" y="3458"/>
                  </a:lnTo>
                  <a:lnTo>
                    <a:pt x="17532" y="3377"/>
                  </a:lnTo>
                  <a:lnTo>
                    <a:pt x="17491" y="3255"/>
                  </a:lnTo>
                  <a:lnTo>
                    <a:pt x="17410" y="3173"/>
                  </a:lnTo>
                  <a:lnTo>
                    <a:pt x="17288" y="3092"/>
                  </a:lnTo>
                  <a:lnTo>
                    <a:pt x="17166" y="3051"/>
                  </a:lnTo>
                  <a:lnTo>
                    <a:pt x="17057" y="3015"/>
                  </a:lnTo>
                  <a:lnTo>
                    <a:pt x="17247" y="2888"/>
                  </a:lnTo>
                  <a:lnTo>
                    <a:pt x="17451" y="2726"/>
                  </a:lnTo>
                  <a:lnTo>
                    <a:pt x="17491" y="2604"/>
                  </a:lnTo>
                  <a:lnTo>
                    <a:pt x="17532" y="2482"/>
                  </a:lnTo>
                  <a:lnTo>
                    <a:pt x="17573" y="2360"/>
                  </a:lnTo>
                  <a:lnTo>
                    <a:pt x="17532" y="2197"/>
                  </a:lnTo>
                  <a:lnTo>
                    <a:pt x="17491" y="2075"/>
                  </a:lnTo>
                  <a:lnTo>
                    <a:pt x="17451" y="1994"/>
                  </a:lnTo>
                  <a:lnTo>
                    <a:pt x="17369" y="1912"/>
                  </a:lnTo>
                  <a:lnTo>
                    <a:pt x="17247" y="1831"/>
                  </a:lnTo>
                  <a:lnTo>
                    <a:pt x="17084" y="1831"/>
                  </a:lnTo>
                  <a:lnTo>
                    <a:pt x="16962" y="1872"/>
                  </a:lnTo>
                  <a:lnTo>
                    <a:pt x="16718" y="1953"/>
                  </a:lnTo>
                  <a:lnTo>
                    <a:pt x="16474" y="2116"/>
                  </a:lnTo>
                  <a:lnTo>
                    <a:pt x="16312" y="2197"/>
                  </a:lnTo>
                  <a:lnTo>
                    <a:pt x="16190" y="2238"/>
                  </a:lnTo>
                  <a:lnTo>
                    <a:pt x="16190" y="2238"/>
                  </a:lnTo>
                  <a:lnTo>
                    <a:pt x="16515" y="2034"/>
                  </a:lnTo>
                  <a:lnTo>
                    <a:pt x="16840" y="1872"/>
                  </a:lnTo>
                  <a:lnTo>
                    <a:pt x="17003" y="1750"/>
                  </a:lnTo>
                  <a:lnTo>
                    <a:pt x="17125" y="1627"/>
                  </a:lnTo>
                  <a:lnTo>
                    <a:pt x="17247" y="1505"/>
                  </a:lnTo>
                  <a:lnTo>
                    <a:pt x="17329" y="1343"/>
                  </a:lnTo>
                  <a:lnTo>
                    <a:pt x="17369" y="1139"/>
                  </a:lnTo>
                  <a:lnTo>
                    <a:pt x="17329" y="977"/>
                  </a:lnTo>
                  <a:lnTo>
                    <a:pt x="17206" y="814"/>
                  </a:lnTo>
                  <a:lnTo>
                    <a:pt x="17084" y="733"/>
                  </a:lnTo>
                  <a:lnTo>
                    <a:pt x="16922" y="692"/>
                  </a:lnTo>
                  <a:lnTo>
                    <a:pt x="16800" y="733"/>
                  </a:lnTo>
                  <a:lnTo>
                    <a:pt x="16556" y="855"/>
                  </a:lnTo>
                  <a:lnTo>
                    <a:pt x="15573" y="1317"/>
                  </a:lnTo>
                  <a:lnTo>
                    <a:pt x="15864" y="1099"/>
                  </a:lnTo>
                  <a:lnTo>
                    <a:pt x="16149" y="855"/>
                  </a:lnTo>
                  <a:lnTo>
                    <a:pt x="16434" y="570"/>
                  </a:lnTo>
                  <a:lnTo>
                    <a:pt x="16515" y="448"/>
                  </a:lnTo>
                  <a:lnTo>
                    <a:pt x="16596" y="326"/>
                  </a:lnTo>
                  <a:lnTo>
                    <a:pt x="16596" y="204"/>
                  </a:lnTo>
                  <a:lnTo>
                    <a:pt x="16556" y="82"/>
                  </a:lnTo>
                  <a:lnTo>
                    <a:pt x="16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5"/>
            <p:cNvSpPr/>
            <p:nvPr/>
          </p:nvSpPr>
          <p:spPr>
            <a:xfrm>
              <a:off x="5202584" y="1560251"/>
              <a:ext cx="822674" cy="444854"/>
            </a:xfrm>
            <a:custGeom>
              <a:avLst/>
              <a:gdLst/>
              <a:ahLst/>
              <a:cxnLst/>
              <a:rect l="l" t="t" r="r" b="b"/>
              <a:pathLst>
                <a:path w="17979" h="9722" extrusionOk="0">
                  <a:moveTo>
                    <a:pt x="16515" y="407"/>
                  </a:moveTo>
                  <a:lnTo>
                    <a:pt x="16555" y="447"/>
                  </a:lnTo>
                  <a:lnTo>
                    <a:pt x="16596" y="447"/>
                  </a:lnTo>
                  <a:lnTo>
                    <a:pt x="16555" y="570"/>
                  </a:lnTo>
                  <a:lnTo>
                    <a:pt x="16393" y="773"/>
                  </a:lnTo>
                  <a:lnTo>
                    <a:pt x="16067" y="1058"/>
                  </a:lnTo>
                  <a:lnTo>
                    <a:pt x="15701" y="1302"/>
                  </a:lnTo>
                  <a:lnTo>
                    <a:pt x="15294" y="1546"/>
                  </a:lnTo>
                  <a:lnTo>
                    <a:pt x="15213" y="1586"/>
                  </a:lnTo>
                  <a:lnTo>
                    <a:pt x="15172" y="1668"/>
                  </a:lnTo>
                  <a:lnTo>
                    <a:pt x="15172" y="1749"/>
                  </a:lnTo>
                  <a:lnTo>
                    <a:pt x="15213" y="1790"/>
                  </a:lnTo>
                  <a:lnTo>
                    <a:pt x="15254" y="1871"/>
                  </a:lnTo>
                  <a:lnTo>
                    <a:pt x="15335" y="1912"/>
                  </a:lnTo>
                  <a:lnTo>
                    <a:pt x="15416" y="1912"/>
                  </a:lnTo>
                  <a:lnTo>
                    <a:pt x="15498" y="1871"/>
                  </a:lnTo>
                  <a:lnTo>
                    <a:pt x="15864" y="1708"/>
                  </a:lnTo>
                  <a:lnTo>
                    <a:pt x="15881" y="1697"/>
                  </a:lnTo>
                  <a:lnTo>
                    <a:pt x="16393" y="1464"/>
                  </a:lnTo>
                  <a:lnTo>
                    <a:pt x="16840" y="1220"/>
                  </a:lnTo>
                  <a:lnTo>
                    <a:pt x="17084" y="1098"/>
                  </a:lnTo>
                  <a:lnTo>
                    <a:pt x="17206" y="1098"/>
                  </a:lnTo>
                  <a:lnTo>
                    <a:pt x="17287" y="1139"/>
                  </a:lnTo>
                  <a:lnTo>
                    <a:pt x="17369" y="1220"/>
                  </a:lnTo>
                  <a:lnTo>
                    <a:pt x="17369" y="1342"/>
                  </a:lnTo>
                  <a:lnTo>
                    <a:pt x="17369" y="1424"/>
                  </a:lnTo>
                  <a:lnTo>
                    <a:pt x="17328" y="1505"/>
                  </a:lnTo>
                  <a:lnTo>
                    <a:pt x="17206" y="1668"/>
                  </a:lnTo>
                  <a:lnTo>
                    <a:pt x="17043" y="1830"/>
                  </a:lnTo>
                  <a:lnTo>
                    <a:pt x="16677" y="2034"/>
                  </a:lnTo>
                  <a:lnTo>
                    <a:pt x="16393" y="2224"/>
                  </a:lnTo>
                  <a:lnTo>
                    <a:pt x="16352" y="2237"/>
                  </a:lnTo>
                  <a:lnTo>
                    <a:pt x="16357" y="2248"/>
                  </a:lnTo>
                  <a:lnTo>
                    <a:pt x="16311" y="2278"/>
                  </a:lnTo>
                  <a:lnTo>
                    <a:pt x="16230" y="2319"/>
                  </a:lnTo>
                  <a:lnTo>
                    <a:pt x="16230" y="2400"/>
                  </a:lnTo>
                  <a:lnTo>
                    <a:pt x="16230" y="2522"/>
                  </a:lnTo>
                  <a:lnTo>
                    <a:pt x="16311" y="2603"/>
                  </a:lnTo>
                  <a:lnTo>
                    <a:pt x="16352" y="2644"/>
                  </a:lnTo>
                  <a:lnTo>
                    <a:pt x="16433" y="2644"/>
                  </a:lnTo>
                  <a:lnTo>
                    <a:pt x="16759" y="2522"/>
                  </a:lnTo>
                  <a:lnTo>
                    <a:pt x="17003" y="2359"/>
                  </a:lnTo>
                  <a:lnTo>
                    <a:pt x="17165" y="2278"/>
                  </a:lnTo>
                  <a:lnTo>
                    <a:pt x="17287" y="2237"/>
                  </a:lnTo>
                  <a:lnTo>
                    <a:pt x="17450" y="2278"/>
                  </a:lnTo>
                  <a:lnTo>
                    <a:pt x="17491" y="2319"/>
                  </a:lnTo>
                  <a:lnTo>
                    <a:pt x="17532" y="2400"/>
                  </a:lnTo>
                  <a:lnTo>
                    <a:pt x="17572" y="2563"/>
                  </a:lnTo>
                  <a:lnTo>
                    <a:pt x="17532" y="2725"/>
                  </a:lnTo>
                  <a:lnTo>
                    <a:pt x="17450" y="2847"/>
                  </a:lnTo>
                  <a:lnTo>
                    <a:pt x="17287" y="2969"/>
                  </a:lnTo>
                  <a:lnTo>
                    <a:pt x="17003" y="3112"/>
                  </a:lnTo>
                  <a:lnTo>
                    <a:pt x="17003" y="3112"/>
                  </a:lnTo>
                  <a:lnTo>
                    <a:pt x="16921" y="3132"/>
                  </a:lnTo>
                  <a:lnTo>
                    <a:pt x="16840" y="3167"/>
                  </a:lnTo>
                  <a:lnTo>
                    <a:pt x="16840" y="3167"/>
                  </a:lnTo>
                  <a:lnTo>
                    <a:pt x="16677" y="3213"/>
                  </a:lnTo>
                  <a:lnTo>
                    <a:pt x="16684" y="3234"/>
                  </a:lnTo>
                  <a:lnTo>
                    <a:pt x="16684" y="3234"/>
                  </a:lnTo>
                  <a:lnTo>
                    <a:pt x="16637" y="3254"/>
                  </a:lnTo>
                  <a:lnTo>
                    <a:pt x="16555" y="3295"/>
                  </a:lnTo>
                  <a:lnTo>
                    <a:pt x="16515" y="3376"/>
                  </a:lnTo>
                  <a:lnTo>
                    <a:pt x="16555" y="3498"/>
                  </a:lnTo>
                  <a:lnTo>
                    <a:pt x="16637" y="3580"/>
                  </a:lnTo>
                  <a:lnTo>
                    <a:pt x="16677" y="3620"/>
                  </a:lnTo>
                  <a:lnTo>
                    <a:pt x="16759" y="3620"/>
                  </a:lnTo>
                  <a:lnTo>
                    <a:pt x="17247" y="3458"/>
                  </a:lnTo>
                  <a:lnTo>
                    <a:pt x="17307" y="3422"/>
                  </a:lnTo>
                  <a:lnTo>
                    <a:pt x="17307" y="3422"/>
                  </a:lnTo>
                  <a:lnTo>
                    <a:pt x="17450" y="3458"/>
                  </a:lnTo>
                  <a:lnTo>
                    <a:pt x="17491" y="3539"/>
                  </a:lnTo>
                  <a:lnTo>
                    <a:pt x="17532" y="3620"/>
                  </a:lnTo>
                  <a:lnTo>
                    <a:pt x="17491" y="3702"/>
                  </a:lnTo>
                  <a:lnTo>
                    <a:pt x="17450" y="3783"/>
                  </a:lnTo>
                  <a:lnTo>
                    <a:pt x="17328" y="3905"/>
                  </a:lnTo>
                  <a:lnTo>
                    <a:pt x="17206" y="4027"/>
                  </a:lnTo>
                  <a:lnTo>
                    <a:pt x="16311" y="4637"/>
                  </a:lnTo>
                  <a:lnTo>
                    <a:pt x="15376" y="5207"/>
                  </a:lnTo>
                  <a:lnTo>
                    <a:pt x="14440" y="5776"/>
                  </a:lnTo>
                  <a:lnTo>
                    <a:pt x="13464" y="6264"/>
                  </a:lnTo>
                  <a:lnTo>
                    <a:pt x="12528" y="6793"/>
                  </a:lnTo>
                  <a:lnTo>
                    <a:pt x="11552" y="7240"/>
                  </a:lnTo>
                  <a:lnTo>
                    <a:pt x="10535" y="7688"/>
                  </a:lnTo>
                  <a:lnTo>
                    <a:pt x="9559" y="8095"/>
                  </a:lnTo>
                  <a:lnTo>
                    <a:pt x="8542" y="8501"/>
                  </a:lnTo>
                  <a:lnTo>
                    <a:pt x="7525" y="8908"/>
                  </a:lnTo>
                  <a:lnTo>
                    <a:pt x="6996" y="9071"/>
                  </a:lnTo>
                  <a:lnTo>
                    <a:pt x="6468" y="9193"/>
                  </a:lnTo>
                  <a:lnTo>
                    <a:pt x="5939" y="9315"/>
                  </a:lnTo>
                  <a:lnTo>
                    <a:pt x="4841" y="9315"/>
                  </a:lnTo>
                  <a:lnTo>
                    <a:pt x="4352" y="9193"/>
                  </a:lnTo>
                  <a:lnTo>
                    <a:pt x="3864" y="9030"/>
                  </a:lnTo>
                  <a:lnTo>
                    <a:pt x="3417" y="8827"/>
                  </a:lnTo>
                  <a:lnTo>
                    <a:pt x="2969" y="8583"/>
                  </a:lnTo>
                  <a:lnTo>
                    <a:pt x="2563" y="8257"/>
                  </a:lnTo>
                  <a:lnTo>
                    <a:pt x="2197" y="7932"/>
                  </a:lnTo>
                  <a:lnTo>
                    <a:pt x="1790" y="7566"/>
                  </a:lnTo>
                  <a:lnTo>
                    <a:pt x="1058" y="6793"/>
                  </a:lnTo>
                  <a:lnTo>
                    <a:pt x="610" y="6305"/>
                  </a:lnTo>
                  <a:lnTo>
                    <a:pt x="461" y="6118"/>
                  </a:lnTo>
                  <a:lnTo>
                    <a:pt x="461" y="6118"/>
                  </a:lnTo>
                  <a:lnTo>
                    <a:pt x="1790" y="4678"/>
                  </a:lnTo>
                  <a:lnTo>
                    <a:pt x="3232" y="3235"/>
                  </a:lnTo>
                  <a:lnTo>
                    <a:pt x="3702" y="3580"/>
                  </a:lnTo>
                  <a:lnTo>
                    <a:pt x="4352" y="3946"/>
                  </a:lnTo>
                  <a:lnTo>
                    <a:pt x="4678" y="4108"/>
                  </a:lnTo>
                  <a:lnTo>
                    <a:pt x="5044" y="4271"/>
                  </a:lnTo>
                  <a:lnTo>
                    <a:pt x="5369" y="4393"/>
                  </a:lnTo>
                  <a:lnTo>
                    <a:pt x="5776" y="4474"/>
                  </a:lnTo>
                  <a:lnTo>
                    <a:pt x="6183" y="4515"/>
                  </a:lnTo>
                  <a:lnTo>
                    <a:pt x="6590" y="4515"/>
                  </a:lnTo>
                  <a:lnTo>
                    <a:pt x="6996" y="4474"/>
                  </a:lnTo>
                  <a:lnTo>
                    <a:pt x="7444" y="4434"/>
                  </a:lnTo>
                  <a:lnTo>
                    <a:pt x="8257" y="4271"/>
                  </a:lnTo>
                  <a:lnTo>
                    <a:pt x="9071" y="4027"/>
                  </a:lnTo>
                  <a:lnTo>
                    <a:pt x="9803" y="3742"/>
                  </a:lnTo>
                  <a:lnTo>
                    <a:pt x="10576" y="3417"/>
                  </a:lnTo>
                  <a:lnTo>
                    <a:pt x="11308" y="3091"/>
                  </a:lnTo>
                  <a:lnTo>
                    <a:pt x="12000" y="2725"/>
                  </a:lnTo>
                  <a:lnTo>
                    <a:pt x="13423" y="1953"/>
                  </a:lnTo>
                  <a:lnTo>
                    <a:pt x="14847" y="1180"/>
                  </a:lnTo>
                  <a:lnTo>
                    <a:pt x="15660" y="773"/>
                  </a:lnTo>
                  <a:lnTo>
                    <a:pt x="16067" y="570"/>
                  </a:lnTo>
                  <a:lnTo>
                    <a:pt x="16271" y="488"/>
                  </a:lnTo>
                  <a:lnTo>
                    <a:pt x="16393" y="447"/>
                  </a:lnTo>
                  <a:lnTo>
                    <a:pt x="16515" y="407"/>
                  </a:lnTo>
                  <a:close/>
                  <a:moveTo>
                    <a:pt x="16555" y="0"/>
                  </a:moveTo>
                  <a:lnTo>
                    <a:pt x="16352" y="41"/>
                  </a:lnTo>
                  <a:lnTo>
                    <a:pt x="16189" y="81"/>
                  </a:lnTo>
                  <a:lnTo>
                    <a:pt x="15864" y="244"/>
                  </a:lnTo>
                  <a:lnTo>
                    <a:pt x="15091" y="610"/>
                  </a:lnTo>
                  <a:lnTo>
                    <a:pt x="13505" y="1464"/>
                  </a:lnTo>
                  <a:lnTo>
                    <a:pt x="11959" y="2278"/>
                  </a:lnTo>
                  <a:lnTo>
                    <a:pt x="11227" y="2685"/>
                  </a:lnTo>
                  <a:lnTo>
                    <a:pt x="10454" y="3051"/>
                  </a:lnTo>
                  <a:lnTo>
                    <a:pt x="9559" y="3417"/>
                  </a:lnTo>
                  <a:lnTo>
                    <a:pt x="8664" y="3742"/>
                  </a:lnTo>
                  <a:lnTo>
                    <a:pt x="8217" y="3864"/>
                  </a:lnTo>
                  <a:lnTo>
                    <a:pt x="7769" y="3946"/>
                  </a:lnTo>
                  <a:lnTo>
                    <a:pt x="7281" y="4027"/>
                  </a:lnTo>
                  <a:lnTo>
                    <a:pt x="6834" y="4108"/>
                  </a:lnTo>
                  <a:lnTo>
                    <a:pt x="6305" y="4108"/>
                  </a:lnTo>
                  <a:lnTo>
                    <a:pt x="5817" y="4068"/>
                  </a:lnTo>
                  <a:lnTo>
                    <a:pt x="5329" y="3946"/>
                  </a:lnTo>
                  <a:lnTo>
                    <a:pt x="4841" y="3783"/>
                  </a:lnTo>
                  <a:lnTo>
                    <a:pt x="4434" y="3580"/>
                  </a:lnTo>
                  <a:lnTo>
                    <a:pt x="4027" y="3335"/>
                  </a:lnTo>
                  <a:lnTo>
                    <a:pt x="3295" y="2807"/>
                  </a:lnTo>
                  <a:lnTo>
                    <a:pt x="3214" y="2766"/>
                  </a:lnTo>
                  <a:lnTo>
                    <a:pt x="3173" y="2766"/>
                  </a:lnTo>
                  <a:lnTo>
                    <a:pt x="3051" y="2847"/>
                  </a:lnTo>
                  <a:lnTo>
                    <a:pt x="2034" y="3824"/>
                  </a:lnTo>
                  <a:lnTo>
                    <a:pt x="1058" y="4881"/>
                  </a:lnTo>
                  <a:lnTo>
                    <a:pt x="163" y="5857"/>
                  </a:lnTo>
                  <a:lnTo>
                    <a:pt x="41" y="6020"/>
                  </a:lnTo>
                  <a:lnTo>
                    <a:pt x="0" y="6101"/>
                  </a:lnTo>
                  <a:lnTo>
                    <a:pt x="41" y="6224"/>
                  </a:lnTo>
                  <a:lnTo>
                    <a:pt x="122" y="6346"/>
                  </a:lnTo>
                  <a:lnTo>
                    <a:pt x="570" y="6834"/>
                  </a:lnTo>
                  <a:lnTo>
                    <a:pt x="1017" y="7322"/>
                  </a:lnTo>
                  <a:lnTo>
                    <a:pt x="1586" y="7891"/>
                  </a:lnTo>
                  <a:lnTo>
                    <a:pt x="2197" y="8461"/>
                  </a:lnTo>
                  <a:lnTo>
                    <a:pt x="2685" y="8827"/>
                  </a:lnTo>
                  <a:lnTo>
                    <a:pt x="3173" y="9152"/>
                  </a:lnTo>
                  <a:lnTo>
                    <a:pt x="3742" y="9437"/>
                  </a:lnTo>
                  <a:lnTo>
                    <a:pt x="4027" y="9518"/>
                  </a:lnTo>
                  <a:lnTo>
                    <a:pt x="4312" y="9600"/>
                  </a:lnTo>
                  <a:lnTo>
                    <a:pt x="4637" y="9681"/>
                  </a:lnTo>
                  <a:lnTo>
                    <a:pt x="5003" y="9722"/>
                  </a:lnTo>
                  <a:lnTo>
                    <a:pt x="5654" y="9722"/>
                  </a:lnTo>
                  <a:lnTo>
                    <a:pt x="6346" y="9640"/>
                  </a:lnTo>
                  <a:lnTo>
                    <a:pt x="6996" y="9478"/>
                  </a:lnTo>
                  <a:lnTo>
                    <a:pt x="7607" y="9274"/>
                  </a:lnTo>
                  <a:lnTo>
                    <a:pt x="8257" y="9030"/>
                  </a:lnTo>
                  <a:lnTo>
                    <a:pt x="9518" y="8501"/>
                  </a:lnTo>
                  <a:lnTo>
                    <a:pt x="10779" y="8013"/>
                  </a:lnTo>
                  <a:lnTo>
                    <a:pt x="11430" y="7769"/>
                  </a:lnTo>
                  <a:lnTo>
                    <a:pt x="12040" y="7484"/>
                  </a:lnTo>
                  <a:lnTo>
                    <a:pt x="13423" y="6752"/>
                  </a:lnTo>
                  <a:lnTo>
                    <a:pt x="14766" y="6020"/>
                  </a:lnTo>
                  <a:lnTo>
                    <a:pt x="16108" y="5247"/>
                  </a:lnTo>
                  <a:lnTo>
                    <a:pt x="17409" y="4393"/>
                  </a:lnTo>
                  <a:lnTo>
                    <a:pt x="17654" y="4149"/>
                  </a:lnTo>
                  <a:lnTo>
                    <a:pt x="17735" y="4027"/>
                  </a:lnTo>
                  <a:lnTo>
                    <a:pt x="17857" y="3905"/>
                  </a:lnTo>
                  <a:lnTo>
                    <a:pt x="17898" y="3742"/>
                  </a:lnTo>
                  <a:lnTo>
                    <a:pt x="17938" y="3620"/>
                  </a:lnTo>
                  <a:lnTo>
                    <a:pt x="17898" y="3458"/>
                  </a:lnTo>
                  <a:lnTo>
                    <a:pt x="17816" y="3295"/>
                  </a:lnTo>
                  <a:lnTo>
                    <a:pt x="17694" y="3173"/>
                  </a:lnTo>
                  <a:lnTo>
                    <a:pt x="17670" y="3157"/>
                  </a:lnTo>
                  <a:lnTo>
                    <a:pt x="17670" y="3157"/>
                  </a:lnTo>
                  <a:lnTo>
                    <a:pt x="17816" y="3010"/>
                  </a:lnTo>
                  <a:lnTo>
                    <a:pt x="17938" y="2807"/>
                  </a:lnTo>
                  <a:lnTo>
                    <a:pt x="17979" y="2563"/>
                  </a:lnTo>
                  <a:lnTo>
                    <a:pt x="17938" y="2278"/>
                  </a:lnTo>
                  <a:lnTo>
                    <a:pt x="17816" y="2115"/>
                  </a:lnTo>
                  <a:lnTo>
                    <a:pt x="17694" y="1953"/>
                  </a:lnTo>
                  <a:lnTo>
                    <a:pt x="17552" y="1881"/>
                  </a:lnTo>
                  <a:lnTo>
                    <a:pt x="17694" y="1668"/>
                  </a:lnTo>
                  <a:lnTo>
                    <a:pt x="17735" y="1424"/>
                  </a:lnTo>
                  <a:lnTo>
                    <a:pt x="17735" y="1180"/>
                  </a:lnTo>
                  <a:lnTo>
                    <a:pt x="17694" y="1058"/>
                  </a:lnTo>
                  <a:lnTo>
                    <a:pt x="17654" y="976"/>
                  </a:lnTo>
                  <a:lnTo>
                    <a:pt x="17532" y="854"/>
                  </a:lnTo>
                  <a:lnTo>
                    <a:pt x="17450" y="773"/>
                  </a:lnTo>
                  <a:lnTo>
                    <a:pt x="17328" y="732"/>
                  </a:lnTo>
                  <a:lnTo>
                    <a:pt x="16962" y="732"/>
                  </a:lnTo>
                  <a:lnTo>
                    <a:pt x="16910" y="750"/>
                  </a:lnTo>
                  <a:lnTo>
                    <a:pt x="16921" y="732"/>
                  </a:lnTo>
                  <a:lnTo>
                    <a:pt x="16962" y="610"/>
                  </a:lnTo>
                  <a:lnTo>
                    <a:pt x="17003" y="447"/>
                  </a:lnTo>
                  <a:lnTo>
                    <a:pt x="16962" y="325"/>
                  </a:lnTo>
                  <a:lnTo>
                    <a:pt x="16921" y="203"/>
                  </a:lnTo>
                  <a:lnTo>
                    <a:pt x="16840" y="81"/>
                  </a:lnTo>
                  <a:lnTo>
                    <a:pt x="16718" y="41"/>
                  </a:lnTo>
                  <a:lnTo>
                    <a:pt x="165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5"/>
            <p:cNvSpPr/>
            <p:nvPr/>
          </p:nvSpPr>
          <p:spPr>
            <a:xfrm>
              <a:off x="4495292" y="1385270"/>
              <a:ext cx="887833" cy="677531"/>
            </a:xfrm>
            <a:custGeom>
              <a:avLst/>
              <a:gdLst/>
              <a:ahLst/>
              <a:cxnLst/>
              <a:rect l="l" t="t" r="r" b="b"/>
              <a:pathLst>
                <a:path w="19403" h="14807" extrusionOk="0">
                  <a:moveTo>
                    <a:pt x="9925" y="1"/>
                  </a:moveTo>
                  <a:lnTo>
                    <a:pt x="9152" y="41"/>
                  </a:lnTo>
                  <a:lnTo>
                    <a:pt x="8379" y="82"/>
                  </a:lnTo>
                  <a:lnTo>
                    <a:pt x="7647" y="204"/>
                  </a:lnTo>
                  <a:lnTo>
                    <a:pt x="6874" y="407"/>
                  </a:lnTo>
                  <a:lnTo>
                    <a:pt x="6142" y="611"/>
                  </a:lnTo>
                  <a:lnTo>
                    <a:pt x="5491" y="814"/>
                  </a:lnTo>
                  <a:lnTo>
                    <a:pt x="4881" y="1058"/>
                  </a:lnTo>
                  <a:lnTo>
                    <a:pt x="4597" y="1221"/>
                  </a:lnTo>
                  <a:lnTo>
                    <a:pt x="4312" y="1424"/>
                  </a:lnTo>
                  <a:lnTo>
                    <a:pt x="4068" y="1668"/>
                  </a:lnTo>
                  <a:lnTo>
                    <a:pt x="3824" y="1912"/>
                  </a:lnTo>
                  <a:lnTo>
                    <a:pt x="3417" y="2441"/>
                  </a:lnTo>
                  <a:lnTo>
                    <a:pt x="3092" y="3011"/>
                  </a:lnTo>
                  <a:lnTo>
                    <a:pt x="2847" y="3621"/>
                  </a:lnTo>
                  <a:lnTo>
                    <a:pt x="2603" y="4231"/>
                  </a:lnTo>
                  <a:lnTo>
                    <a:pt x="2115" y="5777"/>
                  </a:lnTo>
                  <a:lnTo>
                    <a:pt x="1668" y="7282"/>
                  </a:lnTo>
                  <a:lnTo>
                    <a:pt x="1220" y="9112"/>
                  </a:lnTo>
                  <a:lnTo>
                    <a:pt x="773" y="10902"/>
                  </a:lnTo>
                  <a:lnTo>
                    <a:pt x="0" y="14563"/>
                  </a:lnTo>
                  <a:lnTo>
                    <a:pt x="0" y="14644"/>
                  </a:lnTo>
                  <a:lnTo>
                    <a:pt x="41" y="14725"/>
                  </a:lnTo>
                  <a:lnTo>
                    <a:pt x="122" y="14807"/>
                  </a:lnTo>
                  <a:lnTo>
                    <a:pt x="2807" y="14807"/>
                  </a:lnTo>
                  <a:lnTo>
                    <a:pt x="5369" y="14725"/>
                  </a:lnTo>
                  <a:lnTo>
                    <a:pt x="7973" y="14685"/>
                  </a:lnTo>
                  <a:lnTo>
                    <a:pt x="10535" y="14603"/>
                  </a:lnTo>
                  <a:lnTo>
                    <a:pt x="13505" y="14481"/>
                  </a:lnTo>
                  <a:lnTo>
                    <a:pt x="13627" y="14441"/>
                  </a:lnTo>
                  <a:lnTo>
                    <a:pt x="13708" y="14359"/>
                  </a:lnTo>
                  <a:lnTo>
                    <a:pt x="13911" y="13627"/>
                  </a:lnTo>
                  <a:lnTo>
                    <a:pt x="14359" y="11878"/>
                  </a:lnTo>
                  <a:lnTo>
                    <a:pt x="14603" y="11024"/>
                  </a:lnTo>
                  <a:lnTo>
                    <a:pt x="14847" y="10170"/>
                  </a:lnTo>
                  <a:lnTo>
                    <a:pt x="15457" y="10414"/>
                  </a:lnTo>
                  <a:lnTo>
                    <a:pt x="15783" y="10576"/>
                  </a:lnTo>
                  <a:lnTo>
                    <a:pt x="16149" y="10698"/>
                  </a:lnTo>
                  <a:lnTo>
                    <a:pt x="16433" y="10698"/>
                  </a:lnTo>
                  <a:lnTo>
                    <a:pt x="16555" y="10617"/>
                  </a:lnTo>
                  <a:lnTo>
                    <a:pt x="16718" y="10536"/>
                  </a:lnTo>
                  <a:lnTo>
                    <a:pt x="16962" y="10292"/>
                  </a:lnTo>
                  <a:lnTo>
                    <a:pt x="17165" y="10088"/>
                  </a:lnTo>
                  <a:lnTo>
                    <a:pt x="17776" y="9437"/>
                  </a:lnTo>
                  <a:lnTo>
                    <a:pt x="18345" y="8787"/>
                  </a:lnTo>
                  <a:lnTo>
                    <a:pt x="18874" y="8095"/>
                  </a:lnTo>
                  <a:lnTo>
                    <a:pt x="19362" y="7363"/>
                  </a:lnTo>
                  <a:lnTo>
                    <a:pt x="19403" y="7241"/>
                  </a:lnTo>
                  <a:lnTo>
                    <a:pt x="19321" y="7119"/>
                  </a:lnTo>
                  <a:lnTo>
                    <a:pt x="14440" y="2197"/>
                  </a:lnTo>
                  <a:lnTo>
                    <a:pt x="13952" y="1709"/>
                  </a:lnTo>
                  <a:lnTo>
                    <a:pt x="13423" y="1180"/>
                  </a:lnTo>
                  <a:lnTo>
                    <a:pt x="12854" y="733"/>
                  </a:lnTo>
                  <a:lnTo>
                    <a:pt x="12528" y="529"/>
                  </a:lnTo>
                  <a:lnTo>
                    <a:pt x="12203" y="367"/>
                  </a:lnTo>
                  <a:lnTo>
                    <a:pt x="11837" y="245"/>
                  </a:lnTo>
                  <a:lnTo>
                    <a:pt x="11471" y="123"/>
                  </a:lnTo>
                  <a:lnTo>
                    <a:pt x="11105" y="82"/>
                  </a:lnTo>
                  <a:lnTo>
                    <a:pt x="10698" y="41"/>
                  </a:lnTo>
                  <a:lnTo>
                    <a:pt x="99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5"/>
            <p:cNvSpPr/>
            <p:nvPr/>
          </p:nvSpPr>
          <p:spPr>
            <a:xfrm>
              <a:off x="3099332" y="1846884"/>
              <a:ext cx="2414028" cy="2473605"/>
            </a:xfrm>
            <a:custGeom>
              <a:avLst/>
              <a:gdLst/>
              <a:ahLst/>
              <a:cxnLst/>
              <a:rect l="l" t="t" r="r" b="b"/>
              <a:pathLst>
                <a:path w="52757" h="54059" extrusionOk="0">
                  <a:moveTo>
                    <a:pt x="49584" y="0"/>
                  </a:moveTo>
                  <a:lnTo>
                    <a:pt x="44418" y="82"/>
                  </a:lnTo>
                  <a:lnTo>
                    <a:pt x="39253" y="163"/>
                  </a:lnTo>
                  <a:lnTo>
                    <a:pt x="34087" y="285"/>
                  </a:lnTo>
                  <a:lnTo>
                    <a:pt x="28921" y="448"/>
                  </a:lnTo>
                  <a:lnTo>
                    <a:pt x="23755" y="651"/>
                  </a:lnTo>
                  <a:lnTo>
                    <a:pt x="18589" y="895"/>
                  </a:lnTo>
                  <a:lnTo>
                    <a:pt x="13423" y="1180"/>
                  </a:lnTo>
                  <a:lnTo>
                    <a:pt x="8257" y="1505"/>
                  </a:lnTo>
                  <a:lnTo>
                    <a:pt x="7810" y="2278"/>
                  </a:lnTo>
                  <a:lnTo>
                    <a:pt x="7484" y="3132"/>
                  </a:lnTo>
                  <a:lnTo>
                    <a:pt x="7322" y="3539"/>
                  </a:lnTo>
                  <a:lnTo>
                    <a:pt x="7200" y="3986"/>
                  </a:lnTo>
                  <a:lnTo>
                    <a:pt x="7118" y="4434"/>
                  </a:lnTo>
                  <a:lnTo>
                    <a:pt x="7037" y="4881"/>
                  </a:lnTo>
                  <a:lnTo>
                    <a:pt x="6915" y="6305"/>
                  </a:lnTo>
                  <a:lnTo>
                    <a:pt x="6793" y="7688"/>
                  </a:lnTo>
                  <a:lnTo>
                    <a:pt x="6590" y="10535"/>
                  </a:lnTo>
                  <a:lnTo>
                    <a:pt x="6427" y="13342"/>
                  </a:lnTo>
                  <a:lnTo>
                    <a:pt x="6264" y="16189"/>
                  </a:lnTo>
                  <a:lnTo>
                    <a:pt x="6101" y="17938"/>
                  </a:lnTo>
                  <a:lnTo>
                    <a:pt x="6020" y="18793"/>
                  </a:lnTo>
                  <a:lnTo>
                    <a:pt x="5857" y="19687"/>
                  </a:lnTo>
                  <a:lnTo>
                    <a:pt x="5695" y="20542"/>
                  </a:lnTo>
                  <a:lnTo>
                    <a:pt x="5491" y="21396"/>
                  </a:lnTo>
                  <a:lnTo>
                    <a:pt x="5247" y="22250"/>
                  </a:lnTo>
                  <a:lnTo>
                    <a:pt x="4963" y="23064"/>
                  </a:lnTo>
                  <a:lnTo>
                    <a:pt x="4678" y="23877"/>
                  </a:lnTo>
                  <a:lnTo>
                    <a:pt x="4312" y="24650"/>
                  </a:lnTo>
                  <a:lnTo>
                    <a:pt x="3905" y="25423"/>
                  </a:lnTo>
                  <a:lnTo>
                    <a:pt x="3458" y="26155"/>
                  </a:lnTo>
                  <a:lnTo>
                    <a:pt x="2969" y="26846"/>
                  </a:lnTo>
                  <a:lnTo>
                    <a:pt x="2441" y="27457"/>
                  </a:lnTo>
                  <a:lnTo>
                    <a:pt x="1830" y="28067"/>
                  </a:lnTo>
                  <a:lnTo>
                    <a:pt x="1180" y="28636"/>
                  </a:lnTo>
                  <a:lnTo>
                    <a:pt x="895" y="28840"/>
                  </a:lnTo>
                  <a:lnTo>
                    <a:pt x="651" y="29124"/>
                  </a:lnTo>
                  <a:lnTo>
                    <a:pt x="407" y="29368"/>
                  </a:lnTo>
                  <a:lnTo>
                    <a:pt x="203" y="29653"/>
                  </a:lnTo>
                  <a:lnTo>
                    <a:pt x="41" y="29978"/>
                  </a:lnTo>
                  <a:lnTo>
                    <a:pt x="0" y="30263"/>
                  </a:lnTo>
                  <a:lnTo>
                    <a:pt x="0" y="30385"/>
                  </a:lnTo>
                  <a:lnTo>
                    <a:pt x="41" y="30548"/>
                  </a:lnTo>
                  <a:lnTo>
                    <a:pt x="81" y="30670"/>
                  </a:lnTo>
                  <a:lnTo>
                    <a:pt x="163" y="30792"/>
                  </a:lnTo>
                  <a:lnTo>
                    <a:pt x="285" y="30914"/>
                  </a:lnTo>
                  <a:lnTo>
                    <a:pt x="407" y="30995"/>
                  </a:lnTo>
                  <a:lnTo>
                    <a:pt x="732" y="31077"/>
                  </a:lnTo>
                  <a:lnTo>
                    <a:pt x="1058" y="31117"/>
                  </a:lnTo>
                  <a:lnTo>
                    <a:pt x="1342" y="31117"/>
                  </a:lnTo>
                  <a:lnTo>
                    <a:pt x="2400" y="31077"/>
                  </a:lnTo>
                  <a:lnTo>
                    <a:pt x="3458" y="31036"/>
                  </a:lnTo>
                  <a:lnTo>
                    <a:pt x="4515" y="30914"/>
                  </a:lnTo>
                  <a:lnTo>
                    <a:pt x="5532" y="30751"/>
                  </a:lnTo>
                  <a:lnTo>
                    <a:pt x="5532" y="31524"/>
                  </a:lnTo>
                  <a:lnTo>
                    <a:pt x="5532" y="33233"/>
                  </a:lnTo>
                  <a:lnTo>
                    <a:pt x="5451" y="36161"/>
                  </a:lnTo>
                  <a:lnTo>
                    <a:pt x="5491" y="36893"/>
                  </a:lnTo>
                  <a:lnTo>
                    <a:pt x="5573" y="37626"/>
                  </a:lnTo>
                  <a:lnTo>
                    <a:pt x="5695" y="38317"/>
                  </a:lnTo>
                  <a:lnTo>
                    <a:pt x="5939" y="39049"/>
                  </a:lnTo>
                  <a:lnTo>
                    <a:pt x="6223" y="39700"/>
                  </a:lnTo>
                  <a:lnTo>
                    <a:pt x="6590" y="40351"/>
                  </a:lnTo>
                  <a:lnTo>
                    <a:pt x="6996" y="40961"/>
                  </a:lnTo>
                  <a:lnTo>
                    <a:pt x="7484" y="41530"/>
                  </a:lnTo>
                  <a:lnTo>
                    <a:pt x="8135" y="42100"/>
                  </a:lnTo>
                  <a:lnTo>
                    <a:pt x="8827" y="42629"/>
                  </a:lnTo>
                  <a:lnTo>
                    <a:pt x="9559" y="43076"/>
                  </a:lnTo>
                  <a:lnTo>
                    <a:pt x="10332" y="43483"/>
                  </a:lnTo>
                  <a:lnTo>
                    <a:pt x="11105" y="43768"/>
                  </a:lnTo>
                  <a:lnTo>
                    <a:pt x="11959" y="44052"/>
                  </a:lnTo>
                  <a:lnTo>
                    <a:pt x="12813" y="44256"/>
                  </a:lnTo>
                  <a:lnTo>
                    <a:pt x="13667" y="44418"/>
                  </a:lnTo>
                  <a:lnTo>
                    <a:pt x="14521" y="44500"/>
                  </a:lnTo>
                  <a:lnTo>
                    <a:pt x="15376" y="44581"/>
                  </a:lnTo>
                  <a:lnTo>
                    <a:pt x="16230" y="44622"/>
                  </a:lnTo>
                  <a:lnTo>
                    <a:pt x="17125" y="44622"/>
                  </a:lnTo>
                  <a:lnTo>
                    <a:pt x="18833" y="44540"/>
                  </a:lnTo>
                  <a:lnTo>
                    <a:pt x="20582" y="44418"/>
                  </a:lnTo>
                  <a:lnTo>
                    <a:pt x="20582" y="44418"/>
                  </a:lnTo>
                  <a:lnTo>
                    <a:pt x="20501" y="44459"/>
                  </a:lnTo>
                  <a:lnTo>
                    <a:pt x="20460" y="44540"/>
                  </a:lnTo>
                  <a:lnTo>
                    <a:pt x="20379" y="44825"/>
                  </a:lnTo>
                  <a:lnTo>
                    <a:pt x="20297" y="45273"/>
                  </a:lnTo>
                  <a:lnTo>
                    <a:pt x="20257" y="45842"/>
                  </a:lnTo>
                  <a:lnTo>
                    <a:pt x="20216" y="47306"/>
                  </a:lnTo>
                  <a:lnTo>
                    <a:pt x="20216" y="49015"/>
                  </a:lnTo>
                  <a:lnTo>
                    <a:pt x="20297" y="52269"/>
                  </a:lnTo>
                  <a:lnTo>
                    <a:pt x="20379" y="54059"/>
                  </a:lnTo>
                  <a:lnTo>
                    <a:pt x="48079" y="52920"/>
                  </a:lnTo>
                  <a:lnTo>
                    <a:pt x="47998" y="51252"/>
                  </a:lnTo>
                  <a:lnTo>
                    <a:pt x="47998" y="49584"/>
                  </a:lnTo>
                  <a:lnTo>
                    <a:pt x="47998" y="47917"/>
                  </a:lnTo>
                  <a:lnTo>
                    <a:pt x="48039" y="46249"/>
                  </a:lnTo>
                  <a:lnTo>
                    <a:pt x="48079" y="44540"/>
                  </a:lnTo>
                  <a:lnTo>
                    <a:pt x="48161" y="42873"/>
                  </a:lnTo>
                  <a:lnTo>
                    <a:pt x="48283" y="41205"/>
                  </a:lnTo>
                  <a:lnTo>
                    <a:pt x="48445" y="39537"/>
                  </a:lnTo>
                  <a:lnTo>
                    <a:pt x="48730" y="36243"/>
                  </a:lnTo>
                  <a:lnTo>
                    <a:pt x="48893" y="34575"/>
                  </a:lnTo>
                  <a:lnTo>
                    <a:pt x="49137" y="32866"/>
                  </a:lnTo>
                  <a:lnTo>
                    <a:pt x="49381" y="31199"/>
                  </a:lnTo>
                  <a:lnTo>
                    <a:pt x="49666" y="29531"/>
                  </a:lnTo>
                  <a:lnTo>
                    <a:pt x="50072" y="27904"/>
                  </a:lnTo>
                  <a:lnTo>
                    <a:pt x="50276" y="27090"/>
                  </a:lnTo>
                  <a:lnTo>
                    <a:pt x="50520" y="26318"/>
                  </a:lnTo>
                  <a:lnTo>
                    <a:pt x="50967" y="24935"/>
                  </a:lnTo>
                  <a:lnTo>
                    <a:pt x="51374" y="23592"/>
                  </a:lnTo>
                  <a:lnTo>
                    <a:pt x="51740" y="22250"/>
                  </a:lnTo>
                  <a:lnTo>
                    <a:pt x="52066" y="20908"/>
                  </a:lnTo>
                  <a:lnTo>
                    <a:pt x="52350" y="19525"/>
                  </a:lnTo>
                  <a:lnTo>
                    <a:pt x="52554" y="18142"/>
                  </a:lnTo>
                  <a:lnTo>
                    <a:pt x="52676" y="16718"/>
                  </a:lnTo>
                  <a:lnTo>
                    <a:pt x="52757" y="15254"/>
                  </a:lnTo>
                  <a:lnTo>
                    <a:pt x="52716" y="13749"/>
                  </a:lnTo>
                  <a:lnTo>
                    <a:pt x="52676" y="12203"/>
                  </a:lnTo>
                  <a:lnTo>
                    <a:pt x="52554" y="10739"/>
                  </a:lnTo>
                  <a:lnTo>
                    <a:pt x="52350" y="9234"/>
                  </a:lnTo>
                  <a:lnTo>
                    <a:pt x="52106" y="7729"/>
                  </a:lnTo>
                  <a:lnTo>
                    <a:pt x="51781" y="6264"/>
                  </a:lnTo>
                  <a:lnTo>
                    <a:pt x="51415" y="4800"/>
                  </a:lnTo>
                  <a:lnTo>
                    <a:pt x="51008" y="3336"/>
                  </a:lnTo>
                  <a:lnTo>
                    <a:pt x="50683" y="2481"/>
                  </a:lnTo>
                  <a:lnTo>
                    <a:pt x="50357" y="1627"/>
                  </a:lnTo>
                  <a:lnTo>
                    <a:pt x="49991" y="814"/>
                  </a:lnTo>
                  <a:lnTo>
                    <a:pt x="49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5"/>
            <p:cNvSpPr/>
            <p:nvPr/>
          </p:nvSpPr>
          <p:spPr>
            <a:xfrm>
              <a:off x="3089997" y="1837549"/>
              <a:ext cx="2430821" cy="2492274"/>
            </a:xfrm>
            <a:custGeom>
              <a:avLst/>
              <a:gdLst/>
              <a:ahLst/>
              <a:cxnLst/>
              <a:rect l="l" t="t" r="r" b="b"/>
              <a:pathLst>
                <a:path w="53124" h="54467" extrusionOk="0">
                  <a:moveTo>
                    <a:pt x="49667" y="410"/>
                  </a:moveTo>
                  <a:lnTo>
                    <a:pt x="49910" y="896"/>
                  </a:lnTo>
                  <a:lnTo>
                    <a:pt x="50195" y="1465"/>
                  </a:lnTo>
                  <a:lnTo>
                    <a:pt x="50480" y="2075"/>
                  </a:lnTo>
                  <a:lnTo>
                    <a:pt x="50683" y="2685"/>
                  </a:lnTo>
                  <a:lnTo>
                    <a:pt x="51090" y="3906"/>
                  </a:lnTo>
                  <a:lnTo>
                    <a:pt x="51456" y="5167"/>
                  </a:lnTo>
                  <a:lnTo>
                    <a:pt x="51781" y="6468"/>
                  </a:lnTo>
                  <a:lnTo>
                    <a:pt x="52066" y="7770"/>
                  </a:lnTo>
                  <a:lnTo>
                    <a:pt x="52310" y="9112"/>
                  </a:lnTo>
                  <a:lnTo>
                    <a:pt x="52473" y="10455"/>
                  </a:lnTo>
                  <a:lnTo>
                    <a:pt x="52636" y="11756"/>
                  </a:lnTo>
                  <a:lnTo>
                    <a:pt x="52717" y="13058"/>
                  </a:lnTo>
                  <a:lnTo>
                    <a:pt x="52758" y="14359"/>
                  </a:lnTo>
                  <a:lnTo>
                    <a:pt x="52758" y="15661"/>
                  </a:lnTo>
                  <a:lnTo>
                    <a:pt x="52676" y="16963"/>
                  </a:lnTo>
                  <a:lnTo>
                    <a:pt x="52554" y="18264"/>
                  </a:lnTo>
                  <a:lnTo>
                    <a:pt x="52392" y="19566"/>
                  </a:lnTo>
                  <a:lnTo>
                    <a:pt x="52147" y="20868"/>
                  </a:lnTo>
                  <a:lnTo>
                    <a:pt x="51863" y="22088"/>
                  </a:lnTo>
                  <a:lnTo>
                    <a:pt x="51537" y="23308"/>
                  </a:lnTo>
                  <a:lnTo>
                    <a:pt x="51171" y="24488"/>
                  </a:lnTo>
                  <a:lnTo>
                    <a:pt x="50805" y="25667"/>
                  </a:lnTo>
                  <a:lnTo>
                    <a:pt x="50439" y="26888"/>
                  </a:lnTo>
                  <a:lnTo>
                    <a:pt x="50073" y="28067"/>
                  </a:lnTo>
                  <a:lnTo>
                    <a:pt x="49788" y="29288"/>
                  </a:lnTo>
                  <a:lnTo>
                    <a:pt x="49544" y="30508"/>
                  </a:lnTo>
                  <a:lnTo>
                    <a:pt x="49300" y="31769"/>
                  </a:lnTo>
                  <a:lnTo>
                    <a:pt x="49137" y="33030"/>
                  </a:lnTo>
                  <a:lnTo>
                    <a:pt x="48812" y="35552"/>
                  </a:lnTo>
                  <a:lnTo>
                    <a:pt x="48568" y="38074"/>
                  </a:lnTo>
                  <a:lnTo>
                    <a:pt x="48365" y="40596"/>
                  </a:lnTo>
                  <a:lnTo>
                    <a:pt x="48161" y="43402"/>
                  </a:lnTo>
                  <a:lnTo>
                    <a:pt x="48039" y="46168"/>
                  </a:lnTo>
                  <a:lnTo>
                    <a:pt x="47999" y="48934"/>
                  </a:lnTo>
                  <a:lnTo>
                    <a:pt x="48039" y="51741"/>
                  </a:lnTo>
                  <a:lnTo>
                    <a:pt x="48074" y="52929"/>
                  </a:lnTo>
                  <a:lnTo>
                    <a:pt x="48074" y="52929"/>
                  </a:lnTo>
                  <a:lnTo>
                    <a:pt x="37504" y="53368"/>
                  </a:lnTo>
                  <a:lnTo>
                    <a:pt x="26684" y="53815"/>
                  </a:lnTo>
                  <a:lnTo>
                    <a:pt x="20778" y="54052"/>
                  </a:lnTo>
                  <a:lnTo>
                    <a:pt x="20778" y="54052"/>
                  </a:lnTo>
                  <a:lnTo>
                    <a:pt x="20623" y="50073"/>
                  </a:lnTo>
                  <a:lnTo>
                    <a:pt x="20583" y="47999"/>
                  </a:lnTo>
                  <a:lnTo>
                    <a:pt x="20583" y="46941"/>
                  </a:lnTo>
                  <a:lnTo>
                    <a:pt x="20664" y="45924"/>
                  </a:lnTo>
                  <a:lnTo>
                    <a:pt x="20705" y="45517"/>
                  </a:lnTo>
                  <a:lnTo>
                    <a:pt x="20745" y="45111"/>
                  </a:lnTo>
                  <a:lnTo>
                    <a:pt x="20827" y="44826"/>
                  </a:lnTo>
                  <a:lnTo>
                    <a:pt x="20827" y="44785"/>
                  </a:lnTo>
                  <a:lnTo>
                    <a:pt x="20868" y="44785"/>
                  </a:lnTo>
                  <a:lnTo>
                    <a:pt x="20908" y="44744"/>
                  </a:lnTo>
                  <a:lnTo>
                    <a:pt x="20949" y="44663"/>
                  </a:lnTo>
                  <a:lnTo>
                    <a:pt x="20949" y="44582"/>
                  </a:lnTo>
                  <a:lnTo>
                    <a:pt x="20949" y="44541"/>
                  </a:lnTo>
                  <a:lnTo>
                    <a:pt x="20908" y="44460"/>
                  </a:lnTo>
                  <a:lnTo>
                    <a:pt x="20868" y="44419"/>
                  </a:lnTo>
                  <a:lnTo>
                    <a:pt x="20786" y="44419"/>
                  </a:lnTo>
                  <a:lnTo>
                    <a:pt x="18874" y="44541"/>
                  </a:lnTo>
                  <a:lnTo>
                    <a:pt x="17939" y="44582"/>
                  </a:lnTo>
                  <a:lnTo>
                    <a:pt x="17003" y="44622"/>
                  </a:lnTo>
                  <a:lnTo>
                    <a:pt x="16027" y="44622"/>
                  </a:lnTo>
                  <a:lnTo>
                    <a:pt x="15092" y="44541"/>
                  </a:lnTo>
                  <a:lnTo>
                    <a:pt x="14156" y="44460"/>
                  </a:lnTo>
                  <a:lnTo>
                    <a:pt x="13220" y="44297"/>
                  </a:lnTo>
                  <a:lnTo>
                    <a:pt x="12407" y="44134"/>
                  </a:lnTo>
                  <a:lnTo>
                    <a:pt x="11634" y="43890"/>
                  </a:lnTo>
                  <a:lnTo>
                    <a:pt x="10861" y="43606"/>
                  </a:lnTo>
                  <a:lnTo>
                    <a:pt x="10129" y="43280"/>
                  </a:lnTo>
                  <a:lnTo>
                    <a:pt x="9438" y="42873"/>
                  </a:lnTo>
                  <a:lnTo>
                    <a:pt x="8746" y="42385"/>
                  </a:lnTo>
                  <a:lnTo>
                    <a:pt x="8136" y="41856"/>
                  </a:lnTo>
                  <a:lnTo>
                    <a:pt x="7566" y="41287"/>
                  </a:lnTo>
                  <a:lnTo>
                    <a:pt x="7322" y="40962"/>
                  </a:lnTo>
                  <a:lnTo>
                    <a:pt x="7078" y="40636"/>
                  </a:lnTo>
                  <a:lnTo>
                    <a:pt x="6672" y="39904"/>
                  </a:lnTo>
                  <a:lnTo>
                    <a:pt x="6346" y="39172"/>
                  </a:lnTo>
                  <a:lnTo>
                    <a:pt x="6061" y="38399"/>
                  </a:lnTo>
                  <a:lnTo>
                    <a:pt x="5980" y="37830"/>
                  </a:lnTo>
                  <a:lnTo>
                    <a:pt x="5899" y="37219"/>
                  </a:lnTo>
                  <a:lnTo>
                    <a:pt x="5858" y="36650"/>
                  </a:lnTo>
                  <a:lnTo>
                    <a:pt x="5858" y="36040"/>
                  </a:lnTo>
                  <a:lnTo>
                    <a:pt x="5939" y="32379"/>
                  </a:lnTo>
                  <a:lnTo>
                    <a:pt x="5939" y="31728"/>
                  </a:lnTo>
                  <a:lnTo>
                    <a:pt x="5939" y="31077"/>
                  </a:lnTo>
                  <a:lnTo>
                    <a:pt x="5939" y="30955"/>
                  </a:lnTo>
                  <a:lnTo>
                    <a:pt x="5899" y="30833"/>
                  </a:lnTo>
                  <a:lnTo>
                    <a:pt x="5817" y="30793"/>
                  </a:lnTo>
                  <a:lnTo>
                    <a:pt x="5451" y="30793"/>
                  </a:lnTo>
                  <a:lnTo>
                    <a:pt x="5207" y="30833"/>
                  </a:lnTo>
                  <a:lnTo>
                    <a:pt x="4719" y="30915"/>
                  </a:lnTo>
                  <a:lnTo>
                    <a:pt x="3702" y="31037"/>
                  </a:lnTo>
                  <a:lnTo>
                    <a:pt x="2726" y="31077"/>
                  </a:lnTo>
                  <a:lnTo>
                    <a:pt x="1790" y="31118"/>
                  </a:lnTo>
                  <a:lnTo>
                    <a:pt x="977" y="31118"/>
                  </a:lnTo>
                  <a:lnTo>
                    <a:pt x="814" y="31037"/>
                  </a:lnTo>
                  <a:lnTo>
                    <a:pt x="611" y="30955"/>
                  </a:lnTo>
                  <a:lnTo>
                    <a:pt x="489" y="30833"/>
                  </a:lnTo>
                  <a:lnTo>
                    <a:pt x="407" y="30671"/>
                  </a:lnTo>
                  <a:lnTo>
                    <a:pt x="367" y="30467"/>
                  </a:lnTo>
                  <a:lnTo>
                    <a:pt x="407" y="30304"/>
                  </a:lnTo>
                  <a:lnTo>
                    <a:pt x="448" y="30142"/>
                  </a:lnTo>
                  <a:lnTo>
                    <a:pt x="529" y="29979"/>
                  </a:lnTo>
                  <a:lnTo>
                    <a:pt x="774" y="29654"/>
                  </a:lnTo>
                  <a:lnTo>
                    <a:pt x="1018" y="29410"/>
                  </a:lnTo>
                  <a:lnTo>
                    <a:pt x="1262" y="29166"/>
                  </a:lnTo>
                  <a:lnTo>
                    <a:pt x="1546" y="28921"/>
                  </a:lnTo>
                  <a:lnTo>
                    <a:pt x="2116" y="28474"/>
                  </a:lnTo>
                  <a:lnTo>
                    <a:pt x="2645" y="27945"/>
                  </a:lnTo>
                  <a:lnTo>
                    <a:pt x="3133" y="27416"/>
                  </a:lnTo>
                  <a:lnTo>
                    <a:pt x="3580" y="26847"/>
                  </a:lnTo>
                  <a:lnTo>
                    <a:pt x="3987" y="26237"/>
                  </a:lnTo>
                  <a:lnTo>
                    <a:pt x="4353" y="25627"/>
                  </a:lnTo>
                  <a:lnTo>
                    <a:pt x="4678" y="24976"/>
                  </a:lnTo>
                  <a:lnTo>
                    <a:pt x="5004" y="24325"/>
                  </a:lnTo>
                  <a:lnTo>
                    <a:pt x="5248" y="23674"/>
                  </a:lnTo>
                  <a:lnTo>
                    <a:pt x="5492" y="22983"/>
                  </a:lnTo>
                  <a:lnTo>
                    <a:pt x="5736" y="22251"/>
                  </a:lnTo>
                  <a:lnTo>
                    <a:pt x="5899" y="21559"/>
                  </a:lnTo>
                  <a:lnTo>
                    <a:pt x="6061" y="20868"/>
                  </a:lnTo>
                  <a:lnTo>
                    <a:pt x="6346" y="19403"/>
                  </a:lnTo>
                  <a:lnTo>
                    <a:pt x="6550" y="17980"/>
                  </a:lnTo>
                  <a:lnTo>
                    <a:pt x="6712" y="16190"/>
                  </a:lnTo>
                  <a:lnTo>
                    <a:pt x="6794" y="14400"/>
                  </a:lnTo>
                  <a:lnTo>
                    <a:pt x="6997" y="10780"/>
                  </a:lnTo>
                  <a:lnTo>
                    <a:pt x="7119" y="8868"/>
                  </a:lnTo>
                  <a:lnTo>
                    <a:pt x="7282" y="6916"/>
                  </a:lnTo>
                  <a:lnTo>
                    <a:pt x="7363" y="6021"/>
                  </a:lnTo>
                  <a:lnTo>
                    <a:pt x="7444" y="5126"/>
                  </a:lnTo>
                  <a:lnTo>
                    <a:pt x="7607" y="4231"/>
                  </a:lnTo>
                  <a:lnTo>
                    <a:pt x="7729" y="3784"/>
                  </a:lnTo>
                  <a:lnTo>
                    <a:pt x="7892" y="3336"/>
                  </a:lnTo>
                  <a:lnTo>
                    <a:pt x="8217" y="2563"/>
                  </a:lnTo>
                  <a:lnTo>
                    <a:pt x="8600" y="1903"/>
                  </a:lnTo>
                  <a:lnTo>
                    <a:pt x="8600" y="1903"/>
                  </a:lnTo>
                  <a:lnTo>
                    <a:pt x="12488" y="1628"/>
                  </a:lnTo>
                  <a:lnTo>
                    <a:pt x="16515" y="1424"/>
                  </a:lnTo>
                  <a:lnTo>
                    <a:pt x="20542" y="1221"/>
                  </a:lnTo>
                  <a:lnTo>
                    <a:pt x="24569" y="1018"/>
                  </a:lnTo>
                  <a:lnTo>
                    <a:pt x="32623" y="733"/>
                  </a:lnTo>
                  <a:lnTo>
                    <a:pt x="40717" y="570"/>
                  </a:lnTo>
                  <a:lnTo>
                    <a:pt x="49667" y="410"/>
                  </a:lnTo>
                  <a:close/>
                  <a:moveTo>
                    <a:pt x="49788" y="1"/>
                  </a:moveTo>
                  <a:lnTo>
                    <a:pt x="41287" y="123"/>
                  </a:lnTo>
                  <a:lnTo>
                    <a:pt x="32826" y="326"/>
                  </a:lnTo>
                  <a:lnTo>
                    <a:pt x="28596" y="489"/>
                  </a:lnTo>
                  <a:lnTo>
                    <a:pt x="24366" y="652"/>
                  </a:lnTo>
                  <a:lnTo>
                    <a:pt x="20095" y="814"/>
                  </a:lnTo>
                  <a:lnTo>
                    <a:pt x="15864" y="1058"/>
                  </a:lnTo>
                  <a:lnTo>
                    <a:pt x="11634" y="1302"/>
                  </a:lnTo>
                  <a:lnTo>
                    <a:pt x="9560" y="1424"/>
                  </a:lnTo>
                  <a:lnTo>
                    <a:pt x="9031" y="1465"/>
                  </a:lnTo>
                  <a:lnTo>
                    <a:pt x="8746" y="1465"/>
                  </a:lnTo>
                  <a:lnTo>
                    <a:pt x="8461" y="1506"/>
                  </a:lnTo>
                  <a:lnTo>
                    <a:pt x="8339" y="1587"/>
                  </a:lnTo>
                  <a:lnTo>
                    <a:pt x="8217" y="1750"/>
                  </a:lnTo>
                  <a:lnTo>
                    <a:pt x="8014" y="2075"/>
                  </a:lnTo>
                  <a:lnTo>
                    <a:pt x="7810" y="2482"/>
                  </a:lnTo>
                  <a:lnTo>
                    <a:pt x="7648" y="2889"/>
                  </a:lnTo>
                  <a:lnTo>
                    <a:pt x="7322" y="3743"/>
                  </a:lnTo>
                  <a:lnTo>
                    <a:pt x="7119" y="4597"/>
                  </a:lnTo>
                  <a:lnTo>
                    <a:pt x="6997" y="5492"/>
                  </a:lnTo>
                  <a:lnTo>
                    <a:pt x="6794" y="7607"/>
                  </a:lnTo>
                  <a:lnTo>
                    <a:pt x="6672" y="9722"/>
                  </a:lnTo>
                  <a:lnTo>
                    <a:pt x="6468" y="13709"/>
                  </a:lnTo>
                  <a:lnTo>
                    <a:pt x="6346" y="15702"/>
                  </a:lnTo>
                  <a:lnTo>
                    <a:pt x="6183" y="17654"/>
                  </a:lnTo>
                  <a:lnTo>
                    <a:pt x="5980" y="19281"/>
                  </a:lnTo>
                  <a:lnTo>
                    <a:pt x="5817" y="20054"/>
                  </a:lnTo>
                  <a:lnTo>
                    <a:pt x="5655" y="20868"/>
                  </a:lnTo>
                  <a:lnTo>
                    <a:pt x="5492" y="21640"/>
                  </a:lnTo>
                  <a:lnTo>
                    <a:pt x="5248" y="22413"/>
                  </a:lnTo>
                  <a:lnTo>
                    <a:pt x="5004" y="23186"/>
                  </a:lnTo>
                  <a:lnTo>
                    <a:pt x="4719" y="23918"/>
                  </a:lnTo>
                  <a:lnTo>
                    <a:pt x="4394" y="24651"/>
                  </a:lnTo>
                  <a:lnTo>
                    <a:pt x="4068" y="25342"/>
                  </a:lnTo>
                  <a:lnTo>
                    <a:pt x="3662" y="25993"/>
                  </a:lnTo>
                  <a:lnTo>
                    <a:pt x="3214" y="26644"/>
                  </a:lnTo>
                  <a:lnTo>
                    <a:pt x="2726" y="27254"/>
                  </a:lnTo>
                  <a:lnTo>
                    <a:pt x="2197" y="27864"/>
                  </a:lnTo>
                  <a:lnTo>
                    <a:pt x="1587" y="28393"/>
                  </a:lnTo>
                  <a:lnTo>
                    <a:pt x="977" y="28881"/>
                  </a:lnTo>
                  <a:lnTo>
                    <a:pt x="774" y="29125"/>
                  </a:lnTo>
                  <a:lnTo>
                    <a:pt x="529" y="29369"/>
                  </a:lnTo>
                  <a:lnTo>
                    <a:pt x="285" y="29654"/>
                  </a:lnTo>
                  <a:lnTo>
                    <a:pt x="123" y="29938"/>
                  </a:lnTo>
                  <a:lnTo>
                    <a:pt x="1" y="30264"/>
                  </a:lnTo>
                  <a:lnTo>
                    <a:pt x="1" y="30427"/>
                  </a:lnTo>
                  <a:lnTo>
                    <a:pt x="1" y="30589"/>
                  </a:lnTo>
                  <a:lnTo>
                    <a:pt x="1" y="30752"/>
                  </a:lnTo>
                  <a:lnTo>
                    <a:pt x="82" y="30915"/>
                  </a:lnTo>
                  <a:lnTo>
                    <a:pt x="163" y="31037"/>
                  </a:lnTo>
                  <a:lnTo>
                    <a:pt x="285" y="31199"/>
                  </a:lnTo>
                  <a:lnTo>
                    <a:pt x="448" y="31321"/>
                  </a:lnTo>
                  <a:lnTo>
                    <a:pt x="611" y="31403"/>
                  </a:lnTo>
                  <a:lnTo>
                    <a:pt x="814" y="31484"/>
                  </a:lnTo>
                  <a:lnTo>
                    <a:pt x="977" y="31484"/>
                  </a:lnTo>
                  <a:lnTo>
                    <a:pt x="1384" y="31525"/>
                  </a:lnTo>
                  <a:lnTo>
                    <a:pt x="1790" y="31525"/>
                  </a:lnTo>
                  <a:lnTo>
                    <a:pt x="2807" y="31484"/>
                  </a:lnTo>
                  <a:lnTo>
                    <a:pt x="3824" y="31403"/>
                  </a:lnTo>
                  <a:lnTo>
                    <a:pt x="4800" y="31321"/>
                  </a:lnTo>
                  <a:lnTo>
                    <a:pt x="5565" y="31199"/>
                  </a:lnTo>
                  <a:lnTo>
                    <a:pt x="5565" y="31199"/>
                  </a:lnTo>
                  <a:lnTo>
                    <a:pt x="5573" y="31240"/>
                  </a:lnTo>
                  <a:lnTo>
                    <a:pt x="5573" y="31850"/>
                  </a:lnTo>
                  <a:lnTo>
                    <a:pt x="5533" y="33640"/>
                  </a:lnTo>
                  <a:lnTo>
                    <a:pt x="5492" y="35186"/>
                  </a:lnTo>
                  <a:lnTo>
                    <a:pt x="5451" y="36731"/>
                  </a:lnTo>
                  <a:lnTo>
                    <a:pt x="5492" y="37504"/>
                  </a:lnTo>
                  <a:lnTo>
                    <a:pt x="5614" y="38236"/>
                  </a:lnTo>
                  <a:lnTo>
                    <a:pt x="5817" y="38928"/>
                  </a:lnTo>
                  <a:lnTo>
                    <a:pt x="6061" y="39619"/>
                  </a:lnTo>
                  <a:lnTo>
                    <a:pt x="6387" y="40270"/>
                  </a:lnTo>
                  <a:lnTo>
                    <a:pt x="6794" y="40921"/>
                  </a:lnTo>
                  <a:lnTo>
                    <a:pt x="7241" y="41490"/>
                  </a:lnTo>
                  <a:lnTo>
                    <a:pt x="7729" y="42060"/>
                  </a:lnTo>
                  <a:lnTo>
                    <a:pt x="8299" y="42548"/>
                  </a:lnTo>
                  <a:lnTo>
                    <a:pt x="8868" y="42995"/>
                  </a:lnTo>
                  <a:lnTo>
                    <a:pt x="9519" y="43362"/>
                  </a:lnTo>
                  <a:lnTo>
                    <a:pt x="10170" y="43728"/>
                  </a:lnTo>
                  <a:lnTo>
                    <a:pt x="10821" y="44012"/>
                  </a:lnTo>
                  <a:lnTo>
                    <a:pt x="11512" y="44256"/>
                  </a:lnTo>
                  <a:lnTo>
                    <a:pt x="12204" y="44500"/>
                  </a:lnTo>
                  <a:lnTo>
                    <a:pt x="12936" y="44663"/>
                  </a:lnTo>
                  <a:lnTo>
                    <a:pt x="13912" y="44826"/>
                  </a:lnTo>
                  <a:lnTo>
                    <a:pt x="14888" y="44948"/>
                  </a:lnTo>
                  <a:lnTo>
                    <a:pt x="15864" y="44989"/>
                  </a:lnTo>
                  <a:lnTo>
                    <a:pt x="16841" y="45029"/>
                  </a:lnTo>
                  <a:lnTo>
                    <a:pt x="17817" y="44989"/>
                  </a:lnTo>
                  <a:lnTo>
                    <a:pt x="18834" y="44948"/>
                  </a:lnTo>
                  <a:lnTo>
                    <a:pt x="20404" y="44850"/>
                  </a:lnTo>
                  <a:lnTo>
                    <a:pt x="20404" y="44850"/>
                  </a:lnTo>
                  <a:lnTo>
                    <a:pt x="20339" y="45111"/>
                  </a:lnTo>
                  <a:lnTo>
                    <a:pt x="20298" y="45395"/>
                  </a:lnTo>
                  <a:lnTo>
                    <a:pt x="20257" y="45924"/>
                  </a:lnTo>
                  <a:lnTo>
                    <a:pt x="20217" y="46453"/>
                  </a:lnTo>
                  <a:lnTo>
                    <a:pt x="20217" y="47551"/>
                  </a:lnTo>
                  <a:lnTo>
                    <a:pt x="20217" y="50154"/>
                  </a:lnTo>
                  <a:lnTo>
                    <a:pt x="20298" y="52758"/>
                  </a:lnTo>
                  <a:lnTo>
                    <a:pt x="20379" y="54263"/>
                  </a:lnTo>
                  <a:lnTo>
                    <a:pt x="20420" y="54344"/>
                  </a:lnTo>
                  <a:lnTo>
                    <a:pt x="20461" y="54385"/>
                  </a:lnTo>
                  <a:lnTo>
                    <a:pt x="20501" y="54425"/>
                  </a:lnTo>
                  <a:lnTo>
                    <a:pt x="20583" y="54466"/>
                  </a:lnTo>
                  <a:lnTo>
                    <a:pt x="31362" y="54019"/>
                  </a:lnTo>
                  <a:lnTo>
                    <a:pt x="42182" y="53571"/>
                  </a:lnTo>
                  <a:lnTo>
                    <a:pt x="48283" y="53327"/>
                  </a:lnTo>
                  <a:lnTo>
                    <a:pt x="48365" y="53327"/>
                  </a:lnTo>
                  <a:lnTo>
                    <a:pt x="48405" y="53286"/>
                  </a:lnTo>
                  <a:lnTo>
                    <a:pt x="48446" y="53205"/>
                  </a:lnTo>
                  <a:lnTo>
                    <a:pt x="48487" y="53124"/>
                  </a:lnTo>
                  <a:lnTo>
                    <a:pt x="48405" y="50317"/>
                  </a:lnTo>
                  <a:lnTo>
                    <a:pt x="48405" y="47510"/>
                  </a:lnTo>
                  <a:lnTo>
                    <a:pt x="48487" y="44704"/>
                  </a:lnTo>
                  <a:lnTo>
                    <a:pt x="48649" y="41897"/>
                  </a:lnTo>
                  <a:lnTo>
                    <a:pt x="48853" y="39294"/>
                  </a:lnTo>
                  <a:lnTo>
                    <a:pt x="49097" y="36691"/>
                  </a:lnTo>
                  <a:lnTo>
                    <a:pt x="49382" y="34087"/>
                  </a:lnTo>
                  <a:lnTo>
                    <a:pt x="49544" y="32826"/>
                  </a:lnTo>
                  <a:lnTo>
                    <a:pt x="49748" y="31525"/>
                  </a:lnTo>
                  <a:lnTo>
                    <a:pt x="49992" y="30304"/>
                  </a:lnTo>
                  <a:lnTo>
                    <a:pt x="50236" y="29044"/>
                  </a:lnTo>
                  <a:lnTo>
                    <a:pt x="50561" y="27823"/>
                  </a:lnTo>
                  <a:lnTo>
                    <a:pt x="50927" y="26644"/>
                  </a:lnTo>
                  <a:lnTo>
                    <a:pt x="51700" y="24203"/>
                  </a:lnTo>
                  <a:lnTo>
                    <a:pt x="52025" y="22983"/>
                  </a:lnTo>
                  <a:lnTo>
                    <a:pt x="52351" y="21763"/>
                  </a:lnTo>
                  <a:lnTo>
                    <a:pt x="52595" y="20502"/>
                  </a:lnTo>
                  <a:lnTo>
                    <a:pt x="52839" y="19200"/>
                  </a:lnTo>
                  <a:lnTo>
                    <a:pt x="53002" y="17939"/>
                  </a:lnTo>
                  <a:lnTo>
                    <a:pt x="53083" y="16637"/>
                  </a:lnTo>
                  <a:lnTo>
                    <a:pt x="53124" y="15336"/>
                  </a:lnTo>
                  <a:lnTo>
                    <a:pt x="53124" y="14034"/>
                  </a:lnTo>
                  <a:lnTo>
                    <a:pt x="53083" y="12773"/>
                  </a:lnTo>
                  <a:lnTo>
                    <a:pt x="53002" y="11471"/>
                  </a:lnTo>
                  <a:lnTo>
                    <a:pt x="52839" y="10129"/>
                  </a:lnTo>
                  <a:lnTo>
                    <a:pt x="52676" y="8828"/>
                  </a:lnTo>
                  <a:lnTo>
                    <a:pt x="52432" y="7526"/>
                  </a:lnTo>
                  <a:lnTo>
                    <a:pt x="52147" y="6224"/>
                  </a:lnTo>
                  <a:lnTo>
                    <a:pt x="51822" y="4963"/>
                  </a:lnTo>
                  <a:lnTo>
                    <a:pt x="51456" y="3702"/>
                  </a:lnTo>
                  <a:lnTo>
                    <a:pt x="51049" y="2441"/>
                  </a:lnTo>
                  <a:lnTo>
                    <a:pt x="50520" y="1262"/>
                  </a:lnTo>
                  <a:lnTo>
                    <a:pt x="50276" y="652"/>
                  </a:lnTo>
                  <a:lnTo>
                    <a:pt x="49992" y="189"/>
                  </a:lnTo>
                  <a:lnTo>
                    <a:pt x="49992" y="123"/>
                  </a:lnTo>
                  <a:lnTo>
                    <a:pt x="49951" y="82"/>
                  </a:lnTo>
                  <a:lnTo>
                    <a:pt x="49924" y="69"/>
                  </a:lnTo>
                  <a:lnTo>
                    <a:pt x="49910" y="41"/>
                  </a:lnTo>
                  <a:lnTo>
                    <a:pt x="498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5"/>
            <p:cNvSpPr/>
            <p:nvPr/>
          </p:nvSpPr>
          <p:spPr>
            <a:xfrm>
              <a:off x="4891745" y="1063265"/>
              <a:ext cx="454189" cy="517472"/>
            </a:xfrm>
            <a:custGeom>
              <a:avLst/>
              <a:gdLst/>
              <a:ahLst/>
              <a:cxnLst/>
              <a:rect l="l" t="t" r="r" b="b"/>
              <a:pathLst>
                <a:path w="9926" h="11309" extrusionOk="0">
                  <a:moveTo>
                    <a:pt x="5410" y="1"/>
                  </a:moveTo>
                  <a:lnTo>
                    <a:pt x="4841" y="41"/>
                  </a:lnTo>
                  <a:lnTo>
                    <a:pt x="4271" y="123"/>
                  </a:lnTo>
                  <a:lnTo>
                    <a:pt x="3783" y="285"/>
                  </a:lnTo>
                  <a:lnTo>
                    <a:pt x="3539" y="407"/>
                  </a:lnTo>
                  <a:lnTo>
                    <a:pt x="3336" y="529"/>
                  </a:lnTo>
                  <a:lnTo>
                    <a:pt x="3214" y="651"/>
                  </a:lnTo>
                  <a:lnTo>
                    <a:pt x="3092" y="773"/>
                  </a:lnTo>
                  <a:lnTo>
                    <a:pt x="2848" y="1099"/>
                  </a:lnTo>
                  <a:lnTo>
                    <a:pt x="2522" y="1790"/>
                  </a:lnTo>
                  <a:lnTo>
                    <a:pt x="2115" y="2604"/>
                  </a:lnTo>
                  <a:lnTo>
                    <a:pt x="1790" y="3417"/>
                  </a:lnTo>
                  <a:lnTo>
                    <a:pt x="1668" y="3295"/>
                  </a:lnTo>
                  <a:lnTo>
                    <a:pt x="1505" y="3173"/>
                  </a:lnTo>
                  <a:lnTo>
                    <a:pt x="1342" y="3092"/>
                  </a:lnTo>
                  <a:lnTo>
                    <a:pt x="1180" y="3051"/>
                  </a:lnTo>
                  <a:lnTo>
                    <a:pt x="1017" y="3011"/>
                  </a:lnTo>
                  <a:lnTo>
                    <a:pt x="854" y="3051"/>
                  </a:lnTo>
                  <a:lnTo>
                    <a:pt x="651" y="3051"/>
                  </a:lnTo>
                  <a:lnTo>
                    <a:pt x="488" y="3133"/>
                  </a:lnTo>
                  <a:lnTo>
                    <a:pt x="366" y="3255"/>
                  </a:lnTo>
                  <a:lnTo>
                    <a:pt x="244" y="3377"/>
                  </a:lnTo>
                  <a:lnTo>
                    <a:pt x="122" y="3499"/>
                  </a:lnTo>
                  <a:lnTo>
                    <a:pt x="41" y="3661"/>
                  </a:lnTo>
                  <a:lnTo>
                    <a:pt x="0" y="3824"/>
                  </a:lnTo>
                  <a:lnTo>
                    <a:pt x="0" y="4027"/>
                  </a:lnTo>
                  <a:lnTo>
                    <a:pt x="0" y="4190"/>
                  </a:lnTo>
                  <a:lnTo>
                    <a:pt x="41" y="4353"/>
                  </a:lnTo>
                  <a:lnTo>
                    <a:pt x="122" y="4516"/>
                  </a:lnTo>
                  <a:lnTo>
                    <a:pt x="244" y="4678"/>
                  </a:lnTo>
                  <a:lnTo>
                    <a:pt x="366" y="4800"/>
                  </a:lnTo>
                  <a:lnTo>
                    <a:pt x="529" y="4882"/>
                  </a:lnTo>
                  <a:lnTo>
                    <a:pt x="692" y="4963"/>
                  </a:lnTo>
                  <a:lnTo>
                    <a:pt x="854" y="5004"/>
                  </a:lnTo>
                  <a:lnTo>
                    <a:pt x="1017" y="5004"/>
                  </a:lnTo>
                  <a:lnTo>
                    <a:pt x="1180" y="4963"/>
                  </a:lnTo>
                  <a:lnTo>
                    <a:pt x="1139" y="5004"/>
                  </a:lnTo>
                  <a:lnTo>
                    <a:pt x="1098" y="5126"/>
                  </a:lnTo>
                  <a:lnTo>
                    <a:pt x="976" y="5410"/>
                  </a:lnTo>
                  <a:lnTo>
                    <a:pt x="773" y="5899"/>
                  </a:lnTo>
                  <a:lnTo>
                    <a:pt x="610" y="6305"/>
                  </a:lnTo>
                  <a:lnTo>
                    <a:pt x="448" y="6753"/>
                  </a:lnTo>
                  <a:lnTo>
                    <a:pt x="285" y="7282"/>
                  </a:lnTo>
                  <a:lnTo>
                    <a:pt x="163" y="7770"/>
                  </a:lnTo>
                  <a:lnTo>
                    <a:pt x="41" y="8298"/>
                  </a:lnTo>
                  <a:lnTo>
                    <a:pt x="41" y="8827"/>
                  </a:lnTo>
                  <a:lnTo>
                    <a:pt x="41" y="9153"/>
                  </a:lnTo>
                  <a:lnTo>
                    <a:pt x="122" y="9437"/>
                  </a:lnTo>
                  <a:lnTo>
                    <a:pt x="204" y="9722"/>
                  </a:lnTo>
                  <a:lnTo>
                    <a:pt x="285" y="10007"/>
                  </a:lnTo>
                  <a:lnTo>
                    <a:pt x="448" y="10251"/>
                  </a:lnTo>
                  <a:lnTo>
                    <a:pt x="570" y="10495"/>
                  </a:lnTo>
                  <a:lnTo>
                    <a:pt x="773" y="10698"/>
                  </a:lnTo>
                  <a:lnTo>
                    <a:pt x="976" y="10902"/>
                  </a:lnTo>
                  <a:lnTo>
                    <a:pt x="1261" y="11064"/>
                  </a:lnTo>
                  <a:lnTo>
                    <a:pt x="1505" y="11186"/>
                  </a:lnTo>
                  <a:lnTo>
                    <a:pt x="1790" y="11268"/>
                  </a:lnTo>
                  <a:lnTo>
                    <a:pt x="2075" y="11308"/>
                  </a:lnTo>
                  <a:lnTo>
                    <a:pt x="2359" y="11308"/>
                  </a:lnTo>
                  <a:lnTo>
                    <a:pt x="2644" y="11268"/>
                  </a:lnTo>
                  <a:lnTo>
                    <a:pt x="2929" y="11186"/>
                  </a:lnTo>
                  <a:lnTo>
                    <a:pt x="3173" y="11024"/>
                  </a:lnTo>
                  <a:lnTo>
                    <a:pt x="3458" y="10780"/>
                  </a:lnTo>
                  <a:lnTo>
                    <a:pt x="3661" y="10495"/>
                  </a:lnTo>
                  <a:lnTo>
                    <a:pt x="3824" y="10210"/>
                  </a:lnTo>
                  <a:lnTo>
                    <a:pt x="3986" y="9844"/>
                  </a:lnTo>
                  <a:lnTo>
                    <a:pt x="4190" y="9153"/>
                  </a:lnTo>
                  <a:lnTo>
                    <a:pt x="4312" y="8827"/>
                  </a:lnTo>
                  <a:lnTo>
                    <a:pt x="4475" y="8502"/>
                  </a:lnTo>
                  <a:lnTo>
                    <a:pt x="4515" y="8583"/>
                  </a:lnTo>
                  <a:lnTo>
                    <a:pt x="4678" y="8665"/>
                  </a:lnTo>
                  <a:lnTo>
                    <a:pt x="5207" y="8949"/>
                  </a:lnTo>
                  <a:lnTo>
                    <a:pt x="6061" y="9315"/>
                  </a:lnTo>
                  <a:lnTo>
                    <a:pt x="6508" y="9397"/>
                  </a:lnTo>
                  <a:lnTo>
                    <a:pt x="6956" y="9397"/>
                  </a:lnTo>
                  <a:lnTo>
                    <a:pt x="7200" y="9356"/>
                  </a:lnTo>
                  <a:lnTo>
                    <a:pt x="7403" y="9275"/>
                  </a:lnTo>
                  <a:lnTo>
                    <a:pt x="7607" y="9193"/>
                  </a:lnTo>
                  <a:lnTo>
                    <a:pt x="7810" y="9071"/>
                  </a:lnTo>
                  <a:lnTo>
                    <a:pt x="7973" y="8949"/>
                  </a:lnTo>
                  <a:lnTo>
                    <a:pt x="8135" y="8787"/>
                  </a:lnTo>
                  <a:lnTo>
                    <a:pt x="8420" y="8380"/>
                  </a:lnTo>
                  <a:lnTo>
                    <a:pt x="8624" y="7932"/>
                  </a:lnTo>
                  <a:lnTo>
                    <a:pt x="8786" y="7485"/>
                  </a:lnTo>
                  <a:lnTo>
                    <a:pt x="9274" y="5939"/>
                  </a:lnTo>
                  <a:lnTo>
                    <a:pt x="9681" y="4353"/>
                  </a:lnTo>
                  <a:lnTo>
                    <a:pt x="9844" y="3621"/>
                  </a:lnTo>
                  <a:lnTo>
                    <a:pt x="9884" y="3255"/>
                  </a:lnTo>
                  <a:lnTo>
                    <a:pt x="9925" y="2848"/>
                  </a:lnTo>
                  <a:lnTo>
                    <a:pt x="9884" y="2482"/>
                  </a:lnTo>
                  <a:lnTo>
                    <a:pt x="9844" y="2156"/>
                  </a:lnTo>
                  <a:lnTo>
                    <a:pt x="9762" y="1790"/>
                  </a:lnTo>
                  <a:lnTo>
                    <a:pt x="9600" y="1465"/>
                  </a:lnTo>
                  <a:lnTo>
                    <a:pt x="9437" y="1221"/>
                  </a:lnTo>
                  <a:lnTo>
                    <a:pt x="9234" y="977"/>
                  </a:lnTo>
                  <a:lnTo>
                    <a:pt x="9030" y="773"/>
                  </a:lnTo>
                  <a:lnTo>
                    <a:pt x="8746" y="611"/>
                  </a:lnTo>
                  <a:lnTo>
                    <a:pt x="8501" y="448"/>
                  </a:lnTo>
                  <a:lnTo>
                    <a:pt x="8217" y="326"/>
                  </a:lnTo>
                  <a:lnTo>
                    <a:pt x="7932" y="245"/>
                  </a:lnTo>
                  <a:lnTo>
                    <a:pt x="7607" y="163"/>
                  </a:lnTo>
                  <a:lnTo>
                    <a:pt x="7119" y="82"/>
                  </a:lnTo>
                  <a:lnTo>
                    <a:pt x="6590" y="41"/>
                  </a:lnTo>
                  <a:lnTo>
                    <a:pt x="60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5"/>
            <p:cNvSpPr/>
            <p:nvPr/>
          </p:nvSpPr>
          <p:spPr>
            <a:xfrm>
              <a:off x="4882410" y="1052100"/>
              <a:ext cx="472812" cy="537925"/>
            </a:xfrm>
            <a:custGeom>
              <a:avLst/>
              <a:gdLst/>
              <a:ahLst/>
              <a:cxnLst/>
              <a:rect l="l" t="t" r="r" b="b"/>
              <a:pathLst>
                <a:path w="10333" h="11756" extrusionOk="0">
                  <a:moveTo>
                    <a:pt x="6021" y="407"/>
                  </a:moveTo>
                  <a:lnTo>
                    <a:pt x="6916" y="489"/>
                  </a:lnTo>
                  <a:lnTo>
                    <a:pt x="7770" y="611"/>
                  </a:lnTo>
                  <a:lnTo>
                    <a:pt x="8136" y="692"/>
                  </a:lnTo>
                  <a:lnTo>
                    <a:pt x="8461" y="814"/>
                  </a:lnTo>
                  <a:lnTo>
                    <a:pt x="8787" y="977"/>
                  </a:lnTo>
                  <a:lnTo>
                    <a:pt x="9072" y="1180"/>
                  </a:lnTo>
                  <a:lnTo>
                    <a:pt x="9316" y="1383"/>
                  </a:lnTo>
                  <a:lnTo>
                    <a:pt x="9560" y="1668"/>
                  </a:lnTo>
                  <a:lnTo>
                    <a:pt x="9722" y="1953"/>
                  </a:lnTo>
                  <a:lnTo>
                    <a:pt x="9844" y="2319"/>
                  </a:lnTo>
                  <a:lnTo>
                    <a:pt x="9926" y="2685"/>
                  </a:lnTo>
                  <a:lnTo>
                    <a:pt x="9926" y="3092"/>
                  </a:lnTo>
                  <a:lnTo>
                    <a:pt x="9885" y="3499"/>
                  </a:lnTo>
                  <a:lnTo>
                    <a:pt x="9844" y="3905"/>
                  </a:lnTo>
                  <a:lnTo>
                    <a:pt x="9682" y="4678"/>
                  </a:lnTo>
                  <a:lnTo>
                    <a:pt x="9478" y="5410"/>
                  </a:lnTo>
                  <a:lnTo>
                    <a:pt x="8950" y="7119"/>
                  </a:lnTo>
                  <a:lnTo>
                    <a:pt x="8705" y="7851"/>
                  </a:lnTo>
                  <a:lnTo>
                    <a:pt x="8583" y="8217"/>
                  </a:lnTo>
                  <a:lnTo>
                    <a:pt x="8421" y="8542"/>
                  </a:lnTo>
                  <a:lnTo>
                    <a:pt x="8217" y="8868"/>
                  </a:lnTo>
                  <a:lnTo>
                    <a:pt x="7973" y="9112"/>
                  </a:lnTo>
                  <a:lnTo>
                    <a:pt x="7648" y="9275"/>
                  </a:lnTo>
                  <a:lnTo>
                    <a:pt x="7323" y="9397"/>
                  </a:lnTo>
                  <a:lnTo>
                    <a:pt x="7038" y="9437"/>
                  </a:lnTo>
                  <a:lnTo>
                    <a:pt x="6753" y="9437"/>
                  </a:lnTo>
                  <a:lnTo>
                    <a:pt x="6509" y="9397"/>
                  </a:lnTo>
                  <a:lnTo>
                    <a:pt x="6224" y="9315"/>
                  </a:lnTo>
                  <a:lnTo>
                    <a:pt x="5451" y="8990"/>
                  </a:lnTo>
                  <a:lnTo>
                    <a:pt x="5004" y="8746"/>
                  </a:lnTo>
                  <a:lnTo>
                    <a:pt x="4882" y="8664"/>
                  </a:lnTo>
                  <a:lnTo>
                    <a:pt x="4841" y="8624"/>
                  </a:lnTo>
                  <a:lnTo>
                    <a:pt x="4841" y="8624"/>
                  </a:lnTo>
                  <a:lnTo>
                    <a:pt x="4841" y="8624"/>
                  </a:lnTo>
                  <a:lnTo>
                    <a:pt x="4719" y="8583"/>
                  </a:lnTo>
                  <a:lnTo>
                    <a:pt x="4557" y="8583"/>
                  </a:lnTo>
                  <a:lnTo>
                    <a:pt x="4516" y="8664"/>
                  </a:lnTo>
                  <a:lnTo>
                    <a:pt x="4478" y="8747"/>
                  </a:lnTo>
                  <a:lnTo>
                    <a:pt x="4475" y="8746"/>
                  </a:lnTo>
                  <a:lnTo>
                    <a:pt x="4475" y="8754"/>
                  </a:lnTo>
                  <a:lnTo>
                    <a:pt x="4312" y="9112"/>
                  </a:lnTo>
                  <a:lnTo>
                    <a:pt x="4150" y="9600"/>
                  </a:lnTo>
                  <a:lnTo>
                    <a:pt x="3987" y="10047"/>
                  </a:lnTo>
                  <a:lnTo>
                    <a:pt x="3784" y="10495"/>
                  </a:lnTo>
                  <a:lnTo>
                    <a:pt x="3621" y="10739"/>
                  </a:lnTo>
                  <a:lnTo>
                    <a:pt x="3458" y="10942"/>
                  </a:lnTo>
                  <a:lnTo>
                    <a:pt x="3255" y="11105"/>
                  </a:lnTo>
                  <a:lnTo>
                    <a:pt x="3011" y="11227"/>
                  </a:lnTo>
                  <a:lnTo>
                    <a:pt x="2767" y="11308"/>
                  </a:lnTo>
                  <a:lnTo>
                    <a:pt x="2523" y="11349"/>
                  </a:lnTo>
                  <a:lnTo>
                    <a:pt x="2238" y="11349"/>
                  </a:lnTo>
                  <a:lnTo>
                    <a:pt x="1994" y="11308"/>
                  </a:lnTo>
                  <a:lnTo>
                    <a:pt x="1709" y="11227"/>
                  </a:lnTo>
                  <a:lnTo>
                    <a:pt x="1465" y="11064"/>
                  </a:lnTo>
                  <a:lnTo>
                    <a:pt x="1221" y="10902"/>
                  </a:lnTo>
                  <a:lnTo>
                    <a:pt x="1058" y="10698"/>
                  </a:lnTo>
                  <a:lnTo>
                    <a:pt x="855" y="10495"/>
                  </a:lnTo>
                  <a:lnTo>
                    <a:pt x="733" y="10251"/>
                  </a:lnTo>
                  <a:lnTo>
                    <a:pt x="611" y="9966"/>
                  </a:lnTo>
                  <a:lnTo>
                    <a:pt x="530" y="9722"/>
                  </a:lnTo>
                  <a:lnTo>
                    <a:pt x="448" y="9397"/>
                  </a:lnTo>
                  <a:lnTo>
                    <a:pt x="448" y="9071"/>
                  </a:lnTo>
                  <a:lnTo>
                    <a:pt x="448" y="8746"/>
                  </a:lnTo>
                  <a:lnTo>
                    <a:pt x="489" y="8461"/>
                  </a:lnTo>
                  <a:lnTo>
                    <a:pt x="611" y="7851"/>
                  </a:lnTo>
                  <a:lnTo>
                    <a:pt x="814" y="7200"/>
                  </a:lnTo>
                  <a:lnTo>
                    <a:pt x="1018" y="6631"/>
                  </a:lnTo>
                  <a:lnTo>
                    <a:pt x="1221" y="6061"/>
                  </a:lnTo>
                  <a:lnTo>
                    <a:pt x="1343" y="5695"/>
                  </a:lnTo>
                  <a:lnTo>
                    <a:pt x="1424" y="5492"/>
                  </a:lnTo>
                  <a:lnTo>
                    <a:pt x="1506" y="5410"/>
                  </a:lnTo>
                  <a:lnTo>
                    <a:pt x="1587" y="5329"/>
                  </a:lnTo>
                  <a:lnTo>
                    <a:pt x="1587" y="5288"/>
                  </a:lnTo>
                  <a:lnTo>
                    <a:pt x="1587" y="5207"/>
                  </a:lnTo>
                  <a:lnTo>
                    <a:pt x="1587" y="5166"/>
                  </a:lnTo>
                  <a:lnTo>
                    <a:pt x="1506" y="5044"/>
                  </a:lnTo>
                  <a:lnTo>
                    <a:pt x="1140" y="5044"/>
                  </a:lnTo>
                  <a:lnTo>
                    <a:pt x="936" y="5004"/>
                  </a:lnTo>
                  <a:lnTo>
                    <a:pt x="733" y="4882"/>
                  </a:lnTo>
                  <a:lnTo>
                    <a:pt x="570" y="4760"/>
                  </a:lnTo>
                  <a:lnTo>
                    <a:pt x="489" y="4597"/>
                  </a:lnTo>
                  <a:lnTo>
                    <a:pt x="408" y="4394"/>
                  </a:lnTo>
                  <a:lnTo>
                    <a:pt x="408" y="4190"/>
                  </a:lnTo>
                  <a:lnTo>
                    <a:pt x="448" y="3946"/>
                  </a:lnTo>
                  <a:lnTo>
                    <a:pt x="570" y="3743"/>
                  </a:lnTo>
                  <a:lnTo>
                    <a:pt x="733" y="3621"/>
                  </a:lnTo>
                  <a:lnTo>
                    <a:pt x="896" y="3539"/>
                  </a:lnTo>
                  <a:lnTo>
                    <a:pt x="1099" y="3499"/>
                  </a:lnTo>
                  <a:lnTo>
                    <a:pt x="1302" y="3499"/>
                  </a:lnTo>
                  <a:lnTo>
                    <a:pt x="1506" y="3539"/>
                  </a:lnTo>
                  <a:lnTo>
                    <a:pt x="1669" y="3661"/>
                  </a:lnTo>
                  <a:lnTo>
                    <a:pt x="1831" y="3824"/>
                  </a:lnTo>
                  <a:lnTo>
                    <a:pt x="1913" y="3865"/>
                  </a:lnTo>
                  <a:lnTo>
                    <a:pt x="2035" y="3865"/>
                  </a:lnTo>
                  <a:lnTo>
                    <a:pt x="2116" y="3824"/>
                  </a:lnTo>
                  <a:lnTo>
                    <a:pt x="2157" y="3743"/>
                  </a:lnTo>
                  <a:lnTo>
                    <a:pt x="2360" y="3214"/>
                  </a:lnTo>
                  <a:lnTo>
                    <a:pt x="2604" y="2726"/>
                  </a:lnTo>
                  <a:lnTo>
                    <a:pt x="3092" y="1750"/>
                  </a:lnTo>
                  <a:lnTo>
                    <a:pt x="3296" y="1343"/>
                  </a:lnTo>
                  <a:lnTo>
                    <a:pt x="3418" y="1180"/>
                  </a:lnTo>
                  <a:lnTo>
                    <a:pt x="3580" y="1017"/>
                  </a:lnTo>
                  <a:lnTo>
                    <a:pt x="3743" y="895"/>
                  </a:lnTo>
                  <a:lnTo>
                    <a:pt x="3906" y="773"/>
                  </a:lnTo>
                  <a:lnTo>
                    <a:pt x="4312" y="651"/>
                  </a:lnTo>
                  <a:lnTo>
                    <a:pt x="4719" y="529"/>
                  </a:lnTo>
                  <a:lnTo>
                    <a:pt x="5167" y="448"/>
                  </a:lnTo>
                  <a:lnTo>
                    <a:pt x="5614" y="407"/>
                  </a:lnTo>
                  <a:close/>
                  <a:moveTo>
                    <a:pt x="5980" y="0"/>
                  </a:moveTo>
                  <a:lnTo>
                    <a:pt x="5492" y="41"/>
                  </a:lnTo>
                  <a:lnTo>
                    <a:pt x="5004" y="82"/>
                  </a:lnTo>
                  <a:lnTo>
                    <a:pt x="4516" y="163"/>
                  </a:lnTo>
                  <a:lnTo>
                    <a:pt x="4068" y="285"/>
                  </a:lnTo>
                  <a:lnTo>
                    <a:pt x="3702" y="448"/>
                  </a:lnTo>
                  <a:lnTo>
                    <a:pt x="3499" y="570"/>
                  </a:lnTo>
                  <a:lnTo>
                    <a:pt x="3336" y="692"/>
                  </a:lnTo>
                  <a:lnTo>
                    <a:pt x="3174" y="855"/>
                  </a:lnTo>
                  <a:lnTo>
                    <a:pt x="3052" y="1017"/>
                  </a:lnTo>
                  <a:lnTo>
                    <a:pt x="2807" y="1465"/>
                  </a:lnTo>
                  <a:lnTo>
                    <a:pt x="2238" y="2522"/>
                  </a:lnTo>
                  <a:lnTo>
                    <a:pt x="1994" y="3051"/>
                  </a:lnTo>
                  <a:lnTo>
                    <a:pt x="1898" y="3321"/>
                  </a:lnTo>
                  <a:lnTo>
                    <a:pt x="1872" y="3295"/>
                  </a:lnTo>
                  <a:lnTo>
                    <a:pt x="1587" y="3133"/>
                  </a:lnTo>
                  <a:lnTo>
                    <a:pt x="1302" y="3092"/>
                  </a:lnTo>
                  <a:lnTo>
                    <a:pt x="977" y="3092"/>
                  </a:lnTo>
                  <a:lnTo>
                    <a:pt x="692" y="3173"/>
                  </a:lnTo>
                  <a:lnTo>
                    <a:pt x="448" y="3336"/>
                  </a:lnTo>
                  <a:lnTo>
                    <a:pt x="204" y="3580"/>
                  </a:lnTo>
                  <a:lnTo>
                    <a:pt x="82" y="3865"/>
                  </a:lnTo>
                  <a:lnTo>
                    <a:pt x="1" y="4027"/>
                  </a:lnTo>
                  <a:lnTo>
                    <a:pt x="1" y="4190"/>
                  </a:lnTo>
                  <a:lnTo>
                    <a:pt x="1" y="4516"/>
                  </a:lnTo>
                  <a:lnTo>
                    <a:pt x="123" y="4800"/>
                  </a:lnTo>
                  <a:lnTo>
                    <a:pt x="286" y="5044"/>
                  </a:lnTo>
                  <a:lnTo>
                    <a:pt x="530" y="5248"/>
                  </a:lnTo>
                  <a:lnTo>
                    <a:pt x="814" y="5370"/>
                  </a:lnTo>
                  <a:lnTo>
                    <a:pt x="1027" y="5423"/>
                  </a:lnTo>
                  <a:lnTo>
                    <a:pt x="1027" y="5423"/>
                  </a:lnTo>
                  <a:lnTo>
                    <a:pt x="936" y="5695"/>
                  </a:lnTo>
                  <a:lnTo>
                    <a:pt x="733" y="6224"/>
                  </a:lnTo>
                  <a:lnTo>
                    <a:pt x="530" y="6712"/>
                  </a:lnTo>
                  <a:lnTo>
                    <a:pt x="326" y="7404"/>
                  </a:lnTo>
                  <a:lnTo>
                    <a:pt x="123" y="8136"/>
                  </a:lnTo>
                  <a:lnTo>
                    <a:pt x="82" y="8502"/>
                  </a:lnTo>
                  <a:lnTo>
                    <a:pt x="41" y="8868"/>
                  </a:lnTo>
                  <a:lnTo>
                    <a:pt x="41" y="9234"/>
                  </a:lnTo>
                  <a:lnTo>
                    <a:pt x="82" y="9600"/>
                  </a:lnTo>
                  <a:lnTo>
                    <a:pt x="164" y="9885"/>
                  </a:lnTo>
                  <a:lnTo>
                    <a:pt x="286" y="10210"/>
                  </a:lnTo>
                  <a:lnTo>
                    <a:pt x="408" y="10495"/>
                  </a:lnTo>
                  <a:lnTo>
                    <a:pt x="570" y="10739"/>
                  </a:lnTo>
                  <a:lnTo>
                    <a:pt x="774" y="11024"/>
                  </a:lnTo>
                  <a:lnTo>
                    <a:pt x="977" y="11227"/>
                  </a:lnTo>
                  <a:lnTo>
                    <a:pt x="1221" y="11430"/>
                  </a:lnTo>
                  <a:lnTo>
                    <a:pt x="1506" y="11552"/>
                  </a:lnTo>
                  <a:lnTo>
                    <a:pt x="1791" y="11675"/>
                  </a:lnTo>
                  <a:lnTo>
                    <a:pt x="2075" y="11756"/>
                  </a:lnTo>
                  <a:lnTo>
                    <a:pt x="2685" y="11756"/>
                  </a:lnTo>
                  <a:lnTo>
                    <a:pt x="2970" y="11675"/>
                  </a:lnTo>
                  <a:lnTo>
                    <a:pt x="3255" y="11593"/>
                  </a:lnTo>
                  <a:lnTo>
                    <a:pt x="3499" y="11430"/>
                  </a:lnTo>
                  <a:lnTo>
                    <a:pt x="3743" y="11227"/>
                  </a:lnTo>
                  <a:lnTo>
                    <a:pt x="3946" y="10983"/>
                  </a:lnTo>
                  <a:lnTo>
                    <a:pt x="4109" y="10698"/>
                  </a:lnTo>
                  <a:lnTo>
                    <a:pt x="4272" y="10414"/>
                  </a:lnTo>
                  <a:lnTo>
                    <a:pt x="4394" y="10088"/>
                  </a:lnTo>
                  <a:lnTo>
                    <a:pt x="4597" y="9478"/>
                  </a:lnTo>
                  <a:lnTo>
                    <a:pt x="4760" y="9071"/>
                  </a:lnTo>
                  <a:lnTo>
                    <a:pt x="4760" y="9071"/>
                  </a:lnTo>
                  <a:lnTo>
                    <a:pt x="5004" y="9193"/>
                  </a:lnTo>
                  <a:lnTo>
                    <a:pt x="5899" y="9600"/>
                  </a:lnTo>
                  <a:lnTo>
                    <a:pt x="6184" y="9722"/>
                  </a:lnTo>
                  <a:lnTo>
                    <a:pt x="6509" y="9803"/>
                  </a:lnTo>
                  <a:lnTo>
                    <a:pt x="6834" y="9844"/>
                  </a:lnTo>
                  <a:lnTo>
                    <a:pt x="7119" y="9844"/>
                  </a:lnTo>
                  <a:lnTo>
                    <a:pt x="7445" y="9803"/>
                  </a:lnTo>
                  <a:lnTo>
                    <a:pt x="7729" y="9681"/>
                  </a:lnTo>
                  <a:lnTo>
                    <a:pt x="8014" y="9559"/>
                  </a:lnTo>
                  <a:lnTo>
                    <a:pt x="8299" y="9356"/>
                  </a:lnTo>
                  <a:lnTo>
                    <a:pt x="8543" y="9071"/>
                  </a:lnTo>
                  <a:lnTo>
                    <a:pt x="8787" y="8746"/>
                  </a:lnTo>
                  <a:lnTo>
                    <a:pt x="8950" y="8380"/>
                  </a:lnTo>
                  <a:lnTo>
                    <a:pt x="9072" y="8014"/>
                  </a:lnTo>
                  <a:lnTo>
                    <a:pt x="9397" y="7078"/>
                  </a:lnTo>
                  <a:lnTo>
                    <a:pt x="9682" y="6143"/>
                  </a:lnTo>
                  <a:lnTo>
                    <a:pt x="9926" y="5166"/>
                  </a:lnTo>
                  <a:lnTo>
                    <a:pt x="10170" y="4190"/>
                  </a:lnTo>
                  <a:lnTo>
                    <a:pt x="10251" y="3783"/>
                  </a:lnTo>
                  <a:lnTo>
                    <a:pt x="10292" y="3336"/>
                  </a:lnTo>
                  <a:lnTo>
                    <a:pt x="10333" y="2929"/>
                  </a:lnTo>
                  <a:lnTo>
                    <a:pt x="10292" y="2482"/>
                  </a:lnTo>
                  <a:lnTo>
                    <a:pt x="10170" y="2034"/>
                  </a:lnTo>
                  <a:lnTo>
                    <a:pt x="10007" y="1628"/>
                  </a:lnTo>
                  <a:lnTo>
                    <a:pt x="9763" y="1302"/>
                  </a:lnTo>
                  <a:lnTo>
                    <a:pt x="9438" y="977"/>
                  </a:lnTo>
                  <a:lnTo>
                    <a:pt x="9112" y="733"/>
                  </a:lnTo>
                  <a:lnTo>
                    <a:pt x="8746" y="489"/>
                  </a:lnTo>
                  <a:lnTo>
                    <a:pt x="8299" y="326"/>
                  </a:lnTo>
                  <a:lnTo>
                    <a:pt x="7982" y="263"/>
                  </a:lnTo>
                  <a:lnTo>
                    <a:pt x="7982" y="263"/>
                  </a:lnTo>
                  <a:lnTo>
                    <a:pt x="7973" y="245"/>
                  </a:lnTo>
                  <a:lnTo>
                    <a:pt x="7892" y="245"/>
                  </a:lnTo>
                  <a:lnTo>
                    <a:pt x="6956" y="82"/>
                  </a:lnTo>
                  <a:lnTo>
                    <a:pt x="6468"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5"/>
            <p:cNvSpPr/>
            <p:nvPr/>
          </p:nvSpPr>
          <p:spPr>
            <a:xfrm>
              <a:off x="5247244" y="1383393"/>
              <a:ext cx="986486" cy="837637"/>
            </a:xfrm>
            <a:custGeom>
              <a:avLst/>
              <a:gdLst/>
              <a:ahLst/>
              <a:cxnLst/>
              <a:rect l="l" t="t" r="r" b="b"/>
              <a:pathLst>
                <a:path w="21559" h="18306" extrusionOk="0">
                  <a:moveTo>
                    <a:pt x="7973" y="1"/>
                  </a:moveTo>
                  <a:lnTo>
                    <a:pt x="7729" y="42"/>
                  </a:lnTo>
                  <a:lnTo>
                    <a:pt x="7485" y="123"/>
                  </a:lnTo>
                  <a:lnTo>
                    <a:pt x="7281" y="204"/>
                  </a:lnTo>
                  <a:lnTo>
                    <a:pt x="7037" y="326"/>
                  </a:lnTo>
                  <a:lnTo>
                    <a:pt x="6834" y="489"/>
                  </a:lnTo>
                  <a:lnTo>
                    <a:pt x="6671" y="652"/>
                  </a:lnTo>
                  <a:lnTo>
                    <a:pt x="6509" y="855"/>
                  </a:lnTo>
                  <a:lnTo>
                    <a:pt x="6386" y="1058"/>
                  </a:lnTo>
                  <a:lnTo>
                    <a:pt x="6264" y="1302"/>
                  </a:lnTo>
                  <a:lnTo>
                    <a:pt x="6061" y="1750"/>
                  </a:lnTo>
                  <a:lnTo>
                    <a:pt x="5980" y="2075"/>
                  </a:lnTo>
                  <a:lnTo>
                    <a:pt x="5939" y="2441"/>
                  </a:lnTo>
                  <a:lnTo>
                    <a:pt x="5939" y="2767"/>
                  </a:lnTo>
                  <a:lnTo>
                    <a:pt x="5980" y="3092"/>
                  </a:lnTo>
                  <a:lnTo>
                    <a:pt x="6061" y="3743"/>
                  </a:lnTo>
                  <a:lnTo>
                    <a:pt x="6183" y="4394"/>
                  </a:lnTo>
                  <a:lnTo>
                    <a:pt x="5248" y="4557"/>
                  </a:lnTo>
                  <a:lnTo>
                    <a:pt x="4271" y="4801"/>
                  </a:lnTo>
                  <a:lnTo>
                    <a:pt x="3376" y="5085"/>
                  </a:lnTo>
                  <a:lnTo>
                    <a:pt x="2441" y="5411"/>
                  </a:lnTo>
                  <a:lnTo>
                    <a:pt x="2360" y="5533"/>
                  </a:lnTo>
                  <a:lnTo>
                    <a:pt x="2319" y="5573"/>
                  </a:lnTo>
                  <a:lnTo>
                    <a:pt x="2319" y="5655"/>
                  </a:lnTo>
                  <a:lnTo>
                    <a:pt x="2604" y="6672"/>
                  </a:lnTo>
                  <a:lnTo>
                    <a:pt x="2807" y="7689"/>
                  </a:lnTo>
                  <a:lnTo>
                    <a:pt x="3010" y="8706"/>
                  </a:lnTo>
                  <a:lnTo>
                    <a:pt x="3173" y="9722"/>
                  </a:lnTo>
                  <a:lnTo>
                    <a:pt x="3173" y="9722"/>
                  </a:lnTo>
                  <a:lnTo>
                    <a:pt x="2807" y="9600"/>
                  </a:lnTo>
                  <a:lnTo>
                    <a:pt x="2441" y="9560"/>
                  </a:lnTo>
                  <a:lnTo>
                    <a:pt x="2034" y="9600"/>
                  </a:lnTo>
                  <a:lnTo>
                    <a:pt x="1668" y="9722"/>
                  </a:lnTo>
                  <a:lnTo>
                    <a:pt x="1424" y="9844"/>
                  </a:lnTo>
                  <a:lnTo>
                    <a:pt x="1180" y="9966"/>
                  </a:lnTo>
                  <a:lnTo>
                    <a:pt x="977" y="10170"/>
                  </a:lnTo>
                  <a:lnTo>
                    <a:pt x="814" y="10333"/>
                  </a:lnTo>
                  <a:lnTo>
                    <a:pt x="651" y="10577"/>
                  </a:lnTo>
                  <a:lnTo>
                    <a:pt x="488" y="10780"/>
                  </a:lnTo>
                  <a:lnTo>
                    <a:pt x="244" y="11268"/>
                  </a:lnTo>
                  <a:lnTo>
                    <a:pt x="82" y="11797"/>
                  </a:lnTo>
                  <a:lnTo>
                    <a:pt x="0" y="12326"/>
                  </a:lnTo>
                  <a:lnTo>
                    <a:pt x="0" y="12854"/>
                  </a:lnTo>
                  <a:lnTo>
                    <a:pt x="41" y="13099"/>
                  </a:lnTo>
                  <a:lnTo>
                    <a:pt x="122" y="13343"/>
                  </a:lnTo>
                  <a:lnTo>
                    <a:pt x="204" y="13587"/>
                  </a:lnTo>
                  <a:lnTo>
                    <a:pt x="326" y="13831"/>
                  </a:lnTo>
                  <a:lnTo>
                    <a:pt x="448" y="14034"/>
                  </a:lnTo>
                  <a:lnTo>
                    <a:pt x="610" y="14237"/>
                  </a:lnTo>
                  <a:lnTo>
                    <a:pt x="814" y="14400"/>
                  </a:lnTo>
                  <a:lnTo>
                    <a:pt x="1017" y="14522"/>
                  </a:lnTo>
                  <a:lnTo>
                    <a:pt x="1302" y="14644"/>
                  </a:lnTo>
                  <a:lnTo>
                    <a:pt x="1587" y="14726"/>
                  </a:lnTo>
                  <a:lnTo>
                    <a:pt x="1912" y="14766"/>
                  </a:lnTo>
                  <a:lnTo>
                    <a:pt x="2197" y="14766"/>
                  </a:lnTo>
                  <a:lnTo>
                    <a:pt x="2522" y="14726"/>
                  </a:lnTo>
                  <a:lnTo>
                    <a:pt x="2848" y="14685"/>
                  </a:lnTo>
                  <a:lnTo>
                    <a:pt x="3417" y="14482"/>
                  </a:lnTo>
                  <a:lnTo>
                    <a:pt x="4027" y="14278"/>
                  </a:lnTo>
                  <a:lnTo>
                    <a:pt x="4312" y="15254"/>
                  </a:lnTo>
                  <a:lnTo>
                    <a:pt x="4597" y="16231"/>
                  </a:lnTo>
                  <a:lnTo>
                    <a:pt x="4922" y="17207"/>
                  </a:lnTo>
                  <a:lnTo>
                    <a:pt x="5288" y="18142"/>
                  </a:lnTo>
                  <a:lnTo>
                    <a:pt x="5329" y="18224"/>
                  </a:lnTo>
                  <a:lnTo>
                    <a:pt x="5410" y="18264"/>
                  </a:lnTo>
                  <a:lnTo>
                    <a:pt x="5451" y="18305"/>
                  </a:lnTo>
                  <a:lnTo>
                    <a:pt x="5532" y="18305"/>
                  </a:lnTo>
                  <a:lnTo>
                    <a:pt x="10780" y="17003"/>
                  </a:lnTo>
                  <a:lnTo>
                    <a:pt x="10861" y="16963"/>
                  </a:lnTo>
                  <a:lnTo>
                    <a:pt x="10942" y="16881"/>
                  </a:lnTo>
                  <a:lnTo>
                    <a:pt x="10942" y="16800"/>
                  </a:lnTo>
                  <a:lnTo>
                    <a:pt x="10902" y="16719"/>
                  </a:lnTo>
                  <a:lnTo>
                    <a:pt x="10617" y="16190"/>
                  </a:lnTo>
                  <a:lnTo>
                    <a:pt x="10332" y="15661"/>
                  </a:lnTo>
                  <a:lnTo>
                    <a:pt x="10088" y="15132"/>
                  </a:lnTo>
                  <a:lnTo>
                    <a:pt x="10007" y="14848"/>
                  </a:lnTo>
                  <a:lnTo>
                    <a:pt x="9925" y="14563"/>
                  </a:lnTo>
                  <a:lnTo>
                    <a:pt x="9885" y="14319"/>
                  </a:lnTo>
                  <a:lnTo>
                    <a:pt x="9885" y="14075"/>
                  </a:lnTo>
                  <a:lnTo>
                    <a:pt x="9885" y="13790"/>
                  </a:lnTo>
                  <a:lnTo>
                    <a:pt x="9966" y="13546"/>
                  </a:lnTo>
                  <a:lnTo>
                    <a:pt x="10007" y="13302"/>
                  </a:lnTo>
                  <a:lnTo>
                    <a:pt x="10129" y="13099"/>
                  </a:lnTo>
                  <a:lnTo>
                    <a:pt x="10251" y="12854"/>
                  </a:lnTo>
                  <a:lnTo>
                    <a:pt x="10454" y="12692"/>
                  </a:lnTo>
                  <a:lnTo>
                    <a:pt x="10617" y="12529"/>
                  </a:lnTo>
                  <a:lnTo>
                    <a:pt x="10820" y="12448"/>
                  </a:lnTo>
                  <a:lnTo>
                    <a:pt x="11024" y="12366"/>
                  </a:lnTo>
                  <a:lnTo>
                    <a:pt x="11227" y="12326"/>
                  </a:lnTo>
                  <a:lnTo>
                    <a:pt x="11674" y="12326"/>
                  </a:lnTo>
                  <a:lnTo>
                    <a:pt x="12122" y="12448"/>
                  </a:lnTo>
                  <a:lnTo>
                    <a:pt x="12325" y="12529"/>
                  </a:lnTo>
                  <a:lnTo>
                    <a:pt x="12529" y="12651"/>
                  </a:lnTo>
                  <a:lnTo>
                    <a:pt x="12732" y="12773"/>
                  </a:lnTo>
                  <a:lnTo>
                    <a:pt x="12895" y="12936"/>
                  </a:lnTo>
                  <a:lnTo>
                    <a:pt x="13220" y="13302"/>
                  </a:lnTo>
                  <a:lnTo>
                    <a:pt x="13464" y="13709"/>
                  </a:lnTo>
                  <a:lnTo>
                    <a:pt x="13545" y="13993"/>
                  </a:lnTo>
                  <a:lnTo>
                    <a:pt x="13627" y="14319"/>
                  </a:lnTo>
                  <a:lnTo>
                    <a:pt x="13708" y="14888"/>
                  </a:lnTo>
                  <a:lnTo>
                    <a:pt x="13708" y="15498"/>
                  </a:lnTo>
                  <a:lnTo>
                    <a:pt x="13627" y="16109"/>
                  </a:lnTo>
                  <a:lnTo>
                    <a:pt x="13586" y="16149"/>
                  </a:lnTo>
                  <a:lnTo>
                    <a:pt x="13505" y="16190"/>
                  </a:lnTo>
                  <a:lnTo>
                    <a:pt x="13505" y="16271"/>
                  </a:lnTo>
                  <a:lnTo>
                    <a:pt x="13505" y="16353"/>
                  </a:lnTo>
                  <a:lnTo>
                    <a:pt x="13545" y="16434"/>
                  </a:lnTo>
                  <a:lnTo>
                    <a:pt x="13586" y="16475"/>
                  </a:lnTo>
                  <a:lnTo>
                    <a:pt x="13668" y="16515"/>
                  </a:lnTo>
                  <a:lnTo>
                    <a:pt x="13749" y="16515"/>
                  </a:lnTo>
                  <a:lnTo>
                    <a:pt x="15091" y="16271"/>
                  </a:lnTo>
                  <a:lnTo>
                    <a:pt x="16433" y="15946"/>
                  </a:lnTo>
                  <a:lnTo>
                    <a:pt x="19077" y="15336"/>
                  </a:lnTo>
                  <a:lnTo>
                    <a:pt x="19159" y="15295"/>
                  </a:lnTo>
                  <a:lnTo>
                    <a:pt x="19199" y="15254"/>
                  </a:lnTo>
                  <a:lnTo>
                    <a:pt x="19240" y="15173"/>
                  </a:lnTo>
                  <a:lnTo>
                    <a:pt x="19240" y="15092"/>
                  </a:lnTo>
                  <a:lnTo>
                    <a:pt x="18223" y="10902"/>
                  </a:lnTo>
                  <a:lnTo>
                    <a:pt x="18793" y="10780"/>
                  </a:lnTo>
                  <a:lnTo>
                    <a:pt x="19322" y="10617"/>
                  </a:lnTo>
                  <a:lnTo>
                    <a:pt x="19850" y="10414"/>
                  </a:lnTo>
                  <a:lnTo>
                    <a:pt x="20338" y="10170"/>
                  </a:lnTo>
                  <a:lnTo>
                    <a:pt x="20745" y="9844"/>
                  </a:lnTo>
                  <a:lnTo>
                    <a:pt x="20949" y="9641"/>
                  </a:lnTo>
                  <a:lnTo>
                    <a:pt x="21111" y="9438"/>
                  </a:lnTo>
                  <a:lnTo>
                    <a:pt x="21274" y="9194"/>
                  </a:lnTo>
                  <a:lnTo>
                    <a:pt x="21396" y="8950"/>
                  </a:lnTo>
                  <a:lnTo>
                    <a:pt x="21477" y="8706"/>
                  </a:lnTo>
                  <a:lnTo>
                    <a:pt x="21518" y="8421"/>
                  </a:lnTo>
                  <a:lnTo>
                    <a:pt x="21559" y="8136"/>
                  </a:lnTo>
                  <a:lnTo>
                    <a:pt x="21518" y="7851"/>
                  </a:lnTo>
                  <a:lnTo>
                    <a:pt x="21477" y="7607"/>
                  </a:lnTo>
                  <a:lnTo>
                    <a:pt x="21396" y="7363"/>
                  </a:lnTo>
                  <a:lnTo>
                    <a:pt x="21274" y="7119"/>
                  </a:lnTo>
                  <a:lnTo>
                    <a:pt x="21152" y="6916"/>
                  </a:lnTo>
                  <a:lnTo>
                    <a:pt x="20989" y="6712"/>
                  </a:lnTo>
                  <a:lnTo>
                    <a:pt x="20786" y="6509"/>
                  </a:lnTo>
                  <a:lnTo>
                    <a:pt x="20582" y="6346"/>
                  </a:lnTo>
                  <a:lnTo>
                    <a:pt x="20379" y="6184"/>
                  </a:lnTo>
                  <a:lnTo>
                    <a:pt x="19891" y="5940"/>
                  </a:lnTo>
                  <a:lnTo>
                    <a:pt x="19403" y="5818"/>
                  </a:lnTo>
                  <a:lnTo>
                    <a:pt x="19118" y="5777"/>
                  </a:lnTo>
                  <a:lnTo>
                    <a:pt x="18874" y="5736"/>
                  </a:lnTo>
                  <a:lnTo>
                    <a:pt x="18345" y="5777"/>
                  </a:lnTo>
                  <a:lnTo>
                    <a:pt x="17857" y="5899"/>
                  </a:lnTo>
                  <a:lnTo>
                    <a:pt x="17410" y="6102"/>
                  </a:lnTo>
                  <a:lnTo>
                    <a:pt x="16962" y="6387"/>
                  </a:lnTo>
                  <a:lnTo>
                    <a:pt x="16474" y="3987"/>
                  </a:lnTo>
                  <a:lnTo>
                    <a:pt x="16393" y="3377"/>
                  </a:lnTo>
                  <a:lnTo>
                    <a:pt x="16311" y="3052"/>
                  </a:lnTo>
                  <a:lnTo>
                    <a:pt x="16230" y="2767"/>
                  </a:lnTo>
                  <a:lnTo>
                    <a:pt x="16067" y="2563"/>
                  </a:lnTo>
                  <a:lnTo>
                    <a:pt x="15905" y="2482"/>
                  </a:lnTo>
                  <a:lnTo>
                    <a:pt x="15701" y="2441"/>
                  </a:lnTo>
                  <a:lnTo>
                    <a:pt x="15457" y="2441"/>
                  </a:lnTo>
                  <a:lnTo>
                    <a:pt x="14156" y="2726"/>
                  </a:lnTo>
                  <a:lnTo>
                    <a:pt x="12854" y="3052"/>
                  </a:lnTo>
                  <a:lnTo>
                    <a:pt x="12163" y="3174"/>
                  </a:lnTo>
                  <a:lnTo>
                    <a:pt x="11512" y="3255"/>
                  </a:lnTo>
                  <a:lnTo>
                    <a:pt x="10576" y="3377"/>
                  </a:lnTo>
                  <a:lnTo>
                    <a:pt x="10657" y="2889"/>
                  </a:lnTo>
                  <a:lnTo>
                    <a:pt x="10657" y="2401"/>
                  </a:lnTo>
                  <a:lnTo>
                    <a:pt x="10576" y="1953"/>
                  </a:lnTo>
                  <a:lnTo>
                    <a:pt x="10413" y="1506"/>
                  </a:lnTo>
                  <a:lnTo>
                    <a:pt x="10210" y="1099"/>
                  </a:lnTo>
                  <a:lnTo>
                    <a:pt x="9925" y="733"/>
                  </a:lnTo>
                  <a:lnTo>
                    <a:pt x="9600" y="448"/>
                  </a:lnTo>
                  <a:lnTo>
                    <a:pt x="9397" y="326"/>
                  </a:lnTo>
                  <a:lnTo>
                    <a:pt x="9152" y="204"/>
                  </a:lnTo>
                  <a:lnTo>
                    <a:pt x="8705" y="42"/>
                  </a:lnTo>
                  <a:lnTo>
                    <a:pt x="84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5"/>
            <p:cNvSpPr/>
            <p:nvPr/>
          </p:nvSpPr>
          <p:spPr>
            <a:xfrm>
              <a:off x="5215579" y="1267990"/>
              <a:ext cx="65204" cy="121029"/>
            </a:xfrm>
            <a:custGeom>
              <a:avLst/>
              <a:gdLst/>
              <a:ahLst/>
              <a:cxnLst/>
              <a:rect l="l" t="t" r="r" b="b"/>
              <a:pathLst>
                <a:path w="1425" h="2645" extrusionOk="0">
                  <a:moveTo>
                    <a:pt x="936" y="1"/>
                  </a:moveTo>
                  <a:lnTo>
                    <a:pt x="896" y="42"/>
                  </a:lnTo>
                  <a:lnTo>
                    <a:pt x="814" y="82"/>
                  </a:lnTo>
                  <a:lnTo>
                    <a:pt x="814" y="164"/>
                  </a:lnTo>
                  <a:lnTo>
                    <a:pt x="814" y="245"/>
                  </a:lnTo>
                  <a:lnTo>
                    <a:pt x="936" y="1181"/>
                  </a:lnTo>
                  <a:lnTo>
                    <a:pt x="1018" y="1628"/>
                  </a:lnTo>
                  <a:lnTo>
                    <a:pt x="1058" y="1831"/>
                  </a:lnTo>
                  <a:lnTo>
                    <a:pt x="1058" y="1994"/>
                  </a:lnTo>
                  <a:lnTo>
                    <a:pt x="977" y="2157"/>
                  </a:lnTo>
                  <a:lnTo>
                    <a:pt x="896" y="2238"/>
                  </a:lnTo>
                  <a:lnTo>
                    <a:pt x="774" y="2238"/>
                  </a:lnTo>
                  <a:lnTo>
                    <a:pt x="692" y="2157"/>
                  </a:lnTo>
                  <a:lnTo>
                    <a:pt x="570" y="1994"/>
                  </a:lnTo>
                  <a:lnTo>
                    <a:pt x="530" y="1831"/>
                  </a:lnTo>
                  <a:lnTo>
                    <a:pt x="367" y="1425"/>
                  </a:lnTo>
                  <a:lnTo>
                    <a:pt x="326" y="1343"/>
                  </a:lnTo>
                  <a:lnTo>
                    <a:pt x="286" y="1303"/>
                  </a:lnTo>
                  <a:lnTo>
                    <a:pt x="204" y="1262"/>
                  </a:lnTo>
                  <a:lnTo>
                    <a:pt x="123" y="1262"/>
                  </a:lnTo>
                  <a:lnTo>
                    <a:pt x="82" y="1303"/>
                  </a:lnTo>
                  <a:lnTo>
                    <a:pt x="1" y="1343"/>
                  </a:lnTo>
                  <a:lnTo>
                    <a:pt x="1" y="1425"/>
                  </a:lnTo>
                  <a:lnTo>
                    <a:pt x="1" y="1506"/>
                  </a:lnTo>
                  <a:lnTo>
                    <a:pt x="164" y="2035"/>
                  </a:lnTo>
                  <a:lnTo>
                    <a:pt x="286" y="2279"/>
                  </a:lnTo>
                  <a:lnTo>
                    <a:pt x="448" y="2482"/>
                  </a:lnTo>
                  <a:lnTo>
                    <a:pt x="530" y="2564"/>
                  </a:lnTo>
                  <a:lnTo>
                    <a:pt x="652" y="2604"/>
                  </a:lnTo>
                  <a:lnTo>
                    <a:pt x="774" y="2645"/>
                  </a:lnTo>
                  <a:lnTo>
                    <a:pt x="896" y="2645"/>
                  </a:lnTo>
                  <a:lnTo>
                    <a:pt x="1018" y="2604"/>
                  </a:lnTo>
                  <a:lnTo>
                    <a:pt x="1140" y="2564"/>
                  </a:lnTo>
                  <a:lnTo>
                    <a:pt x="1221" y="2482"/>
                  </a:lnTo>
                  <a:lnTo>
                    <a:pt x="1302" y="2360"/>
                  </a:lnTo>
                  <a:lnTo>
                    <a:pt x="1384" y="2279"/>
                  </a:lnTo>
                  <a:lnTo>
                    <a:pt x="1424" y="2116"/>
                  </a:lnTo>
                  <a:lnTo>
                    <a:pt x="1424" y="1872"/>
                  </a:lnTo>
                  <a:lnTo>
                    <a:pt x="1424" y="1587"/>
                  </a:lnTo>
                  <a:lnTo>
                    <a:pt x="1384" y="1303"/>
                  </a:lnTo>
                  <a:lnTo>
                    <a:pt x="1180" y="164"/>
                  </a:lnTo>
                  <a:lnTo>
                    <a:pt x="1180" y="82"/>
                  </a:lnTo>
                  <a:lnTo>
                    <a:pt x="1099" y="42"/>
                  </a:lnTo>
                  <a:lnTo>
                    <a:pt x="10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5"/>
            <p:cNvSpPr/>
            <p:nvPr/>
          </p:nvSpPr>
          <p:spPr>
            <a:xfrm>
              <a:off x="5169043" y="1228912"/>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30"/>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5"/>
            <p:cNvSpPr/>
            <p:nvPr/>
          </p:nvSpPr>
          <p:spPr>
            <a:xfrm>
              <a:off x="5290029" y="1264283"/>
              <a:ext cx="24251" cy="24251"/>
            </a:xfrm>
            <a:custGeom>
              <a:avLst/>
              <a:gdLst/>
              <a:ahLst/>
              <a:cxnLst/>
              <a:rect l="l" t="t" r="r" b="b"/>
              <a:pathLst>
                <a:path w="530" h="530" extrusionOk="0">
                  <a:moveTo>
                    <a:pt x="164" y="1"/>
                  </a:moveTo>
                  <a:lnTo>
                    <a:pt x="82" y="82"/>
                  </a:lnTo>
                  <a:lnTo>
                    <a:pt x="42" y="163"/>
                  </a:lnTo>
                  <a:lnTo>
                    <a:pt x="1" y="245"/>
                  </a:lnTo>
                  <a:lnTo>
                    <a:pt x="42" y="367"/>
                  </a:lnTo>
                  <a:lnTo>
                    <a:pt x="82" y="448"/>
                  </a:lnTo>
                  <a:lnTo>
                    <a:pt x="164" y="489"/>
                  </a:lnTo>
                  <a:lnTo>
                    <a:pt x="286" y="529"/>
                  </a:lnTo>
                  <a:lnTo>
                    <a:pt x="367" y="489"/>
                  </a:lnTo>
                  <a:lnTo>
                    <a:pt x="448" y="448"/>
                  </a:lnTo>
                  <a:lnTo>
                    <a:pt x="530" y="367"/>
                  </a:lnTo>
                  <a:lnTo>
                    <a:pt x="530" y="245"/>
                  </a:lnTo>
                  <a:lnTo>
                    <a:pt x="530" y="163"/>
                  </a:lnTo>
                  <a:lnTo>
                    <a:pt x="448" y="82"/>
                  </a:lnTo>
                  <a:lnTo>
                    <a:pt x="3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5"/>
            <p:cNvSpPr/>
            <p:nvPr/>
          </p:nvSpPr>
          <p:spPr>
            <a:xfrm>
              <a:off x="5152295" y="1374104"/>
              <a:ext cx="78245" cy="48457"/>
            </a:xfrm>
            <a:custGeom>
              <a:avLst/>
              <a:gdLst/>
              <a:ahLst/>
              <a:cxnLst/>
              <a:rect l="l" t="t" r="r" b="b"/>
              <a:pathLst>
                <a:path w="1710" h="1059" extrusionOk="0">
                  <a:moveTo>
                    <a:pt x="164" y="0"/>
                  </a:moveTo>
                  <a:lnTo>
                    <a:pt x="82" y="41"/>
                  </a:lnTo>
                  <a:lnTo>
                    <a:pt x="42" y="82"/>
                  </a:lnTo>
                  <a:lnTo>
                    <a:pt x="1" y="163"/>
                  </a:lnTo>
                  <a:lnTo>
                    <a:pt x="1" y="245"/>
                  </a:lnTo>
                  <a:lnTo>
                    <a:pt x="42" y="326"/>
                  </a:lnTo>
                  <a:lnTo>
                    <a:pt x="326" y="611"/>
                  </a:lnTo>
                  <a:lnTo>
                    <a:pt x="692" y="855"/>
                  </a:lnTo>
                  <a:lnTo>
                    <a:pt x="855" y="936"/>
                  </a:lnTo>
                  <a:lnTo>
                    <a:pt x="1058" y="977"/>
                  </a:lnTo>
                  <a:lnTo>
                    <a:pt x="1302" y="1017"/>
                  </a:lnTo>
                  <a:lnTo>
                    <a:pt x="1506" y="1058"/>
                  </a:lnTo>
                  <a:lnTo>
                    <a:pt x="1587" y="1017"/>
                  </a:lnTo>
                  <a:lnTo>
                    <a:pt x="1628" y="977"/>
                  </a:lnTo>
                  <a:lnTo>
                    <a:pt x="1709" y="936"/>
                  </a:lnTo>
                  <a:lnTo>
                    <a:pt x="1709" y="855"/>
                  </a:lnTo>
                  <a:lnTo>
                    <a:pt x="1669" y="773"/>
                  </a:lnTo>
                  <a:lnTo>
                    <a:pt x="1628" y="692"/>
                  </a:lnTo>
                  <a:lnTo>
                    <a:pt x="1587" y="651"/>
                  </a:lnTo>
                  <a:lnTo>
                    <a:pt x="1262" y="651"/>
                  </a:lnTo>
                  <a:lnTo>
                    <a:pt x="1180" y="611"/>
                  </a:lnTo>
                  <a:lnTo>
                    <a:pt x="1018" y="570"/>
                  </a:lnTo>
                  <a:lnTo>
                    <a:pt x="936" y="529"/>
                  </a:lnTo>
                  <a:lnTo>
                    <a:pt x="896" y="489"/>
                  </a:lnTo>
                  <a:lnTo>
                    <a:pt x="733" y="407"/>
                  </a:lnTo>
                  <a:lnTo>
                    <a:pt x="652" y="367"/>
                  </a:lnTo>
                  <a:lnTo>
                    <a:pt x="611" y="367"/>
                  </a:lnTo>
                  <a:lnTo>
                    <a:pt x="611" y="326"/>
                  </a:lnTo>
                  <a:lnTo>
                    <a:pt x="489" y="204"/>
                  </a:lnTo>
                  <a:lnTo>
                    <a:pt x="408" y="163"/>
                  </a:lnTo>
                  <a:lnTo>
                    <a:pt x="367" y="122"/>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5"/>
            <p:cNvSpPr/>
            <p:nvPr/>
          </p:nvSpPr>
          <p:spPr>
            <a:xfrm>
              <a:off x="4945695" y="992522"/>
              <a:ext cx="508183" cy="245764"/>
            </a:xfrm>
            <a:custGeom>
              <a:avLst/>
              <a:gdLst/>
              <a:ahLst/>
              <a:cxnLst/>
              <a:rect l="l" t="t" r="r" b="b"/>
              <a:pathLst>
                <a:path w="11106" h="5371" extrusionOk="0">
                  <a:moveTo>
                    <a:pt x="5492" y="1"/>
                  </a:moveTo>
                  <a:lnTo>
                    <a:pt x="5167" y="42"/>
                  </a:lnTo>
                  <a:lnTo>
                    <a:pt x="4841" y="123"/>
                  </a:lnTo>
                  <a:lnTo>
                    <a:pt x="4516" y="245"/>
                  </a:lnTo>
                  <a:lnTo>
                    <a:pt x="4272" y="408"/>
                  </a:lnTo>
                  <a:lnTo>
                    <a:pt x="4068" y="570"/>
                  </a:lnTo>
                  <a:lnTo>
                    <a:pt x="3865" y="774"/>
                  </a:lnTo>
                  <a:lnTo>
                    <a:pt x="3824" y="814"/>
                  </a:lnTo>
                  <a:lnTo>
                    <a:pt x="3662" y="814"/>
                  </a:lnTo>
                  <a:lnTo>
                    <a:pt x="3458" y="855"/>
                  </a:lnTo>
                  <a:lnTo>
                    <a:pt x="3051" y="855"/>
                  </a:lnTo>
                  <a:lnTo>
                    <a:pt x="2767" y="896"/>
                  </a:lnTo>
                  <a:lnTo>
                    <a:pt x="2441" y="936"/>
                  </a:lnTo>
                  <a:lnTo>
                    <a:pt x="2157" y="1058"/>
                  </a:lnTo>
                  <a:lnTo>
                    <a:pt x="1872" y="1180"/>
                  </a:lnTo>
                  <a:lnTo>
                    <a:pt x="1587" y="1343"/>
                  </a:lnTo>
                  <a:lnTo>
                    <a:pt x="1343" y="1506"/>
                  </a:lnTo>
                  <a:lnTo>
                    <a:pt x="1140" y="1709"/>
                  </a:lnTo>
                  <a:lnTo>
                    <a:pt x="936" y="1953"/>
                  </a:lnTo>
                  <a:lnTo>
                    <a:pt x="733" y="2238"/>
                  </a:lnTo>
                  <a:lnTo>
                    <a:pt x="570" y="2523"/>
                  </a:lnTo>
                  <a:lnTo>
                    <a:pt x="286" y="3174"/>
                  </a:lnTo>
                  <a:lnTo>
                    <a:pt x="82" y="3865"/>
                  </a:lnTo>
                  <a:lnTo>
                    <a:pt x="41" y="4190"/>
                  </a:lnTo>
                  <a:lnTo>
                    <a:pt x="1" y="4557"/>
                  </a:lnTo>
                  <a:lnTo>
                    <a:pt x="41" y="4841"/>
                  </a:lnTo>
                  <a:lnTo>
                    <a:pt x="163" y="5085"/>
                  </a:lnTo>
                  <a:lnTo>
                    <a:pt x="245" y="5207"/>
                  </a:lnTo>
                  <a:lnTo>
                    <a:pt x="367" y="5289"/>
                  </a:lnTo>
                  <a:lnTo>
                    <a:pt x="489" y="5370"/>
                  </a:lnTo>
                  <a:lnTo>
                    <a:pt x="652" y="5370"/>
                  </a:lnTo>
                  <a:lnTo>
                    <a:pt x="855" y="5329"/>
                  </a:lnTo>
                  <a:lnTo>
                    <a:pt x="1018" y="5289"/>
                  </a:lnTo>
                  <a:lnTo>
                    <a:pt x="1343" y="5045"/>
                  </a:lnTo>
                  <a:lnTo>
                    <a:pt x="1994" y="4516"/>
                  </a:lnTo>
                  <a:lnTo>
                    <a:pt x="2563" y="3987"/>
                  </a:lnTo>
                  <a:lnTo>
                    <a:pt x="3092" y="3377"/>
                  </a:lnTo>
                  <a:lnTo>
                    <a:pt x="4190" y="2197"/>
                  </a:lnTo>
                  <a:lnTo>
                    <a:pt x="4679" y="2645"/>
                  </a:lnTo>
                  <a:lnTo>
                    <a:pt x="5248" y="3092"/>
                  </a:lnTo>
                  <a:lnTo>
                    <a:pt x="5817" y="3458"/>
                  </a:lnTo>
                  <a:lnTo>
                    <a:pt x="6387" y="3824"/>
                  </a:lnTo>
                  <a:lnTo>
                    <a:pt x="7078" y="4150"/>
                  </a:lnTo>
                  <a:lnTo>
                    <a:pt x="7729" y="4435"/>
                  </a:lnTo>
                  <a:lnTo>
                    <a:pt x="8461" y="4679"/>
                  </a:lnTo>
                  <a:lnTo>
                    <a:pt x="9153" y="4882"/>
                  </a:lnTo>
                  <a:lnTo>
                    <a:pt x="9478" y="4963"/>
                  </a:lnTo>
                  <a:lnTo>
                    <a:pt x="9844" y="5045"/>
                  </a:lnTo>
                  <a:lnTo>
                    <a:pt x="10170" y="5045"/>
                  </a:lnTo>
                  <a:lnTo>
                    <a:pt x="10333" y="5004"/>
                  </a:lnTo>
                  <a:lnTo>
                    <a:pt x="10536" y="4923"/>
                  </a:lnTo>
                  <a:lnTo>
                    <a:pt x="10780" y="4801"/>
                  </a:lnTo>
                  <a:lnTo>
                    <a:pt x="10943" y="4557"/>
                  </a:lnTo>
                  <a:lnTo>
                    <a:pt x="11024" y="4435"/>
                  </a:lnTo>
                  <a:lnTo>
                    <a:pt x="11065" y="4313"/>
                  </a:lnTo>
                  <a:lnTo>
                    <a:pt x="11105" y="4190"/>
                  </a:lnTo>
                  <a:lnTo>
                    <a:pt x="11065" y="4028"/>
                  </a:lnTo>
                  <a:lnTo>
                    <a:pt x="11065" y="3865"/>
                  </a:lnTo>
                  <a:lnTo>
                    <a:pt x="10983" y="3702"/>
                  </a:lnTo>
                  <a:lnTo>
                    <a:pt x="10821" y="3418"/>
                  </a:lnTo>
                  <a:lnTo>
                    <a:pt x="10617" y="3174"/>
                  </a:lnTo>
                  <a:lnTo>
                    <a:pt x="10414" y="2930"/>
                  </a:lnTo>
                  <a:lnTo>
                    <a:pt x="9885" y="2401"/>
                  </a:lnTo>
                  <a:lnTo>
                    <a:pt x="9356" y="1953"/>
                  </a:lnTo>
                  <a:lnTo>
                    <a:pt x="8868" y="1547"/>
                  </a:lnTo>
                  <a:lnTo>
                    <a:pt x="8339" y="1140"/>
                  </a:lnTo>
                  <a:lnTo>
                    <a:pt x="7729" y="733"/>
                  </a:lnTo>
                  <a:lnTo>
                    <a:pt x="7119" y="408"/>
                  </a:lnTo>
                  <a:lnTo>
                    <a:pt x="6794" y="286"/>
                  </a:lnTo>
                  <a:lnTo>
                    <a:pt x="6468" y="164"/>
                  </a:lnTo>
                  <a:lnTo>
                    <a:pt x="6143" y="82"/>
                  </a:lnTo>
                  <a:lnTo>
                    <a:pt x="5817" y="42"/>
                  </a:lnTo>
                  <a:lnTo>
                    <a:pt x="5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5"/>
            <p:cNvSpPr/>
            <p:nvPr/>
          </p:nvSpPr>
          <p:spPr>
            <a:xfrm>
              <a:off x="4739094" y="1835718"/>
              <a:ext cx="817137" cy="340619"/>
            </a:xfrm>
            <a:custGeom>
              <a:avLst/>
              <a:gdLst/>
              <a:ahLst/>
              <a:cxnLst/>
              <a:rect l="l" t="t" r="r" b="b"/>
              <a:pathLst>
                <a:path w="17858" h="7444" extrusionOk="0">
                  <a:moveTo>
                    <a:pt x="3987" y="0"/>
                  </a:moveTo>
                  <a:lnTo>
                    <a:pt x="1994" y="814"/>
                  </a:lnTo>
                  <a:lnTo>
                    <a:pt x="1" y="1709"/>
                  </a:lnTo>
                  <a:lnTo>
                    <a:pt x="82" y="1993"/>
                  </a:lnTo>
                  <a:lnTo>
                    <a:pt x="285" y="2563"/>
                  </a:lnTo>
                  <a:lnTo>
                    <a:pt x="652" y="3539"/>
                  </a:lnTo>
                  <a:lnTo>
                    <a:pt x="936" y="4271"/>
                  </a:lnTo>
                  <a:lnTo>
                    <a:pt x="1140" y="4678"/>
                  </a:lnTo>
                  <a:lnTo>
                    <a:pt x="1343" y="5044"/>
                  </a:lnTo>
                  <a:lnTo>
                    <a:pt x="1587" y="5369"/>
                  </a:lnTo>
                  <a:lnTo>
                    <a:pt x="1831" y="5735"/>
                  </a:lnTo>
                  <a:lnTo>
                    <a:pt x="2116" y="6020"/>
                  </a:lnTo>
                  <a:lnTo>
                    <a:pt x="2401" y="6305"/>
                  </a:lnTo>
                  <a:lnTo>
                    <a:pt x="2645" y="6468"/>
                  </a:lnTo>
                  <a:lnTo>
                    <a:pt x="2929" y="6630"/>
                  </a:lnTo>
                  <a:lnTo>
                    <a:pt x="3499" y="6915"/>
                  </a:lnTo>
                  <a:lnTo>
                    <a:pt x="4109" y="7118"/>
                  </a:lnTo>
                  <a:lnTo>
                    <a:pt x="4760" y="7281"/>
                  </a:lnTo>
                  <a:lnTo>
                    <a:pt x="5451" y="7322"/>
                  </a:lnTo>
                  <a:lnTo>
                    <a:pt x="6143" y="7362"/>
                  </a:lnTo>
                  <a:lnTo>
                    <a:pt x="7526" y="7403"/>
                  </a:lnTo>
                  <a:lnTo>
                    <a:pt x="8909" y="7444"/>
                  </a:lnTo>
                  <a:lnTo>
                    <a:pt x="9641" y="7444"/>
                  </a:lnTo>
                  <a:lnTo>
                    <a:pt x="10332" y="7403"/>
                  </a:lnTo>
                  <a:lnTo>
                    <a:pt x="11878" y="7322"/>
                  </a:lnTo>
                  <a:lnTo>
                    <a:pt x="13424" y="7159"/>
                  </a:lnTo>
                  <a:lnTo>
                    <a:pt x="14970" y="6956"/>
                  </a:lnTo>
                  <a:lnTo>
                    <a:pt x="15702" y="6834"/>
                  </a:lnTo>
                  <a:lnTo>
                    <a:pt x="16475" y="6671"/>
                  </a:lnTo>
                  <a:lnTo>
                    <a:pt x="16719" y="6630"/>
                  </a:lnTo>
                  <a:lnTo>
                    <a:pt x="16922" y="6508"/>
                  </a:lnTo>
                  <a:lnTo>
                    <a:pt x="17085" y="6346"/>
                  </a:lnTo>
                  <a:lnTo>
                    <a:pt x="17125" y="6264"/>
                  </a:lnTo>
                  <a:lnTo>
                    <a:pt x="17125" y="6183"/>
                  </a:lnTo>
                  <a:lnTo>
                    <a:pt x="17085" y="6020"/>
                  </a:lnTo>
                  <a:lnTo>
                    <a:pt x="17044" y="5939"/>
                  </a:lnTo>
                  <a:lnTo>
                    <a:pt x="16922" y="5817"/>
                  </a:lnTo>
                  <a:lnTo>
                    <a:pt x="16800" y="5776"/>
                  </a:lnTo>
                  <a:lnTo>
                    <a:pt x="17044" y="5735"/>
                  </a:lnTo>
                  <a:lnTo>
                    <a:pt x="17288" y="5654"/>
                  </a:lnTo>
                  <a:lnTo>
                    <a:pt x="17410" y="5573"/>
                  </a:lnTo>
                  <a:lnTo>
                    <a:pt x="17491" y="5451"/>
                  </a:lnTo>
                  <a:lnTo>
                    <a:pt x="17532" y="5329"/>
                  </a:lnTo>
                  <a:lnTo>
                    <a:pt x="17614" y="5207"/>
                  </a:lnTo>
                  <a:lnTo>
                    <a:pt x="17614" y="5085"/>
                  </a:lnTo>
                  <a:lnTo>
                    <a:pt x="17573" y="4963"/>
                  </a:lnTo>
                  <a:lnTo>
                    <a:pt x="17532" y="4841"/>
                  </a:lnTo>
                  <a:lnTo>
                    <a:pt x="17451" y="4759"/>
                  </a:lnTo>
                  <a:lnTo>
                    <a:pt x="17329" y="4678"/>
                  </a:lnTo>
                  <a:lnTo>
                    <a:pt x="16922" y="4678"/>
                  </a:lnTo>
                  <a:lnTo>
                    <a:pt x="16637" y="4719"/>
                  </a:lnTo>
                  <a:lnTo>
                    <a:pt x="16353" y="4719"/>
                  </a:lnTo>
                  <a:lnTo>
                    <a:pt x="16719" y="4637"/>
                  </a:lnTo>
                  <a:lnTo>
                    <a:pt x="17085" y="4597"/>
                  </a:lnTo>
                  <a:lnTo>
                    <a:pt x="17247" y="4597"/>
                  </a:lnTo>
                  <a:lnTo>
                    <a:pt x="17451" y="4515"/>
                  </a:lnTo>
                  <a:lnTo>
                    <a:pt x="17614" y="4434"/>
                  </a:lnTo>
                  <a:lnTo>
                    <a:pt x="17736" y="4312"/>
                  </a:lnTo>
                  <a:lnTo>
                    <a:pt x="17858" y="4149"/>
                  </a:lnTo>
                  <a:lnTo>
                    <a:pt x="17858" y="3986"/>
                  </a:lnTo>
                  <a:lnTo>
                    <a:pt x="17858" y="3783"/>
                  </a:lnTo>
                  <a:lnTo>
                    <a:pt x="17736" y="3661"/>
                  </a:lnTo>
                  <a:lnTo>
                    <a:pt x="17614" y="3580"/>
                  </a:lnTo>
                  <a:lnTo>
                    <a:pt x="17491" y="3580"/>
                  </a:lnTo>
                  <a:lnTo>
                    <a:pt x="17207" y="3539"/>
                  </a:lnTo>
                  <a:lnTo>
                    <a:pt x="15702" y="3661"/>
                  </a:lnTo>
                  <a:lnTo>
                    <a:pt x="15702" y="3661"/>
                  </a:lnTo>
                  <a:lnTo>
                    <a:pt x="16108" y="3620"/>
                  </a:lnTo>
                  <a:lnTo>
                    <a:pt x="16475" y="3539"/>
                  </a:lnTo>
                  <a:lnTo>
                    <a:pt x="16841" y="3417"/>
                  </a:lnTo>
                  <a:lnTo>
                    <a:pt x="17207" y="3295"/>
                  </a:lnTo>
                  <a:lnTo>
                    <a:pt x="17329" y="3214"/>
                  </a:lnTo>
                  <a:lnTo>
                    <a:pt x="17451" y="3092"/>
                  </a:lnTo>
                  <a:lnTo>
                    <a:pt x="17532" y="3010"/>
                  </a:lnTo>
                  <a:lnTo>
                    <a:pt x="17532" y="2888"/>
                  </a:lnTo>
                  <a:lnTo>
                    <a:pt x="17451" y="2766"/>
                  </a:lnTo>
                  <a:lnTo>
                    <a:pt x="17369" y="2725"/>
                  </a:lnTo>
                  <a:lnTo>
                    <a:pt x="17207" y="2685"/>
                  </a:lnTo>
                  <a:lnTo>
                    <a:pt x="16027" y="2685"/>
                  </a:lnTo>
                  <a:lnTo>
                    <a:pt x="15010" y="2766"/>
                  </a:lnTo>
                  <a:lnTo>
                    <a:pt x="12936" y="2969"/>
                  </a:lnTo>
                  <a:lnTo>
                    <a:pt x="11878" y="3051"/>
                  </a:lnTo>
                  <a:lnTo>
                    <a:pt x="10821" y="3092"/>
                  </a:lnTo>
                  <a:lnTo>
                    <a:pt x="9804" y="3132"/>
                  </a:lnTo>
                  <a:lnTo>
                    <a:pt x="8746" y="3051"/>
                  </a:lnTo>
                  <a:lnTo>
                    <a:pt x="8055" y="2929"/>
                  </a:lnTo>
                  <a:lnTo>
                    <a:pt x="7363" y="2807"/>
                  </a:lnTo>
                  <a:lnTo>
                    <a:pt x="6672" y="2603"/>
                  </a:lnTo>
                  <a:lnTo>
                    <a:pt x="6061" y="2319"/>
                  </a:lnTo>
                  <a:lnTo>
                    <a:pt x="5695" y="2075"/>
                  </a:lnTo>
                  <a:lnTo>
                    <a:pt x="5370" y="1831"/>
                  </a:lnTo>
                  <a:lnTo>
                    <a:pt x="5126" y="1586"/>
                  </a:lnTo>
                  <a:lnTo>
                    <a:pt x="4841" y="1302"/>
                  </a:lnTo>
                  <a:lnTo>
                    <a:pt x="4434" y="692"/>
                  </a:lnTo>
                  <a:lnTo>
                    <a:pt x="39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5"/>
            <p:cNvSpPr/>
            <p:nvPr/>
          </p:nvSpPr>
          <p:spPr>
            <a:xfrm>
              <a:off x="4729805" y="1826384"/>
              <a:ext cx="835715" cy="359288"/>
            </a:xfrm>
            <a:custGeom>
              <a:avLst/>
              <a:gdLst/>
              <a:ahLst/>
              <a:cxnLst/>
              <a:rect l="l" t="t" r="r" b="b"/>
              <a:pathLst>
                <a:path w="18264" h="7852" extrusionOk="0">
                  <a:moveTo>
                    <a:pt x="4126" y="449"/>
                  </a:moveTo>
                  <a:lnTo>
                    <a:pt x="4393" y="896"/>
                  </a:lnTo>
                  <a:lnTo>
                    <a:pt x="4759" y="1465"/>
                  </a:lnTo>
                  <a:lnTo>
                    <a:pt x="5207" y="1953"/>
                  </a:lnTo>
                  <a:lnTo>
                    <a:pt x="5451" y="2197"/>
                  </a:lnTo>
                  <a:lnTo>
                    <a:pt x="5736" y="2441"/>
                  </a:lnTo>
                  <a:lnTo>
                    <a:pt x="6061" y="2645"/>
                  </a:lnTo>
                  <a:lnTo>
                    <a:pt x="6427" y="2807"/>
                  </a:lnTo>
                  <a:lnTo>
                    <a:pt x="6793" y="2970"/>
                  </a:lnTo>
                  <a:lnTo>
                    <a:pt x="7159" y="3092"/>
                  </a:lnTo>
                  <a:lnTo>
                    <a:pt x="7932" y="3296"/>
                  </a:lnTo>
                  <a:lnTo>
                    <a:pt x="8664" y="3418"/>
                  </a:lnTo>
                  <a:lnTo>
                    <a:pt x="9559" y="3499"/>
                  </a:lnTo>
                  <a:lnTo>
                    <a:pt x="10413" y="3540"/>
                  </a:lnTo>
                  <a:lnTo>
                    <a:pt x="11268" y="3499"/>
                  </a:lnTo>
                  <a:lnTo>
                    <a:pt x="12122" y="3458"/>
                  </a:lnTo>
                  <a:lnTo>
                    <a:pt x="13871" y="3296"/>
                  </a:lnTo>
                  <a:lnTo>
                    <a:pt x="15579" y="3133"/>
                  </a:lnTo>
                  <a:lnTo>
                    <a:pt x="16596" y="3092"/>
                  </a:lnTo>
                  <a:lnTo>
                    <a:pt x="17084" y="3092"/>
                  </a:lnTo>
                  <a:lnTo>
                    <a:pt x="17288" y="3051"/>
                  </a:lnTo>
                  <a:lnTo>
                    <a:pt x="17369" y="3051"/>
                  </a:lnTo>
                  <a:lnTo>
                    <a:pt x="17491" y="3092"/>
                  </a:lnTo>
                  <a:lnTo>
                    <a:pt x="17532" y="3173"/>
                  </a:lnTo>
                  <a:lnTo>
                    <a:pt x="17491" y="3214"/>
                  </a:lnTo>
                  <a:lnTo>
                    <a:pt x="17328" y="3296"/>
                  </a:lnTo>
                  <a:lnTo>
                    <a:pt x="16881" y="3458"/>
                  </a:lnTo>
                  <a:lnTo>
                    <a:pt x="16393" y="3580"/>
                  </a:lnTo>
                  <a:lnTo>
                    <a:pt x="15905" y="3662"/>
                  </a:lnTo>
                  <a:lnTo>
                    <a:pt x="15823" y="3662"/>
                  </a:lnTo>
                  <a:lnTo>
                    <a:pt x="15742" y="3702"/>
                  </a:lnTo>
                  <a:lnTo>
                    <a:pt x="15701" y="3784"/>
                  </a:lnTo>
                  <a:lnTo>
                    <a:pt x="15701" y="3865"/>
                  </a:lnTo>
                  <a:lnTo>
                    <a:pt x="15701" y="3946"/>
                  </a:lnTo>
                  <a:lnTo>
                    <a:pt x="15742" y="3987"/>
                  </a:lnTo>
                  <a:lnTo>
                    <a:pt x="15823" y="4028"/>
                  </a:lnTo>
                  <a:lnTo>
                    <a:pt x="15905" y="4068"/>
                  </a:lnTo>
                  <a:lnTo>
                    <a:pt x="16962" y="3987"/>
                  </a:lnTo>
                  <a:lnTo>
                    <a:pt x="17410" y="3946"/>
                  </a:lnTo>
                  <a:lnTo>
                    <a:pt x="17654" y="3946"/>
                  </a:lnTo>
                  <a:lnTo>
                    <a:pt x="17735" y="3987"/>
                  </a:lnTo>
                  <a:lnTo>
                    <a:pt x="17817" y="4028"/>
                  </a:lnTo>
                  <a:lnTo>
                    <a:pt x="17898" y="4109"/>
                  </a:lnTo>
                  <a:lnTo>
                    <a:pt x="17898" y="4190"/>
                  </a:lnTo>
                  <a:lnTo>
                    <a:pt x="17857" y="4312"/>
                  </a:lnTo>
                  <a:lnTo>
                    <a:pt x="17817" y="4394"/>
                  </a:lnTo>
                  <a:lnTo>
                    <a:pt x="17613" y="4516"/>
                  </a:lnTo>
                  <a:lnTo>
                    <a:pt x="17450" y="4597"/>
                  </a:lnTo>
                  <a:lnTo>
                    <a:pt x="17206" y="4638"/>
                  </a:lnTo>
                  <a:lnTo>
                    <a:pt x="16962" y="4638"/>
                  </a:lnTo>
                  <a:lnTo>
                    <a:pt x="16718" y="4678"/>
                  </a:lnTo>
                  <a:lnTo>
                    <a:pt x="16474" y="4719"/>
                  </a:lnTo>
                  <a:lnTo>
                    <a:pt x="16434" y="4760"/>
                  </a:lnTo>
                  <a:lnTo>
                    <a:pt x="16393" y="4801"/>
                  </a:lnTo>
                  <a:lnTo>
                    <a:pt x="16352" y="4923"/>
                  </a:lnTo>
                  <a:lnTo>
                    <a:pt x="16393" y="5045"/>
                  </a:lnTo>
                  <a:lnTo>
                    <a:pt x="16434" y="5085"/>
                  </a:lnTo>
                  <a:lnTo>
                    <a:pt x="16474" y="5085"/>
                  </a:lnTo>
                  <a:lnTo>
                    <a:pt x="16800" y="5126"/>
                  </a:lnTo>
                  <a:lnTo>
                    <a:pt x="17125" y="5085"/>
                  </a:lnTo>
                  <a:lnTo>
                    <a:pt x="17288" y="5045"/>
                  </a:lnTo>
                  <a:lnTo>
                    <a:pt x="17450" y="5085"/>
                  </a:lnTo>
                  <a:lnTo>
                    <a:pt x="17491" y="5085"/>
                  </a:lnTo>
                  <a:lnTo>
                    <a:pt x="17572" y="5126"/>
                  </a:lnTo>
                  <a:lnTo>
                    <a:pt x="17613" y="5207"/>
                  </a:lnTo>
                  <a:lnTo>
                    <a:pt x="17613" y="5289"/>
                  </a:lnTo>
                  <a:lnTo>
                    <a:pt x="17572" y="5492"/>
                  </a:lnTo>
                  <a:lnTo>
                    <a:pt x="17491" y="5614"/>
                  </a:lnTo>
                  <a:lnTo>
                    <a:pt x="17328" y="5695"/>
                  </a:lnTo>
                  <a:lnTo>
                    <a:pt x="17166" y="5736"/>
                  </a:lnTo>
                  <a:lnTo>
                    <a:pt x="16912" y="5764"/>
                  </a:lnTo>
                  <a:lnTo>
                    <a:pt x="16800" y="5736"/>
                  </a:lnTo>
                  <a:lnTo>
                    <a:pt x="16474" y="5736"/>
                  </a:lnTo>
                  <a:lnTo>
                    <a:pt x="16352" y="5777"/>
                  </a:lnTo>
                  <a:lnTo>
                    <a:pt x="16311" y="5817"/>
                  </a:lnTo>
                  <a:lnTo>
                    <a:pt x="16271" y="5858"/>
                  </a:lnTo>
                  <a:lnTo>
                    <a:pt x="16271" y="5939"/>
                  </a:lnTo>
                  <a:lnTo>
                    <a:pt x="16271" y="6021"/>
                  </a:lnTo>
                  <a:lnTo>
                    <a:pt x="16311" y="6061"/>
                  </a:lnTo>
                  <a:lnTo>
                    <a:pt x="16352" y="6102"/>
                  </a:lnTo>
                  <a:lnTo>
                    <a:pt x="16474" y="6143"/>
                  </a:lnTo>
                  <a:lnTo>
                    <a:pt x="16881" y="6143"/>
                  </a:lnTo>
                  <a:lnTo>
                    <a:pt x="17003" y="6184"/>
                  </a:lnTo>
                  <a:lnTo>
                    <a:pt x="17084" y="6224"/>
                  </a:lnTo>
                  <a:lnTo>
                    <a:pt x="17125" y="6306"/>
                  </a:lnTo>
                  <a:lnTo>
                    <a:pt x="17125" y="6387"/>
                  </a:lnTo>
                  <a:lnTo>
                    <a:pt x="17125" y="6468"/>
                  </a:lnTo>
                  <a:lnTo>
                    <a:pt x="17044" y="6509"/>
                  </a:lnTo>
                  <a:lnTo>
                    <a:pt x="16922" y="6590"/>
                  </a:lnTo>
                  <a:lnTo>
                    <a:pt x="16637" y="6712"/>
                  </a:lnTo>
                  <a:lnTo>
                    <a:pt x="16556" y="6712"/>
                  </a:lnTo>
                  <a:lnTo>
                    <a:pt x="16547" y="6729"/>
                  </a:lnTo>
                  <a:lnTo>
                    <a:pt x="16547" y="6729"/>
                  </a:lnTo>
                  <a:lnTo>
                    <a:pt x="15295" y="6956"/>
                  </a:lnTo>
                  <a:lnTo>
                    <a:pt x="13993" y="7119"/>
                  </a:lnTo>
                  <a:lnTo>
                    <a:pt x="12651" y="7282"/>
                  </a:lnTo>
                  <a:lnTo>
                    <a:pt x="11308" y="7363"/>
                  </a:lnTo>
                  <a:lnTo>
                    <a:pt x="9966" y="7444"/>
                  </a:lnTo>
                  <a:lnTo>
                    <a:pt x="8583" y="7444"/>
                  </a:lnTo>
                  <a:lnTo>
                    <a:pt x="5939" y="7363"/>
                  </a:lnTo>
                  <a:lnTo>
                    <a:pt x="5329" y="7322"/>
                  </a:lnTo>
                  <a:lnTo>
                    <a:pt x="4719" y="7241"/>
                  </a:lnTo>
                  <a:lnTo>
                    <a:pt x="4109" y="7078"/>
                  </a:lnTo>
                  <a:lnTo>
                    <a:pt x="3539" y="6834"/>
                  </a:lnTo>
                  <a:lnTo>
                    <a:pt x="3051" y="6550"/>
                  </a:lnTo>
                  <a:lnTo>
                    <a:pt x="2604" y="6224"/>
                  </a:lnTo>
                  <a:lnTo>
                    <a:pt x="2238" y="5817"/>
                  </a:lnTo>
                  <a:lnTo>
                    <a:pt x="1871" y="5370"/>
                  </a:lnTo>
                  <a:lnTo>
                    <a:pt x="1668" y="5045"/>
                  </a:lnTo>
                  <a:lnTo>
                    <a:pt x="1465" y="4678"/>
                  </a:lnTo>
                  <a:lnTo>
                    <a:pt x="1139" y="3987"/>
                  </a:lnTo>
                  <a:lnTo>
                    <a:pt x="855" y="3214"/>
                  </a:lnTo>
                  <a:lnTo>
                    <a:pt x="610" y="2482"/>
                  </a:lnTo>
                  <a:lnTo>
                    <a:pt x="529" y="2197"/>
                  </a:lnTo>
                  <a:lnTo>
                    <a:pt x="456" y="2051"/>
                  </a:lnTo>
                  <a:lnTo>
                    <a:pt x="570" y="1994"/>
                  </a:lnTo>
                  <a:lnTo>
                    <a:pt x="733" y="1913"/>
                  </a:lnTo>
                  <a:lnTo>
                    <a:pt x="1383" y="1587"/>
                  </a:lnTo>
                  <a:lnTo>
                    <a:pt x="2807" y="977"/>
                  </a:lnTo>
                  <a:lnTo>
                    <a:pt x="4126" y="449"/>
                  </a:lnTo>
                  <a:close/>
                  <a:moveTo>
                    <a:pt x="4149" y="1"/>
                  </a:moveTo>
                  <a:lnTo>
                    <a:pt x="2807" y="530"/>
                  </a:lnTo>
                  <a:lnTo>
                    <a:pt x="1505" y="1099"/>
                  </a:lnTo>
                  <a:lnTo>
                    <a:pt x="244" y="1709"/>
                  </a:lnTo>
                  <a:lnTo>
                    <a:pt x="122" y="1750"/>
                  </a:lnTo>
                  <a:lnTo>
                    <a:pt x="41" y="1872"/>
                  </a:lnTo>
                  <a:lnTo>
                    <a:pt x="0" y="1953"/>
                  </a:lnTo>
                  <a:lnTo>
                    <a:pt x="41" y="2116"/>
                  </a:lnTo>
                  <a:lnTo>
                    <a:pt x="244" y="2726"/>
                  </a:lnTo>
                  <a:lnTo>
                    <a:pt x="488" y="3377"/>
                  </a:lnTo>
                  <a:lnTo>
                    <a:pt x="773" y="4109"/>
                  </a:lnTo>
                  <a:lnTo>
                    <a:pt x="1099" y="4841"/>
                  </a:lnTo>
                  <a:lnTo>
                    <a:pt x="1383" y="5329"/>
                  </a:lnTo>
                  <a:lnTo>
                    <a:pt x="1709" y="5817"/>
                  </a:lnTo>
                  <a:lnTo>
                    <a:pt x="2075" y="6306"/>
                  </a:lnTo>
                  <a:lnTo>
                    <a:pt x="2522" y="6672"/>
                  </a:lnTo>
                  <a:lnTo>
                    <a:pt x="3010" y="7038"/>
                  </a:lnTo>
                  <a:lnTo>
                    <a:pt x="3539" y="7282"/>
                  </a:lnTo>
                  <a:lnTo>
                    <a:pt x="4109" y="7485"/>
                  </a:lnTo>
                  <a:lnTo>
                    <a:pt x="4719" y="7607"/>
                  </a:lnTo>
                  <a:lnTo>
                    <a:pt x="5370" y="7729"/>
                  </a:lnTo>
                  <a:lnTo>
                    <a:pt x="6061" y="7770"/>
                  </a:lnTo>
                  <a:lnTo>
                    <a:pt x="7444" y="7770"/>
                  </a:lnTo>
                  <a:lnTo>
                    <a:pt x="8868" y="7851"/>
                  </a:lnTo>
                  <a:lnTo>
                    <a:pt x="10332" y="7851"/>
                  </a:lnTo>
                  <a:lnTo>
                    <a:pt x="11959" y="7729"/>
                  </a:lnTo>
                  <a:lnTo>
                    <a:pt x="13546" y="7607"/>
                  </a:lnTo>
                  <a:lnTo>
                    <a:pt x="15132" y="7363"/>
                  </a:lnTo>
                  <a:lnTo>
                    <a:pt x="16718" y="7078"/>
                  </a:lnTo>
                  <a:lnTo>
                    <a:pt x="17003" y="6997"/>
                  </a:lnTo>
                  <a:lnTo>
                    <a:pt x="17288" y="6834"/>
                  </a:lnTo>
                  <a:lnTo>
                    <a:pt x="17369" y="6753"/>
                  </a:lnTo>
                  <a:lnTo>
                    <a:pt x="17450" y="6631"/>
                  </a:lnTo>
                  <a:lnTo>
                    <a:pt x="17532" y="6509"/>
                  </a:lnTo>
                  <a:lnTo>
                    <a:pt x="17532" y="6346"/>
                  </a:lnTo>
                  <a:lnTo>
                    <a:pt x="17491" y="6143"/>
                  </a:lnTo>
                  <a:lnTo>
                    <a:pt x="17439" y="6065"/>
                  </a:lnTo>
                  <a:lnTo>
                    <a:pt x="17450" y="6061"/>
                  </a:lnTo>
                  <a:lnTo>
                    <a:pt x="17654" y="5980"/>
                  </a:lnTo>
                  <a:lnTo>
                    <a:pt x="17817" y="5817"/>
                  </a:lnTo>
                  <a:lnTo>
                    <a:pt x="17939" y="5614"/>
                  </a:lnTo>
                  <a:lnTo>
                    <a:pt x="18020" y="5370"/>
                  </a:lnTo>
                  <a:lnTo>
                    <a:pt x="17979" y="5167"/>
                  </a:lnTo>
                  <a:lnTo>
                    <a:pt x="17939" y="4963"/>
                  </a:lnTo>
                  <a:lnTo>
                    <a:pt x="17844" y="4868"/>
                  </a:lnTo>
                  <a:lnTo>
                    <a:pt x="17898" y="4841"/>
                  </a:lnTo>
                  <a:lnTo>
                    <a:pt x="18061" y="4678"/>
                  </a:lnTo>
                  <a:lnTo>
                    <a:pt x="18223" y="4475"/>
                  </a:lnTo>
                  <a:lnTo>
                    <a:pt x="18264" y="4231"/>
                  </a:lnTo>
                  <a:lnTo>
                    <a:pt x="18264" y="4109"/>
                  </a:lnTo>
                  <a:lnTo>
                    <a:pt x="18264" y="3987"/>
                  </a:lnTo>
                  <a:lnTo>
                    <a:pt x="18183" y="3865"/>
                  </a:lnTo>
                  <a:lnTo>
                    <a:pt x="18142" y="3784"/>
                  </a:lnTo>
                  <a:lnTo>
                    <a:pt x="18020" y="3702"/>
                  </a:lnTo>
                  <a:lnTo>
                    <a:pt x="17939" y="3621"/>
                  </a:lnTo>
                  <a:lnTo>
                    <a:pt x="17694" y="3580"/>
                  </a:lnTo>
                  <a:lnTo>
                    <a:pt x="17660" y="3574"/>
                  </a:lnTo>
                  <a:lnTo>
                    <a:pt x="17660" y="3574"/>
                  </a:lnTo>
                  <a:lnTo>
                    <a:pt x="17776" y="3458"/>
                  </a:lnTo>
                  <a:lnTo>
                    <a:pt x="17857" y="3336"/>
                  </a:lnTo>
                  <a:lnTo>
                    <a:pt x="17898" y="3214"/>
                  </a:lnTo>
                  <a:lnTo>
                    <a:pt x="17939" y="3092"/>
                  </a:lnTo>
                  <a:lnTo>
                    <a:pt x="17898" y="2970"/>
                  </a:lnTo>
                  <a:lnTo>
                    <a:pt x="17817" y="2848"/>
                  </a:lnTo>
                  <a:lnTo>
                    <a:pt x="17694" y="2767"/>
                  </a:lnTo>
                  <a:lnTo>
                    <a:pt x="17532" y="2685"/>
                  </a:lnTo>
                  <a:lnTo>
                    <a:pt x="17044" y="2685"/>
                  </a:lnTo>
                  <a:lnTo>
                    <a:pt x="16067" y="2726"/>
                  </a:lnTo>
                  <a:lnTo>
                    <a:pt x="15091" y="2767"/>
                  </a:lnTo>
                  <a:lnTo>
                    <a:pt x="14156" y="2848"/>
                  </a:lnTo>
                  <a:lnTo>
                    <a:pt x="12325" y="3051"/>
                  </a:lnTo>
                  <a:lnTo>
                    <a:pt x="11390" y="3092"/>
                  </a:lnTo>
                  <a:lnTo>
                    <a:pt x="10454" y="3133"/>
                  </a:lnTo>
                  <a:lnTo>
                    <a:pt x="9559" y="3092"/>
                  </a:lnTo>
                  <a:lnTo>
                    <a:pt x="8624" y="3011"/>
                  </a:lnTo>
                  <a:lnTo>
                    <a:pt x="8176" y="2929"/>
                  </a:lnTo>
                  <a:lnTo>
                    <a:pt x="7729" y="2848"/>
                  </a:lnTo>
                  <a:lnTo>
                    <a:pt x="7281" y="2726"/>
                  </a:lnTo>
                  <a:lnTo>
                    <a:pt x="6875" y="2563"/>
                  </a:lnTo>
                  <a:lnTo>
                    <a:pt x="6427" y="2401"/>
                  </a:lnTo>
                  <a:lnTo>
                    <a:pt x="6061" y="2157"/>
                  </a:lnTo>
                  <a:lnTo>
                    <a:pt x="5695" y="1872"/>
                  </a:lnTo>
                  <a:lnTo>
                    <a:pt x="5370" y="1546"/>
                  </a:lnTo>
                  <a:lnTo>
                    <a:pt x="5085" y="1221"/>
                  </a:lnTo>
                  <a:lnTo>
                    <a:pt x="4841" y="855"/>
                  </a:lnTo>
                  <a:lnTo>
                    <a:pt x="4353" y="82"/>
                  </a:lnTo>
                  <a:lnTo>
                    <a:pt x="42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5"/>
            <p:cNvSpPr/>
            <p:nvPr/>
          </p:nvSpPr>
          <p:spPr>
            <a:xfrm>
              <a:off x="4655356" y="1565833"/>
              <a:ext cx="279212" cy="357366"/>
            </a:xfrm>
            <a:custGeom>
              <a:avLst/>
              <a:gdLst/>
              <a:ahLst/>
              <a:cxnLst/>
              <a:rect l="l" t="t" r="r" b="b"/>
              <a:pathLst>
                <a:path w="6102" h="7810" extrusionOk="0">
                  <a:moveTo>
                    <a:pt x="3946" y="0"/>
                  </a:moveTo>
                  <a:lnTo>
                    <a:pt x="0" y="2278"/>
                  </a:lnTo>
                  <a:lnTo>
                    <a:pt x="407" y="3783"/>
                  </a:lnTo>
                  <a:lnTo>
                    <a:pt x="895" y="5288"/>
                  </a:lnTo>
                  <a:lnTo>
                    <a:pt x="1261" y="6549"/>
                  </a:lnTo>
                  <a:lnTo>
                    <a:pt x="1465" y="7200"/>
                  </a:lnTo>
                  <a:lnTo>
                    <a:pt x="1668" y="7810"/>
                  </a:lnTo>
                  <a:lnTo>
                    <a:pt x="2807" y="7484"/>
                  </a:lnTo>
                  <a:lnTo>
                    <a:pt x="3946" y="7118"/>
                  </a:lnTo>
                  <a:lnTo>
                    <a:pt x="5044" y="6712"/>
                  </a:lnTo>
                  <a:lnTo>
                    <a:pt x="6102" y="6224"/>
                  </a:lnTo>
                  <a:lnTo>
                    <a:pt x="6061" y="5979"/>
                  </a:lnTo>
                  <a:lnTo>
                    <a:pt x="5817" y="5329"/>
                  </a:lnTo>
                  <a:lnTo>
                    <a:pt x="5126" y="3295"/>
                  </a:lnTo>
                  <a:lnTo>
                    <a:pt x="39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5"/>
            <p:cNvSpPr/>
            <p:nvPr/>
          </p:nvSpPr>
          <p:spPr>
            <a:xfrm>
              <a:off x="4655356" y="1565833"/>
              <a:ext cx="279212" cy="357366"/>
            </a:xfrm>
            <a:custGeom>
              <a:avLst/>
              <a:gdLst/>
              <a:ahLst/>
              <a:cxnLst/>
              <a:rect l="l" t="t" r="r" b="b"/>
              <a:pathLst>
                <a:path w="6102" h="7810" fill="none" extrusionOk="0">
                  <a:moveTo>
                    <a:pt x="0" y="2278"/>
                  </a:moveTo>
                  <a:lnTo>
                    <a:pt x="0" y="2278"/>
                  </a:lnTo>
                  <a:lnTo>
                    <a:pt x="407" y="3783"/>
                  </a:lnTo>
                  <a:lnTo>
                    <a:pt x="895" y="5288"/>
                  </a:lnTo>
                  <a:lnTo>
                    <a:pt x="895" y="5288"/>
                  </a:lnTo>
                  <a:lnTo>
                    <a:pt x="1261" y="6549"/>
                  </a:lnTo>
                  <a:lnTo>
                    <a:pt x="1465" y="7200"/>
                  </a:lnTo>
                  <a:lnTo>
                    <a:pt x="1668" y="7810"/>
                  </a:lnTo>
                  <a:lnTo>
                    <a:pt x="1668" y="7810"/>
                  </a:lnTo>
                  <a:lnTo>
                    <a:pt x="2807" y="7484"/>
                  </a:lnTo>
                  <a:lnTo>
                    <a:pt x="3946" y="7118"/>
                  </a:lnTo>
                  <a:lnTo>
                    <a:pt x="5044" y="6712"/>
                  </a:lnTo>
                  <a:lnTo>
                    <a:pt x="6102" y="6224"/>
                  </a:lnTo>
                  <a:lnTo>
                    <a:pt x="6102" y="6224"/>
                  </a:lnTo>
                  <a:lnTo>
                    <a:pt x="6061" y="5979"/>
                  </a:lnTo>
                  <a:lnTo>
                    <a:pt x="5817" y="5329"/>
                  </a:lnTo>
                  <a:lnTo>
                    <a:pt x="5126" y="3295"/>
                  </a:lnTo>
                  <a:lnTo>
                    <a:pt x="39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5"/>
            <p:cNvSpPr/>
            <p:nvPr/>
          </p:nvSpPr>
          <p:spPr>
            <a:xfrm>
              <a:off x="4646021" y="1556499"/>
              <a:ext cx="297881" cy="376035"/>
            </a:xfrm>
            <a:custGeom>
              <a:avLst/>
              <a:gdLst/>
              <a:ahLst/>
              <a:cxnLst/>
              <a:rect l="l" t="t" r="r" b="b"/>
              <a:pathLst>
                <a:path w="6510" h="8218" extrusionOk="0">
                  <a:moveTo>
                    <a:pt x="6143" y="6306"/>
                  </a:moveTo>
                  <a:lnTo>
                    <a:pt x="6102" y="6316"/>
                  </a:lnTo>
                  <a:lnTo>
                    <a:pt x="6102" y="6306"/>
                  </a:lnTo>
                  <a:close/>
                  <a:moveTo>
                    <a:pt x="4069" y="1"/>
                  </a:moveTo>
                  <a:lnTo>
                    <a:pt x="4028" y="41"/>
                  </a:lnTo>
                  <a:lnTo>
                    <a:pt x="3987" y="82"/>
                  </a:lnTo>
                  <a:lnTo>
                    <a:pt x="3947" y="163"/>
                  </a:lnTo>
                  <a:lnTo>
                    <a:pt x="3947" y="245"/>
                  </a:lnTo>
                  <a:lnTo>
                    <a:pt x="5126" y="3499"/>
                  </a:lnTo>
                  <a:lnTo>
                    <a:pt x="5818" y="5492"/>
                  </a:lnTo>
                  <a:lnTo>
                    <a:pt x="6021" y="6143"/>
                  </a:lnTo>
                  <a:lnTo>
                    <a:pt x="6080" y="6321"/>
                  </a:lnTo>
                  <a:lnTo>
                    <a:pt x="6080" y="6321"/>
                  </a:lnTo>
                  <a:lnTo>
                    <a:pt x="5980" y="6346"/>
                  </a:lnTo>
                  <a:lnTo>
                    <a:pt x="5655" y="6509"/>
                  </a:lnTo>
                  <a:lnTo>
                    <a:pt x="5085" y="6753"/>
                  </a:lnTo>
                  <a:lnTo>
                    <a:pt x="4028" y="7160"/>
                  </a:lnTo>
                  <a:lnTo>
                    <a:pt x="2930" y="7526"/>
                  </a:lnTo>
                  <a:lnTo>
                    <a:pt x="2002" y="7766"/>
                  </a:lnTo>
                  <a:lnTo>
                    <a:pt x="1831" y="7282"/>
                  </a:lnTo>
                  <a:lnTo>
                    <a:pt x="1628" y="6590"/>
                  </a:lnTo>
                  <a:lnTo>
                    <a:pt x="1221" y="5248"/>
                  </a:lnTo>
                  <a:lnTo>
                    <a:pt x="774" y="3824"/>
                  </a:lnTo>
                  <a:lnTo>
                    <a:pt x="367" y="2401"/>
                  </a:lnTo>
                  <a:lnTo>
                    <a:pt x="326" y="2319"/>
                  </a:lnTo>
                  <a:lnTo>
                    <a:pt x="286" y="2279"/>
                  </a:lnTo>
                  <a:lnTo>
                    <a:pt x="123" y="2279"/>
                  </a:lnTo>
                  <a:lnTo>
                    <a:pt x="82" y="2319"/>
                  </a:lnTo>
                  <a:lnTo>
                    <a:pt x="1" y="2360"/>
                  </a:lnTo>
                  <a:lnTo>
                    <a:pt x="1" y="2441"/>
                  </a:lnTo>
                  <a:lnTo>
                    <a:pt x="1" y="2523"/>
                  </a:lnTo>
                  <a:lnTo>
                    <a:pt x="408" y="3946"/>
                  </a:lnTo>
                  <a:lnTo>
                    <a:pt x="855" y="5329"/>
                  </a:lnTo>
                  <a:lnTo>
                    <a:pt x="1262" y="6712"/>
                  </a:lnTo>
                  <a:lnTo>
                    <a:pt x="1465" y="7404"/>
                  </a:lnTo>
                  <a:lnTo>
                    <a:pt x="1709" y="8055"/>
                  </a:lnTo>
                  <a:lnTo>
                    <a:pt x="1750" y="8136"/>
                  </a:lnTo>
                  <a:lnTo>
                    <a:pt x="1791" y="8177"/>
                  </a:lnTo>
                  <a:lnTo>
                    <a:pt x="1872" y="8217"/>
                  </a:lnTo>
                  <a:lnTo>
                    <a:pt x="1953" y="8217"/>
                  </a:lnTo>
                  <a:lnTo>
                    <a:pt x="2970" y="7933"/>
                  </a:lnTo>
                  <a:lnTo>
                    <a:pt x="3947" y="7607"/>
                  </a:lnTo>
                  <a:lnTo>
                    <a:pt x="4963" y="7241"/>
                  </a:lnTo>
                  <a:lnTo>
                    <a:pt x="5899" y="6834"/>
                  </a:lnTo>
                  <a:lnTo>
                    <a:pt x="6143" y="6753"/>
                  </a:lnTo>
                  <a:lnTo>
                    <a:pt x="6346" y="6672"/>
                  </a:lnTo>
                  <a:lnTo>
                    <a:pt x="6428" y="6590"/>
                  </a:lnTo>
                  <a:lnTo>
                    <a:pt x="6468" y="6509"/>
                  </a:lnTo>
                  <a:lnTo>
                    <a:pt x="6509" y="6428"/>
                  </a:lnTo>
                  <a:lnTo>
                    <a:pt x="6509" y="6306"/>
                  </a:lnTo>
                  <a:lnTo>
                    <a:pt x="6346" y="5777"/>
                  </a:lnTo>
                  <a:lnTo>
                    <a:pt x="5614" y="3702"/>
                  </a:lnTo>
                  <a:lnTo>
                    <a:pt x="4882" y="1628"/>
                  </a:lnTo>
                  <a:lnTo>
                    <a:pt x="4353" y="163"/>
                  </a:lnTo>
                  <a:lnTo>
                    <a:pt x="4313" y="82"/>
                  </a:lnTo>
                  <a:lnTo>
                    <a:pt x="4231" y="41"/>
                  </a:lnTo>
                  <a:lnTo>
                    <a:pt x="41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5"/>
            <p:cNvSpPr/>
            <p:nvPr/>
          </p:nvSpPr>
          <p:spPr>
            <a:xfrm>
              <a:off x="4649773" y="1792888"/>
              <a:ext cx="68911" cy="57746"/>
            </a:xfrm>
            <a:custGeom>
              <a:avLst/>
              <a:gdLst/>
              <a:ahLst/>
              <a:cxnLst/>
              <a:rect l="l" t="t" r="r" b="b"/>
              <a:pathLst>
                <a:path w="1506" h="1262" extrusionOk="0">
                  <a:moveTo>
                    <a:pt x="122" y="1"/>
                  </a:moveTo>
                  <a:lnTo>
                    <a:pt x="82" y="41"/>
                  </a:lnTo>
                  <a:lnTo>
                    <a:pt x="0" y="82"/>
                  </a:lnTo>
                  <a:lnTo>
                    <a:pt x="0" y="163"/>
                  </a:lnTo>
                  <a:lnTo>
                    <a:pt x="0" y="245"/>
                  </a:lnTo>
                  <a:lnTo>
                    <a:pt x="41" y="326"/>
                  </a:lnTo>
                  <a:lnTo>
                    <a:pt x="82" y="367"/>
                  </a:lnTo>
                  <a:lnTo>
                    <a:pt x="366" y="570"/>
                  </a:lnTo>
                  <a:lnTo>
                    <a:pt x="529" y="651"/>
                  </a:lnTo>
                  <a:lnTo>
                    <a:pt x="570" y="692"/>
                  </a:lnTo>
                  <a:lnTo>
                    <a:pt x="610" y="733"/>
                  </a:lnTo>
                  <a:lnTo>
                    <a:pt x="651" y="733"/>
                  </a:lnTo>
                  <a:lnTo>
                    <a:pt x="1139" y="1180"/>
                  </a:lnTo>
                  <a:lnTo>
                    <a:pt x="1221" y="1221"/>
                  </a:lnTo>
                  <a:lnTo>
                    <a:pt x="1302" y="1262"/>
                  </a:lnTo>
                  <a:lnTo>
                    <a:pt x="1383" y="1221"/>
                  </a:lnTo>
                  <a:lnTo>
                    <a:pt x="1424" y="1180"/>
                  </a:lnTo>
                  <a:lnTo>
                    <a:pt x="1465" y="1140"/>
                  </a:lnTo>
                  <a:lnTo>
                    <a:pt x="1505" y="1058"/>
                  </a:lnTo>
                  <a:lnTo>
                    <a:pt x="1465" y="977"/>
                  </a:lnTo>
                  <a:lnTo>
                    <a:pt x="1424" y="895"/>
                  </a:lnTo>
                  <a:lnTo>
                    <a:pt x="895" y="448"/>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5"/>
            <p:cNvSpPr/>
            <p:nvPr/>
          </p:nvSpPr>
          <p:spPr>
            <a:xfrm>
              <a:off x="4863832" y="1876627"/>
              <a:ext cx="70741" cy="44751"/>
            </a:xfrm>
            <a:custGeom>
              <a:avLst/>
              <a:gdLst/>
              <a:ahLst/>
              <a:cxnLst/>
              <a:rect l="l" t="t" r="r" b="b"/>
              <a:pathLst>
                <a:path w="1546" h="978" extrusionOk="0">
                  <a:moveTo>
                    <a:pt x="1261" y="1"/>
                  </a:moveTo>
                  <a:lnTo>
                    <a:pt x="1220" y="42"/>
                  </a:lnTo>
                  <a:lnTo>
                    <a:pt x="1180" y="123"/>
                  </a:lnTo>
                  <a:lnTo>
                    <a:pt x="1139" y="204"/>
                  </a:lnTo>
                  <a:lnTo>
                    <a:pt x="1139" y="245"/>
                  </a:lnTo>
                  <a:lnTo>
                    <a:pt x="1139" y="367"/>
                  </a:lnTo>
                  <a:lnTo>
                    <a:pt x="1098" y="367"/>
                  </a:lnTo>
                  <a:lnTo>
                    <a:pt x="1098" y="408"/>
                  </a:lnTo>
                  <a:lnTo>
                    <a:pt x="1058" y="448"/>
                  </a:lnTo>
                  <a:lnTo>
                    <a:pt x="976" y="530"/>
                  </a:lnTo>
                  <a:lnTo>
                    <a:pt x="936" y="570"/>
                  </a:lnTo>
                  <a:lnTo>
                    <a:pt x="895" y="570"/>
                  </a:lnTo>
                  <a:lnTo>
                    <a:pt x="814" y="611"/>
                  </a:lnTo>
                  <a:lnTo>
                    <a:pt x="692" y="611"/>
                  </a:lnTo>
                  <a:lnTo>
                    <a:pt x="651" y="570"/>
                  </a:lnTo>
                  <a:lnTo>
                    <a:pt x="610" y="570"/>
                  </a:lnTo>
                  <a:lnTo>
                    <a:pt x="570" y="530"/>
                  </a:lnTo>
                  <a:lnTo>
                    <a:pt x="529" y="530"/>
                  </a:lnTo>
                  <a:lnTo>
                    <a:pt x="529" y="489"/>
                  </a:lnTo>
                  <a:lnTo>
                    <a:pt x="488" y="448"/>
                  </a:lnTo>
                  <a:lnTo>
                    <a:pt x="447" y="448"/>
                  </a:lnTo>
                  <a:lnTo>
                    <a:pt x="447" y="408"/>
                  </a:lnTo>
                  <a:lnTo>
                    <a:pt x="407" y="367"/>
                  </a:lnTo>
                  <a:lnTo>
                    <a:pt x="366" y="245"/>
                  </a:lnTo>
                  <a:lnTo>
                    <a:pt x="366" y="164"/>
                  </a:lnTo>
                  <a:lnTo>
                    <a:pt x="285" y="123"/>
                  </a:lnTo>
                  <a:lnTo>
                    <a:pt x="122" y="123"/>
                  </a:lnTo>
                  <a:lnTo>
                    <a:pt x="81" y="164"/>
                  </a:lnTo>
                  <a:lnTo>
                    <a:pt x="41" y="204"/>
                  </a:lnTo>
                  <a:lnTo>
                    <a:pt x="0" y="286"/>
                  </a:lnTo>
                  <a:lnTo>
                    <a:pt x="0" y="367"/>
                  </a:lnTo>
                  <a:lnTo>
                    <a:pt x="41" y="489"/>
                  </a:lnTo>
                  <a:lnTo>
                    <a:pt x="122" y="611"/>
                  </a:lnTo>
                  <a:lnTo>
                    <a:pt x="203" y="733"/>
                  </a:lnTo>
                  <a:lnTo>
                    <a:pt x="285" y="815"/>
                  </a:lnTo>
                  <a:lnTo>
                    <a:pt x="407" y="896"/>
                  </a:lnTo>
                  <a:lnTo>
                    <a:pt x="529" y="977"/>
                  </a:lnTo>
                  <a:lnTo>
                    <a:pt x="976" y="977"/>
                  </a:lnTo>
                  <a:lnTo>
                    <a:pt x="1098" y="896"/>
                  </a:lnTo>
                  <a:lnTo>
                    <a:pt x="1220" y="815"/>
                  </a:lnTo>
                  <a:lnTo>
                    <a:pt x="1342" y="733"/>
                  </a:lnTo>
                  <a:lnTo>
                    <a:pt x="1424" y="611"/>
                  </a:lnTo>
                  <a:lnTo>
                    <a:pt x="1505" y="489"/>
                  </a:lnTo>
                  <a:lnTo>
                    <a:pt x="1546" y="367"/>
                  </a:lnTo>
                  <a:lnTo>
                    <a:pt x="1546" y="204"/>
                  </a:lnTo>
                  <a:lnTo>
                    <a:pt x="1546" y="123"/>
                  </a:lnTo>
                  <a:lnTo>
                    <a:pt x="1505" y="42"/>
                  </a:lnTo>
                  <a:lnTo>
                    <a:pt x="14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5"/>
            <p:cNvSpPr/>
            <p:nvPr/>
          </p:nvSpPr>
          <p:spPr>
            <a:xfrm>
              <a:off x="5156047" y="1694232"/>
              <a:ext cx="50287" cy="195476"/>
            </a:xfrm>
            <a:custGeom>
              <a:avLst/>
              <a:gdLst/>
              <a:ahLst/>
              <a:cxnLst/>
              <a:rect l="l" t="t" r="r" b="b"/>
              <a:pathLst>
                <a:path w="1099" h="4272" extrusionOk="0">
                  <a:moveTo>
                    <a:pt x="895" y="1"/>
                  </a:moveTo>
                  <a:lnTo>
                    <a:pt x="814" y="41"/>
                  </a:lnTo>
                  <a:lnTo>
                    <a:pt x="773" y="82"/>
                  </a:lnTo>
                  <a:lnTo>
                    <a:pt x="692" y="123"/>
                  </a:lnTo>
                  <a:lnTo>
                    <a:pt x="692" y="204"/>
                  </a:lnTo>
                  <a:lnTo>
                    <a:pt x="570" y="1180"/>
                  </a:lnTo>
                  <a:lnTo>
                    <a:pt x="448" y="2157"/>
                  </a:lnTo>
                  <a:lnTo>
                    <a:pt x="244" y="3092"/>
                  </a:lnTo>
                  <a:lnTo>
                    <a:pt x="0" y="4028"/>
                  </a:lnTo>
                  <a:lnTo>
                    <a:pt x="0" y="4109"/>
                  </a:lnTo>
                  <a:lnTo>
                    <a:pt x="0" y="4190"/>
                  </a:lnTo>
                  <a:lnTo>
                    <a:pt x="41" y="4231"/>
                  </a:lnTo>
                  <a:lnTo>
                    <a:pt x="122" y="4272"/>
                  </a:lnTo>
                  <a:lnTo>
                    <a:pt x="285" y="4272"/>
                  </a:lnTo>
                  <a:lnTo>
                    <a:pt x="326" y="4231"/>
                  </a:lnTo>
                  <a:lnTo>
                    <a:pt x="366" y="4150"/>
                  </a:lnTo>
                  <a:lnTo>
                    <a:pt x="610" y="3173"/>
                  </a:lnTo>
                  <a:lnTo>
                    <a:pt x="854" y="2197"/>
                  </a:lnTo>
                  <a:lnTo>
                    <a:pt x="976" y="1221"/>
                  </a:lnTo>
                  <a:lnTo>
                    <a:pt x="1098" y="204"/>
                  </a:lnTo>
                  <a:lnTo>
                    <a:pt x="1058" y="123"/>
                  </a:lnTo>
                  <a:lnTo>
                    <a:pt x="1017" y="82"/>
                  </a:lnTo>
                  <a:lnTo>
                    <a:pt x="976" y="41"/>
                  </a:lnTo>
                  <a:lnTo>
                    <a:pt x="8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5"/>
            <p:cNvSpPr/>
            <p:nvPr/>
          </p:nvSpPr>
          <p:spPr>
            <a:xfrm>
              <a:off x="3598147" y="2611878"/>
              <a:ext cx="286671" cy="184265"/>
            </a:xfrm>
            <a:custGeom>
              <a:avLst/>
              <a:gdLst/>
              <a:ahLst/>
              <a:cxnLst/>
              <a:rect l="l" t="t" r="r" b="b"/>
              <a:pathLst>
                <a:path w="6265" h="4027" extrusionOk="0">
                  <a:moveTo>
                    <a:pt x="854" y="0"/>
                  </a:moveTo>
                  <a:lnTo>
                    <a:pt x="773" y="41"/>
                  </a:lnTo>
                  <a:lnTo>
                    <a:pt x="610" y="244"/>
                  </a:lnTo>
                  <a:lnTo>
                    <a:pt x="448" y="447"/>
                  </a:lnTo>
                  <a:lnTo>
                    <a:pt x="326" y="651"/>
                  </a:lnTo>
                  <a:lnTo>
                    <a:pt x="204" y="895"/>
                  </a:lnTo>
                  <a:lnTo>
                    <a:pt x="122" y="1139"/>
                  </a:lnTo>
                  <a:lnTo>
                    <a:pt x="82" y="1383"/>
                  </a:lnTo>
                  <a:lnTo>
                    <a:pt x="41" y="1627"/>
                  </a:lnTo>
                  <a:lnTo>
                    <a:pt x="0" y="1912"/>
                  </a:lnTo>
                  <a:lnTo>
                    <a:pt x="41" y="2156"/>
                  </a:lnTo>
                  <a:lnTo>
                    <a:pt x="82" y="2400"/>
                  </a:lnTo>
                  <a:lnTo>
                    <a:pt x="122" y="2644"/>
                  </a:lnTo>
                  <a:lnTo>
                    <a:pt x="244" y="2888"/>
                  </a:lnTo>
                  <a:lnTo>
                    <a:pt x="366" y="3091"/>
                  </a:lnTo>
                  <a:lnTo>
                    <a:pt x="488" y="3295"/>
                  </a:lnTo>
                  <a:lnTo>
                    <a:pt x="692" y="3498"/>
                  </a:lnTo>
                  <a:lnTo>
                    <a:pt x="895" y="3661"/>
                  </a:lnTo>
                  <a:lnTo>
                    <a:pt x="1099" y="3783"/>
                  </a:lnTo>
                  <a:lnTo>
                    <a:pt x="1261" y="3864"/>
                  </a:lnTo>
                  <a:lnTo>
                    <a:pt x="1709" y="3986"/>
                  </a:lnTo>
                  <a:lnTo>
                    <a:pt x="2115" y="4027"/>
                  </a:lnTo>
                  <a:lnTo>
                    <a:pt x="2563" y="4027"/>
                  </a:lnTo>
                  <a:lnTo>
                    <a:pt x="3010" y="3946"/>
                  </a:lnTo>
                  <a:lnTo>
                    <a:pt x="3417" y="3783"/>
                  </a:lnTo>
                  <a:lnTo>
                    <a:pt x="3824" y="3620"/>
                  </a:lnTo>
                  <a:lnTo>
                    <a:pt x="4190" y="3417"/>
                  </a:lnTo>
                  <a:lnTo>
                    <a:pt x="4515" y="3213"/>
                  </a:lnTo>
                  <a:lnTo>
                    <a:pt x="4800" y="2969"/>
                  </a:lnTo>
                  <a:lnTo>
                    <a:pt x="5288" y="2481"/>
                  </a:lnTo>
                  <a:lnTo>
                    <a:pt x="5776" y="1953"/>
                  </a:lnTo>
                  <a:lnTo>
                    <a:pt x="6224" y="1383"/>
                  </a:lnTo>
                  <a:lnTo>
                    <a:pt x="6264" y="1302"/>
                  </a:lnTo>
                  <a:lnTo>
                    <a:pt x="6264" y="1220"/>
                  </a:lnTo>
                  <a:lnTo>
                    <a:pt x="6224" y="1139"/>
                  </a:lnTo>
                  <a:lnTo>
                    <a:pt x="6183" y="1098"/>
                  </a:lnTo>
                  <a:lnTo>
                    <a:pt x="5939" y="1098"/>
                  </a:lnTo>
                  <a:lnTo>
                    <a:pt x="5898" y="1180"/>
                  </a:lnTo>
                  <a:lnTo>
                    <a:pt x="5247" y="1953"/>
                  </a:lnTo>
                  <a:lnTo>
                    <a:pt x="4922" y="2319"/>
                  </a:lnTo>
                  <a:lnTo>
                    <a:pt x="4556" y="2644"/>
                  </a:lnTo>
                  <a:lnTo>
                    <a:pt x="4190" y="2929"/>
                  </a:lnTo>
                  <a:lnTo>
                    <a:pt x="3742" y="3213"/>
                  </a:lnTo>
                  <a:lnTo>
                    <a:pt x="3295" y="3417"/>
                  </a:lnTo>
                  <a:lnTo>
                    <a:pt x="2848" y="3580"/>
                  </a:lnTo>
                  <a:lnTo>
                    <a:pt x="2481" y="3620"/>
                  </a:lnTo>
                  <a:lnTo>
                    <a:pt x="2115" y="3620"/>
                  </a:lnTo>
                  <a:lnTo>
                    <a:pt x="1749" y="3580"/>
                  </a:lnTo>
                  <a:lnTo>
                    <a:pt x="1424" y="3498"/>
                  </a:lnTo>
                  <a:lnTo>
                    <a:pt x="1099" y="3335"/>
                  </a:lnTo>
                  <a:lnTo>
                    <a:pt x="854" y="3091"/>
                  </a:lnTo>
                  <a:lnTo>
                    <a:pt x="651" y="2807"/>
                  </a:lnTo>
                  <a:lnTo>
                    <a:pt x="488" y="2441"/>
                  </a:lnTo>
                  <a:lnTo>
                    <a:pt x="448" y="2156"/>
                  </a:lnTo>
                  <a:lnTo>
                    <a:pt x="407" y="1871"/>
                  </a:lnTo>
                  <a:lnTo>
                    <a:pt x="448" y="1586"/>
                  </a:lnTo>
                  <a:lnTo>
                    <a:pt x="488" y="1302"/>
                  </a:lnTo>
                  <a:lnTo>
                    <a:pt x="570" y="1017"/>
                  </a:lnTo>
                  <a:lnTo>
                    <a:pt x="692" y="773"/>
                  </a:lnTo>
                  <a:lnTo>
                    <a:pt x="854" y="529"/>
                  </a:lnTo>
                  <a:lnTo>
                    <a:pt x="1058" y="325"/>
                  </a:lnTo>
                  <a:lnTo>
                    <a:pt x="1099" y="244"/>
                  </a:lnTo>
                  <a:lnTo>
                    <a:pt x="1139" y="163"/>
                  </a:lnTo>
                  <a:lnTo>
                    <a:pt x="1099" y="122"/>
                  </a:lnTo>
                  <a:lnTo>
                    <a:pt x="1058" y="41"/>
                  </a:lnTo>
                  <a:lnTo>
                    <a:pt x="10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5"/>
            <p:cNvSpPr/>
            <p:nvPr/>
          </p:nvSpPr>
          <p:spPr>
            <a:xfrm>
              <a:off x="4670227" y="1718439"/>
              <a:ext cx="87534" cy="243887"/>
            </a:xfrm>
            <a:custGeom>
              <a:avLst/>
              <a:gdLst/>
              <a:ahLst/>
              <a:cxnLst/>
              <a:rect l="l" t="t" r="r" b="b"/>
              <a:pathLst>
                <a:path w="1913" h="5330" extrusionOk="0">
                  <a:moveTo>
                    <a:pt x="163" y="1"/>
                  </a:moveTo>
                  <a:lnTo>
                    <a:pt x="82" y="41"/>
                  </a:lnTo>
                  <a:lnTo>
                    <a:pt x="41" y="82"/>
                  </a:lnTo>
                  <a:lnTo>
                    <a:pt x="1" y="163"/>
                  </a:lnTo>
                  <a:lnTo>
                    <a:pt x="1" y="245"/>
                  </a:lnTo>
                  <a:lnTo>
                    <a:pt x="1506" y="5207"/>
                  </a:lnTo>
                  <a:lnTo>
                    <a:pt x="1546" y="5288"/>
                  </a:lnTo>
                  <a:lnTo>
                    <a:pt x="1587" y="5329"/>
                  </a:lnTo>
                  <a:lnTo>
                    <a:pt x="1831" y="5329"/>
                  </a:lnTo>
                  <a:lnTo>
                    <a:pt x="1872" y="5248"/>
                  </a:lnTo>
                  <a:lnTo>
                    <a:pt x="1912" y="5207"/>
                  </a:lnTo>
                  <a:lnTo>
                    <a:pt x="1872" y="5085"/>
                  </a:lnTo>
                  <a:lnTo>
                    <a:pt x="407" y="163"/>
                  </a:lnTo>
                  <a:lnTo>
                    <a:pt x="367" y="82"/>
                  </a:lnTo>
                  <a:lnTo>
                    <a:pt x="285" y="41"/>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5"/>
            <p:cNvSpPr/>
            <p:nvPr/>
          </p:nvSpPr>
          <p:spPr>
            <a:xfrm>
              <a:off x="4865663" y="1642113"/>
              <a:ext cx="94993" cy="240181"/>
            </a:xfrm>
            <a:custGeom>
              <a:avLst/>
              <a:gdLst/>
              <a:ahLst/>
              <a:cxnLst/>
              <a:rect l="l" t="t" r="r" b="b"/>
              <a:pathLst>
                <a:path w="2076" h="5249" extrusionOk="0">
                  <a:moveTo>
                    <a:pt x="123" y="1"/>
                  </a:moveTo>
                  <a:lnTo>
                    <a:pt x="82" y="41"/>
                  </a:lnTo>
                  <a:lnTo>
                    <a:pt x="1" y="82"/>
                  </a:lnTo>
                  <a:lnTo>
                    <a:pt x="1" y="164"/>
                  </a:lnTo>
                  <a:lnTo>
                    <a:pt x="1" y="245"/>
                  </a:lnTo>
                  <a:lnTo>
                    <a:pt x="367" y="1465"/>
                  </a:lnTo>
                  <a:lnTo>
                    <a:pt x="774" y="2726"/>
                  </a:lnTo>
                  <a:lnTo>
                    <a:pt x="1221" y="3946"/>
                  </a:lnTo>
                  <a:lnTo>
                    <a:pt x="1709" y="5126"/>
                  </a:lnTo>
                  <a:lnTo>
                    <a:pt x="1750" y="5207"/>
                  </a:lnTo>
                  <a:lnTo>
                    <a:pt x="1831" y="5248"/>
                  </a:lnTo>
                  <a:lnTo>
                    <a:pt x="1912" y="5248"/>
                  </a:lnTo>
                  <a:lnTo>
                    <a:pt x="1953" y="5207"/>
                  </a:lnTo>
                  <a:lnTo>
                    <a:pt x="2035" y="5167"/>
                  </a:lnTo>
                  <a:lnTo>
                    <a:pt x="2075" y="5085"/>
                  </a:lnTo>
                  <a:lnTo>
                    <a:pt x="2075" y="5004"/>
                  </a:lnTo>
                  <a:lnTo>
                    <a:pt x="2075" y="4923"/>
                  </a:lnTo>
                  <a:lnTo>
                    <a:pt x="1546" y="3743"/>
                  </a:lnTo>
                  <a:lnTo>
                    <a:pt x="1140" y="2563"/>
                  </a:lnTo>
                  <a:lnTo>
                    <a:pt x="733" y="1343"/>
                  </a:lnTo>
                  <a:lnTo>
                    <a:pt x="367" y="123"/>
                  </a:lnTo>
                  <a:lnTo>
                    <a:pt x="326"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5"/>
            <p:cNvSpPr/>
            <p:nvPr/>
          </p:nvSpPr>
          <p:spPr>
            <a:xfrm>
              <a:off x="5366354" y="1158215"/>
              <a:ext cx="54040" cy="29788"/>
            </a:xfrm>
            <a:custGeom>
              <a:avLst/>
              <a:gdLst/>
              <a:ahLst/>
              <a:cxnLst/>
              <a:rect l="l" t="t" r="r" b="b"/>
              <a:pathLst>
                <a:path w="1181" h="651" extrusionOk="0">
                  <a:moveTo>
                    <a:pt x="895" y="0"/>
                  </a:moveTo>
                  <a:lnTo>
                    <a:pt x="855" y="41"/>
                  </a:lnTo>
                  <a:lnTo>
                    <a:pt x="773" y="122"/>
                  </a:lnTo>
                  <a:lnTo>
                    <a:pt x="773" y="81"/>
                  </a:lnTo>
                  <a:lnTo>
                    <a:pt x="733" y="122"/>
                  </a:lnTo>
                  <a:lnTo>
                    <a:pt x="692" y="163"/>
                  </a:lnTo>
                  <a:lnTo>
                    <a:pt x="611" y="203"/>
                  </a:lnTo>
                  <a:lnTo>
                    <a:pt x="570" y="203"/>
                  </a:lnTo>
                  <a:lnTo>
                    <a:pt x="489" y="244"/>
                  </a:lnTo>
                  <a:lnTo>
                    <a:pt x="123" y="244"/>
                  </a:lnTo>
                  <a:lnTo>
                    <a:pt x="82" y="285"/>
                  </a:lnTo>
                  <a:lnTo>
                    <a:pt x="41" y="366"/>
                  </a:lnTo>
                  <a:lnTo>
                    <a:pt x="1" y="447"/>
                  </a:lnTo>
                  <a:lnTo>
                    <a:pt x="41" y="529"/>
                  </a:lnTo>
                  <a:lnTo>
                    <a:pt x="82" y="569"/>
                  </a:lnTo>
                  <a:lnTo>
                    <a:pt x="123" y="610"/>
                  </a:lnTo>
                  <a:lnTo>
                    <a:pt x="204" y="651"/>
                  </a:lnTo>
                  <a:lnTo>
                    <a:pt x="448" y="651"/>
                  </a:lnTo>
                  <a:lnTo>
                    <a:pt x="692" y="569"/>
                  </a:lnTo>
                  <a:lnTo>
                    <a:pt x="936" y="488"/>
                  </a:lnTo>
                  <a:lnTo>
                    <a:pt x="1099" y="325"/>
                  </a:lnTo>
                  <a:lnTo>
                    <a:pt x="1180" y="244"/>
                  </a:lnTo>
                  <a:lnTo>
                    <a:pt x="1180" y="203"/>
                  </a:lnTo>
                  <a:lnTo>
                    <a:pt x="1180" y="122"/>
                  </a:lnTo>
                  <a:lnTo>
                    <a:pt x="1099" y="41"/>
                  </a:lnTo>
                  <a:lnTo>
                    <a:pt x="10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5"/>
            <p:cNvSpPr/>
            <p:nvPr/>
          </p:nvSpPr>
          <p:spPr>
            <a:xfrm>
              <a:off x="5308653" y="1135839"/>
              <a:ext cx="65204" cy="24251"/>
            </a:xfrm>
            <a:custGeom>
              <a:avLst/>
              <a:gdLst/>
              <a:ahLst/>
              <a:cxnLst/>
              <a:rect l="l" t="t" r="r" b="b"/>
              <a:pathLst>
                <a:path w="1425" h="530" extrusionOk="0">
                  <a:moveTo>
                    <a:pt x="1180" y="1"/>
                  </a:moveTo>
                  <a:lnTo>
                    <a:pt x="163" y="123"/>
                  </a:lnTo>
                  <a:lnTo>
                    <a:pt x="82" y="164"/>
                  </a:lnTo>
                  <a:lnTo>
                    <a:pt x="41" y="204"/>
                  </a:lnTo>
                  <a:lnTo>
                    <a:pt x="1" y="286"/>
                  </a:lnTo>
                  <a:lnTo>
                    <a:pt x="1" y="367"/>
                  </a:lnTo>
                  <a:lnTo>
                    <a:pt x="41" y="448"/>
                  </a:lnTo>
                  <a:lnTo>
                    <a:pt x="123" y="489"/>
                  </a:lnTo>
                  <a:lnTo>
                    <a:pt x="163" y="530"/>
                  </a:lnTo>
                  <a:lnTo>
                    <a:pt x="245" y="530"/>
                  </a:lnTo>
                  <a:lnTo>
                    <a:pt x="1262" y="367"/>
                  </a:lnTo>
                  <a:lnTo>
                    <a:pt x="1343" y="326"/>
                  </a:lnTo>
                  <a:lnTo>
                    <a:pt x="1384" y="286"/>
                  </a:lnTo>
                  <a:lnTo>
                    <a:pt x="1424" y="204"/>
                  </a:lnTo>
                  <a:lnTo>
                    <a:pt x="1424" y="123"/>
                  </a:lnTo>
                  <a:lnTo>
                    <a:pt x="1384" y="42"/>
                  </a:lnTo>
                  <a:lnTo>
                    <a:pt x="13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5"/>
            <p:cNvSpPr/>
            <p:nvPr/>
          </p:nvSpPr>
          <p:spPr>
            <a:xfrm>
              <a:off x="5265868" y="1100513"/>
              <a:ext cx="52164" cy="20499"/>
            </a:xfrm>
            <a:custGeom>
              <a:avLst/>
              <a:gdLst/>
              <a:ahLst/>
              <a:cxnLst/>
              <a:rect l="l" t="t" r="r" b="b"/>
              <a:pathLst>
                <a:path w="1140" h="448" extrusionOk="0">
                  <a:moveTo>
                    <a:pt x="936" y="0"/>
                  </a:moveTo>
                  <a:lnTo>
                    <a:pt x="203" y="41"/>
                  </a:lnTo>
                  <a:lnTo>
                    <a:pt x="122" y="81"/>
                  </a:lnTo>
                  <a:lnTo>
                    <a:pt x="41" y="122"/>
                  </a:lnTo>
                  <a:lnTo>
                    <a:pt x="0" y="163"/>
                  </a:lnTo>
                  <a:lnTo>
                    <a:pt x="0" y="244"/>
                  </a:lnTo>
                  <a:lnTo>
                    <a:pt x="0" y="325"/>
                  </a:lnTo>
                  <a:lnTo>
                    <a:pt x="41" y="407"/>
                  </a:lnTo>
                  <a:lnTo>
                    <a:pt x="122" y="448"/>
                  </a:lnTo>
                  <a:lnTo>
                    <a:pt x="203" y="448"/>
                  </a:lnTo>
                  <a:lnTo>
                    <a:pt x="936" y="407"/>
                  </a:lnTo>
                  <a:lnTo>
                    <a:pt x="1017" y="407"/>
                  </a:lnTo>
                  <a:lnTo>
                    <a:pt x="1058" y="366"/>
                  </a:lnTo>
                  <a:lnTo>
                    <a:pt x="1098" y="285"/>
                  </a:lnTo>
                  <a:lnTo>
                    <a:pt x="1139" y="203"/>
                  </a:lnTo>
                  <a:lnTo>
                    <a:pt x="1098" y="122"/>
                  </a:lnTo>
                  <a:lnTo>
                    <a:pt x="1058" y="81"/>
                  </a:lnTo>
                  <a:lnTo>
                    <a:pt x="1017" y="41"/>
                  </a:lnTo>
                  <a:lnTo>
                    <a:pt x="9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5"/>
            <p:cNvSpPr/>
            <p:nvPr/>
          </p:nvSpPr>
          <p:spPr>
            <a:xfrm>
              <a:off x="5211873" y="1068848"/>
              <a:ext cx="61452" cy="18669"/>
            </a:xfrm>
            <a:custGeom>
              <a:avLst/>
              <a:gdLst/>
              <a:ahLst/>
              <a:cxnLst/>
              <a:rect l="l" t="t" r="r" b="b"/>
              <a:pathLst>
                <a:path w="1343" h="408" extrusionOk="0">
                  <a:moveTo>
                    <a:pt x="163" y="1"/>
                  </a:moveTo>
                  <a:lnTo>
                    <a:pt x="82" y="41"/>
                  </a:lnTo>
                  <a:lnTo>
                    <a:pt x="41" y="123"/>
                  </a:lnTo>
                  <a:lnTo>
                    <a:pt x="0" y="204"/>
                  </a:lnTo>
                  <a:lnTo>
                    <a:pt x="41" y="285"/>
                  </a:lnTo>
                  <a:lnTo>
                    <a:pt x="82" y="326"/>
                  </a:lnTo>
                  <a:lnTo>
                    <a:pt x="123" y="367"/>
                  </a:lnTo>
                  <a:lnTo>
                    <a:pt x="204" y="407"/>
                  </a:lnTo>
                  <a:lnTo>
                    <a:pt x="1221" y="407"/>
                  </a:lnTo>
                  <a:lnTo>
                    <a:pt x="1261" y="367"/>
                  </a:lnTo>
                  <a:lnTo>
                    <a:pt x="1302" y="285"/>
                  </a:lnTo>
                  <a:lnTo>
                    <a:pt x="1343" y="245"/>
                  </a:lnTo>
                  <a:lnTo>
                    <a:pt x="1302" y="163"/>
                  </a:lnTo>
                  <a:lnTo>
                    <a:pt x="1261" y="82"/>
                  </a:lnTo>
                  <a:lnTo>
                    <a:pt x="1221" y="41"/>
                  </a:lnTo>
                  <a:lnTo>
                    <a:pt x="1139" y="41"/>
                  </a:lnTo>
                  <a:lnTo>
                    <a:pt x="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5"/>
            <p:cNvSpPr/>
            <p:nvPr/>
          </p:nvSpPr>
          <p:spPr>
            <a:xfrm>
              <a:off x="5183960" y="1040935"/>
              <a:ext cx="29834" cy="24251"/>
            </a:xfrm>
            <a:custGeom>
              <a:avLst/>
              <a:gdLst/>
              <a:ahLst/>
              <a:cxnLst/>
              <a:rect l="l" t="t" r="r" b="b"/>
              <a:pathLst>
                <a:path w="652" h="530" extrusionOk="0">
                  <a:moveTo>
                    <a:pt x="163" y="0"/>
                  </a:moveTo>
                  <a:lnTo>
                    <a:pt x="82" y="41"/>
                  </a:lnTo>
                  <a:lnTo>
                    <a:pt x="41" y="122"/>
                  </a:lnTo>
                  <a:lnTo>
                    <a:pt x="0" y="204"/>
                  </a:lnTo>
                  <a:lnTo>
                    <a:pt x="41" y="285"/>
                  </a:lnTo>
                  <a:lnTo>
                    <a:pt x="41" y="326"/>
                  </a:lnTo>
                  <a:lnTo>
                    <a:pt x="122" y="367"/>
                  </a:lnTo>
                  <a:lnTo>
                    <a:pt x="366" y="489"/>
                  </a:lnTo>
                  <a:lnTo>
                    <a:pt x="448" y="529"/>
                  </a:lnTo>
                  <a:lnTo>
                    <a:pt x="529" y="529"/>
                  </a:lnTo>
                  <a:lnTo>
                    <a:pt x="570" y="489"/>
                  </a:lnTo>
                  <a:lnTo>
                    <a:pt x="651" y="407"/>
                  </a:lnTo>
                  <a:lnTo>
                    <a:pt x="651" y="367"/>
                  </a:lnTo>
                  <a:lnTo>
                    <a:pt x="651" y="285"/>
                  </a:lnTo>
                  <a:lnTo>
                    <a:pt x="651" y="204"/>
                  </a:lnTo>
                  <a:lnTo>
                    <a:pt x="570" y="163"/>
                  </a:lnTo>
                  <a:lnTo>
                    <a:pt x="326" y="41"/>
                  </a:lnTo>
                  <a:lnTo>
                    <a:pt x="2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5"/>
            <p:cNvSpPr/>
            <p:nvPr/>
          </p:nvSpPr>
          <p:spPr>
            <a:xfrm>
              <a:off x="3367341" y="1383393"/>
              <a:ext cx="496972" cy="523054"/>
            </a:xfrm>
            <a:custGeom>
              <a:avLst/>
              <a:gdLst/>
              <a:ahLst/>
              <a:cxnLst/>
              <a:rect l="l" t="t" r="r" b="b"/>
              <a:pathLst>
                <a:path w="10861" h="11431" extrusionOk="0">
                  <a:moveTo>
                    <a:pt x="122" y="1"/>
                  </a:moveTo>
                  <a:lnTo>
                    <a:pt x="41" y="42"/>
                  </a:lnTo>
                  <a:lnTo>
                    <a:pt x="0" y="82"/>
                  </a:lnTo>
                  <a:lnTo>
                    <a:pt x="0" y="164"/>
                  </a:lnTo>
                  <a:lnTo>
                    <a:pt x="0" y="245"/>
                  </a:lnTo>
                  <a:lnTo>
                    <a:pt x="163" y="611"/>
                  </a:lnTo>
                  <a:lnTo>
                    <a:pt x="366" y="936"/>
                  </a:lnTo>
                  <a:lnTo>
                    <a:pt x="773" y="1628"/>
                  </a:lnTo>
                  <a:lnTo>
                    <a:pt x="1261" y="2197"/>
                  </a:lnTo>
                  <a:lnTo>
                    <a:pt x="1790" y="2726"/>
                  </a:lnTo>
                  <a:lnTo>
                    <a:pt x="2360" y="3214"/>
                  </a:lnTo>
                  <a:lnTo>
                    <a:pt x="2970" y="3702"/>
                  </a:lnTo>
                  <a:lnTo>
                    <a:pt x="3580" y="4109"/>
                  </a:lnTo>
                  <a:lnTo>
                    <a:pt x="4271" y="4557"/>
                  </a:lnTo>
                  <a:lnTo>
                    <a:pt x="5573" y="5329"/>
                  </a:lnTo>
                  <a:lnTo>
                    <a:pt x="6915" y="6184"/>
                  </a:lnTo>
                  <a:lnTo>
                    <a:pt x="7525" y="6631"/>
                  </a:lnTo>
                  <a:lnTo>
                    <a:pt x="8136" y="7119"/>
                  </a:lnTo>
                  <a:lnTo>
                    <a:pt x="8664" y="7648"/>
                  </a:lnTo>
                  <a:lnTo>
                    <a:pt x="9193" y="8217"/>
                  </a:lnTo>
                  <a:lnTo>
                    <a:pt x="9437" y="8543"/>
                  </a:lnTo>
                  <a:lnTo>
                    <a:pt x="9681" y="8868"/>
                  </a:lnTo>
                  <a:lnTo>
                    <a:pt x="9885" y="9234"/>
                  </a:lnTo>
                  <a:lnTo>
                    <a:pt x="10047" y="9641"/>
                  </a:lnTo>
                  <a:lnTo>
                    <a:pt x="10210" y="10007"/>
                  </a:lnTo>
                  <a:lnTo>
                    <a:pt x="10332" y="10414"/>
                  </a:lnTo>
                  <a:lnTo>
                    <a:pt x="10414" y="10821"/>
                  </a:lnTo>
                  <a:lnTo>
                    <a:pt x="10454" y="11227"/>
                  </a:lnTo>
                  <a:lnTo>
                    <a:pt x="10495" y="11309"/>
                  </a:lnTo>
                  <a:lnTo>
                    <a:pt x="10536" y="11390"/>
                  </a:lnTo>
                  <a:lnTo>
                    <a:pt x="10617" y="11431"/>
                  </a:lnTo>
                  <a:lnTo>
                    <a:pt x="10739" y="11431"/>
                  </a:lnTo>
                  <a:lnTo>
                    <a:pt x="10820" y="11390"/>
                  </a:lnTo>
                  <a:lnTo>
                    <a:pt x="10861" y="11309"/>
                  </a:lnTo>
                  <a:lnTo>
                    <a:pt x="10861" y="11227"/>
                  </a:lnTo>
                  <a:lnTo>
                    <a:pt x="10820" y="10861"/>
                  </a:lnTo>
                  <a:lnTo>
                    <a:pt x="10780" y="10495"/>
                  </a:lnTo>
                  <a:lnTo>
                    <a:pt x="10698" y="10170"/>
                  </a:lnTo>
                  <a:lnTo>
                    <a:pt x="10576" y="9804"/>
                  </a:lnTo>
                  <a:lnTo>
                    <a:pt x="10291" y="9153"/>
                  </a:lnTo>
                  <a:lnTo>
                    <a:pt x="9925" y="8543"/>
                  </a:lnTo>
                  <a:lnTo>
                    <a:pt x="9478" y="7973"/>
                  </a:lnTo>
                  <a:lnTo>
                    <a:pt x="8990" y="7404"/>
                  </a:lnTo>
                  <a:lnTo>
                    <a:pt x="8502" y="6916"/>
                  </a:lnTo>
                  <a:lnTo>
                    <a:pt x="7932" y="6428"/>
                  </a:lnTo>
                  <a:lnTo>
                    <a:pt x="7281" y="5940"/>
                  </a:lnTo>
                  <a:lnTo>
                    <a:pt x="6590" y="5492"/>
                  </a:lnTo>
                  <a:lnTo>
                    <a:pt x="5166" y="4638"/>
                  </a:lnTo>
                  <a:lnTo>
                    <a:pt x="3783" y="3784"/>
                  </a:lnTo>
                  <a:lnTo>
                    <a:pt x="3092" y="3336"/>
                  </a:lnTo>
                  <a:lnTo>
                    <a:pt x="2482" y="2807"/>
                  </a:lnTo>
                  <a:lnTo>
                    <a:pt x="1831" y="2238"/>
                  </a:lnTo>
                  <a:lnTo>
                    <a:pt x="1261" y="1587"/>
                  </a:lnTo>
                  <a:lnTo>
                    <a:pt x="1017" y="1262"/>
                  </a:lnTo>
                  <a:lnTo>
                    <a:pt x="773" y="896"/>
                  </a:lnTo>
                  <a:lnTo>
                    <a:pt x="570" y="530"/>
                  </a:lnTo>
                  <a:lnTo>
                    <a:pt x="407" y="123"/>
                  </a:lnTo>
                  <a:lnTo>
                    <a:pt x="326" y="42"/>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5"/>
            <p:cNvSpPr/>
            <p:nvPr/>
          </p:nvSpPr>
          <p:spPr>
            <a:xfrm>
              <a:off x="3279850" y="1107926"/>
              <a:ext cx="106157" cy="152693"/>
            </a:xfrm>
            <a:custGeom>
              <a:avLst/>
              <a:gdLst/>
              <a:ahLst/>
              <a:cxnLst/>
              <a:rect l="l" t="t" r="r" b="b"/>
              <a:pathLst>
                <a:path w="2320" h="3337" extrusionOk="0">
                  <a:moveTo>
                    <a:pt x="936" y="1"/>
                  </a:moveTo>
                  <a:lnTo>
                    <a:pt x="814" y="41"/>
                  </a:lnTo>
                  <a:lnTo>
                    <a:pt x="692" y="82"/>
                  </a:lnTo>
                  <a:lnTo>
                    <a:pt x="570" y="123"/>
                  </a:lnTo>
                  <a:lnTo>
                    <a:pt x="489" y="245"/>
                  </a:lnTo>
                  <a:lnTo>
                    <a:pt x="367" y="448"/>
                  </a:lnTo>
                  <a:lnTo>
                    <a:pt x="204" y="936"/>
                  </a:lnTo>
                  <a:lnTo>
                    <a:pt x="82" y="1465"/>
                  </a:lnTo>
                  <a:lnTo>
                    <a:pt x="1" y="1913"/>
                  </a:lnTo>
                  <a:lnTo>
                    <a:pt x="1" y="2116"/>
                  </a:lnTo>
                  <a:lnTo>
                    <a:pt x="41" y="2360"/>
                  </a:lnTo>
                  <a:lnTo>
                    <a:pt x="82" y="2563"/>
                  </a:lnTo>
                  <a:lnTo>
                    <a:pt x="163" y="2807"/>
                  </a:lnTo>
                  <a:lnTo>
                    <a:pt x="285" y="2970"/>
                  </a:lnTo>
                  <a:lnTo>
                    <a:pt x="448" y="3133"/>
                  </a:lnTo>
                  <a:lnTo>
                    <a:pt x="570" y="3214"/>
                  </a:lnTo>
                  <a:lnTo>
                    <a:pt x="733" y="3296"/>
                  </a:lnTo>
                  <a:lnTo>
                    <a:pt x="855" y="3336"/>
                  </a:lnTo>
                  <a:lnTo>
                    <a:pt x="1018" y="3336"/>
                  </a:lnTo>
                  <a:lnTo>
                    <a:pt x="1343" y="3296"/>
                  </a:lnTo>
                  <a:lnTo>
                    <a:pt x="1628" y="3174"/>
                  </a:lnTo>
                  <a:lnTo>
                    <a:pt x="1790" y="3051"/>
                  </a:lnTo>
                  <a:lnTo>
                    <a:pt x="1912" y="2889"/>
                  </a:lnTo>
                  <a:lnTo>
                    <a:pt x="2034" y="2767"/>
                  </a:lnTo>
                  <a:lnTo>
                    <a:pt x="2156" y="2563"/>
                  </a:lnTo>
                  <a:lnTo>
                    <a:pt x="2238" y="2401"/>
                  </a:lnTo>
                  <a:lnTo>
                    <a:pt x="2278" y="2197"/>
                  </a:lnTo>
                  <a:lnTo>
                    <a:pt x="2319" y="2035"/>
                  </a:lnTo>
                  <a:lnTo>
                    <a:pt x="2319" y="1831"/>
                  </a:lnTo>
                  <a:lnTo>
                    <a:pt x="2278" y="1546"/>
                  </a:lnTo>
                  <a:lnTo>
                    <a:pt x="2197" y="1302"/>
                  </a:lnTo>
                  <a:lnTo>
                    <a:pt x="2116" y="1018"/>
                  </a:lnTo>
                  <a:lnTo>
                    <a:pt x="1953" y="814"/>
                  </a:lnTo>
                  <a:lnTo>
                    <a:pt x="1831" y="570"/>
                  </a:lnTo>
                  <a:lnTo>
                    <a:pt x="1628" y="367"/>
                  </a:lnTo>
                  <a:lnTo>
                    <a:pt x="1424" y="204"/>
                  </a:lnTo>
                  <a:lnTo>
                    <a:pt x="1221" y="82"/>
                  </a:lnTo>
                  <a:lnTo>
                    <a:pt x="1099" y="41"/>
                  </a:lnTo>
                  <a:lnTo>
                    <a:pt x="9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5"/>
            <p:cNvSpPr/>
            <p:nvPr/>
          </p:nvSpPr>
          <p:spPr>
            <a:xfrm>
              <a:off x="3240772" y="1128426"/>
              <a:ext cx="193600" cy="269923"/>
            </a:xfrm>
            <a:custGeom>
              <a:avLst/>
              <a:gdLst/>
              <a:ahLst/>
              <a:cxnLst/>
              <a:rect l="l" t="t" r="r" b="b"/>
              <a:pathLst>
                <a:path w="4231" h="5899" extrusionOk="0">
                  <a:moveTo>
                    <a:pt x="448" y="0"/>
                  </a:moveTo>
                  <a:lnTo>
                    <a:pt x="326" y="41"/>
                  </a:lnTo>
                  <a:lnTo>
                    <a:pt x="204" y="122"/>
                  </a:lnTo>
                  <a:lnTo>
                    <a:pt x="122" y="204"/>
                  </a:lnTo>
                  <a:lnTo>
                    <a:pt x="82" y="326"/>
                  </a:lnTo>
                  <a:lnTo>
                    <a:pt x="0" y="570"/>
                  </a:lnTo>
                  <a:lnTo>
                    <a:pt x="0" y="814"/>
                  </a:lnTo>
                  <a:lnTo>
                    <a:pt x="0" y="1424"/>
                  </a:lnTo>
                  <a:lnTo>
                    <a:pt x="41" y="2034"/>
                  </a:lnTo>
                  <a:lnTo>
                    <a:pt x="82" y="2644"/>
                  </a:lnTo>
                  <a:lnTo>
                    <a:pt x="204" y="3254"/>
                  </a:lnTo>
                  <a:lnTo>
                    <a:pt x="407" y="3864"/>
                  </a:lnTo>
                  <a:lnTo>
                    <a:pt x="651" y="4434"/>
                  </a:lnTo>
                  <a:lnTo>
                    <a:pt x="977" y="4922"/>
                  </a:lnTo>
                  <a:lnTo>
                    <a:pt x="1180" y="5166"/>
                  </a:lnTo>
                  <a:lnTo>
                    <a:pt x="1383" y="5369"/>
                  </a:lnTo>
                  <a:lnTo>
                    <a:pt x="1587" y="5573"/>
                  </a:lnTo>
                  <a:lnTo>
                    <a:pt x="1872" y="5736"/>
                  </a:lnTo>
                  <a:lnTo>
                    <a:pt x="2116" y="5817"/>
                  </a:lnTo>
                  <a:lnTo>
                    <a:pt x="2400" y="5898"/>
                  </a:lnTo>
                  <a:lnTo>
                    <a:pt x="2726" y="5898"/>
                  </a:lnTo>
                  <a:lnTo>
                    <a:pt x="3010" y="5858"/>
                  </a:lnTo>
                  <a:lnTo>
                    <a:pt x="3295" y="5776"/>
                  </a:lnTo>
                  <a:lnTo>
                    <a:pt x="3580" y="5614"/>
                  </a:lnTo>
                  <a:lnTo>
                    <a:pt x="3702" y="5491"/>
                  </a:lnTo>
                  <a:lnTo>
                    <a:pt x="3824" y="5369"/>
                  </a:lnTo>
                  <a:lnTo>
                    <a:pt x="3987" y="5044"/>
                  </a:lnTo>
                  <a:lnTo>
                    <a:pt x="4109" y="4719"/>
                  </a:lnTo>
                  <a:lnTo>
                    <a:pt x="4190" y="4353"/>
                  </a:lnTo>
                  <a:lnTo>
                    <a:pt x="4231" y="3905"/>
                  </a:lnTo>
                  <a:lnTo>
                    <a:pt x="4231" y="3417"/>
                  </a:lnTo>
                  <a:lnTo>
                    <a:pt x="4231" y="2929"/>
                  </a:lnTo>
                  <a:lnTo>
                    <a:pt x="4190" y="2441"/>
                  </a:lnTo>
                  <a:lnTo>
                    <a:pt x="4109" y="1953"/>
                  </a:lnTo>
                  <a:lnTo>
                    <a:pt x="3946" y="1465"/>
                  </a:lnTo>
                  <a:lnTo>
                    <a:pt x="3783" y="1017"/>
                  </a:lnTo>
                  <a:lnTo>
                    <a:pt x="3580" y="570"/>
                  </a:lnTo>
                  <a:lnTo>
                    <a:pt x="3417" y="366"/>
                  </a:lnTo>
                  <a:lnTo>
                    <a:pt x="3255" y="122"/>
                  </a:lnTo>
                  <a:lnTo>
                    <a:pt x="3132" y="41"/>
                  </a:lnTo>
                  <a:lnTo>
                    <a:pt x="3010" y="0"/>
                  </a:lnTo>
                  <a:lnTo>
                    <a:pt x="2888" y="0"/>
                  </a:lnTo>
                  <a:lnTo>
                    <a:pt x="2766" y="41"/>
                  </a:lnTo>
                  <a:lnTo>
                    <a:pt x="2604" y="122"/>
                  </a:lnTo>
                  <a:lnTo>
                    <a:pt x="2522" y="285"/>
                  </a:lnTo>
                  <a:lnTo>
                    <a:pt x="2360" y="610"/>
                  </a:lnTo>
                  <a:lnTo>
                    <a:pt x="2034" y="1465"/>
                  </a:lnTo>
                  <a:lnTo>
                    <a:pt x="1383" y="570"/>
                  </a:lnTo>
                  <a:lnTo>
                    <a:pt x="1180" y="366"/>
                  </a:lnTo>
                  <a:lnTo>
                    <a:pt x="977" y="163"/>
                  </a:lnTo>
                  <a:lnTo>
                    <a:pt x="855" y="82"/>
                  </a:lnTo>
                  <a:lnTo>
                    <a:pt x="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5"/>
            <p:cNvSpPr/>
            <p:nvPr/>
          </p:nvSpPr>
          <p:spPr>
            <a:xfrm>
              <a:off x="3283556" y="1152586"/>
              <a:ext cx="59622" cy="165734"/>
            </a:xfrm>
            <a:custGeom>
              <a:avLst/>
              <a:gdLst/>
              <a:ahLst/>
              <a:cxnLst/>
              <a:rect l="l" t="t" r="r" b="b"/>
              <a:pathLst>
                <a:path w="1303" h="3622" extrusionOk="0">
                  <a:moveTo>
                    <a:pt x="1059" y="1"/>
                  </a:moveTo>
                  <a:lnTo>
                    <a:pt x="1018" y="42"/>
                  </a:lnTo>
                  <a:lnTo>
                    <a:pt x="937" y="123"/>
                  </a:lnTo>
                  <a:lnTo>
                    <a:pt x="611" y="937"/>
                  </a:lnTo>
                  <a:lnTo>
                    <a:pt x="326" y="1750"/>
                  </a:lnTo>
                  <a:lnTo>
                    <a:pt x="123" y="2564"/>
                  </a:lnTo>
                  <a:lnTo>
                    <a:pt x="1" y="3418"/>
                  </a:lnTo>
                  <a:lnTo>
                    <a:pt x="1" y="3540"/>
                  </a:lnTo>
                  <a:lnTo>
                    <a:pt x="42" y="3580"/>
                  </a:lnTo>
                  <a:lnTo>
                    <a:pt x="123" y="3621"/>
                  </a:lnTo>
                  <a:lnTo>
                    <a:pt x="245" y="3621"/>
                  </a:lnTo>
                  <a:lnTo>
                    <a:pt x="326" y="3580"/>
                  </a:lnTo>
                  <a:lnTo>
                    <a:pt x="367" y="3499"/>
                  </a:lnTo>
                  <a:lnTo>
                    <a:pt x="408" y="3418"/>
                  </a:lnTo>
                  <a:lnTo>
                    <a:pt x="530" y="2645"/>
                  </a:lnTo>
                  <a:lnTo>
                    <a:pt x="733" y="1831"/>
                  </a:lnTo>
                  <a:lnTo>
                    <a:pt x="977" y="1059"/>
                  </a:lnTo>
                  <a:lnTo>
                    <a:pt x="1303" y="326"/>
                  </a:lnTo>
                  <a:lnTo>
                    <a:pt x="1303" y="245"/>
                  </a:lnTo>
                  <a:lnTo>
                    <a:pt x="1303" y="164"/>
                  </a:lnTo>
                  <a:lnTo>
                    <a:pt x="1262" y="82"/>
                  </a:lnTo>
                  <a:lnTo>
                    <a:pt x="1221" y="42"/>
                  </a:lnTo>
                  <a:lnTo>
                    <a:pt x="1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5"/>
            <p:cNvSpPr/>
            <p:nvPr/>
          </p:nvSpPr>
          <p:spPr>
            <a:xfrm>
              <a:off x="3532987" y="1383393"/>
              <a:ext cx="31710" cy="204811"/>
            </a:xfrm>
            <a:custGeom>
              <a:avLst/>
              <a:gdLst/>
              <a:ahLst/>
              <a:cxnLst/>
              <a:rect l="l" t="t" r="r" b="b"/>
              <a:pathLst>
                <a:path w="693" h="4476" extrusionOk="0">
                  <a:moveTo>
                    <a:pt x="489" y="1"/>
                  </a:moveTo>
                  <a:lnTo>
                    <a:pt x="407" y="42"/>
                  </a:lnTo>
                  <a:lnTo>
                    <a:pt x="367" y="82"/>
                  </a:lnTo>
                  <a:lnTo>
                    <a:pt x="326" y="164"/>
                  </a:lnTo>
                  <a:lnTo>
                    <a:pt x="204" y="652"/>
                  </a:lnTo>
                  <a:lnTo>
                    <a:pt x="82" y="1180"/>
                  </a:lnTo>
                  <a:lnTo>
                    <a:pt x="41" y="1709"/>
                  </a:lnTo>
                  <a:lnTo>
                    <a:pt x="1" y="2238"/>
                  </a:lnTo>
                  <a:lnTo>
                    <a:pt x="41" y="2767"/>
                  </a:lnTo>
                  <a:lnTo>
                    <a:pt x="82" y="3296"/>
                  </a:lnTo>
                  <a:lnTo>
                    <a:pt x="163" y="3784"/>
                  </a:lnTo>
                  <a:lnTo>
                    <a:pt x="285" y="4312"/>
                  </a:lnTo>
                  <a:lnTo>
                    <a:pt x="326" y="4394"/>
                  </a:lnTo>
                  <a:lnTo>
                    <a:pt x="367" y="4435"/>
                  </a:lnTo>
                  <a:lnTo>
                    <a:pt x="448" y="4475"/>
                  </a:lnTo>
                  <a:lnTo>
                    <a:pt x="529" y="4435"/>
                  </a:lnTo>
                  <a:lnTo>
                    <a:pt x="611" y="4435"/>
                  </a:lnTo>
                  <a:lnTo>
                    <a:pt x="651" y="4353"/>
                  </a:lnTo>
                  <a:lnTo>
                    <a:pt x="651" y="4312"/>
                  </a:lnTo>
                  <a:lnTo>
                    <a:pt x="651" y="4231"/>
                  </a:lnTo>
                  <a:lnTo>
                    <a:pt x="570" y="3743"/>
                  </a:lnTo>
                  <a:lnTo>
                    <a:pt x="489" y="3214"/>
                  </a:lnTo>
                  <a:lnTo>
                    <a:pt x="448" y="2726"/>
                  </a:lnTo>
                  <a:lnTo>
                    <a:pt x="407" y="2238"/>
                  </a:lnTo>
                  <a:lnTo>
                    <a:pt x="448" y="1750"/>
                  </a:lnTo>
                  <a:lnTo>
                    <a:pt x="489" y="1221"/>
                  </a:lnTo>
                  <a:lnTo>
                    <a:pt x="570" y="733"/>
                  </a:lnTo>
                  <a:lnTo>
                    <a:pt x="692" y="245"/>
                  </a:lnTo>
                  <a:lnTo>
                    <a:pt x="692" y="164"/>
                  </a:lnTo>
                  <a:lnTo>
                    <a:pt x="692" y="82"/>
                  </a:lnTo>
                  <a:lnTo>
                    <a:pt x="611" y="42"/>
                  </a:lnTo>
                  <a:lnTo>
                    <a:pt x="5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5"/>
            <p:cNvSpPr/>
            <p:nvPr/>
          </p:nvSpPr>
          <p:spPr>
            <a:xfrm>
              <a:off x="3452955" y="1614200"/>
              <a:ext cx="193600" cy="20545"/>
            </a:xfrm>
            <a:custGeom>
              <a:avLst/>
              <a:gdLst/>
              <a:ahLst/>
              <a:cxnLst/>
              <a:rect l="l" t="t" r="r" b="b"/>
              <a:pathLst>
                <a:path w="4231" h="449" extrusionOk="0">
                  <a:moveTo>
                    <a:pt x="204" y="1"/>
                  </a:moveTo>
                  <a:lnTo>
                    <a:pt x="123" y="41"/>
                  </a:lnTo>
                  <a:lnTo>
                    <a:pt x="41" y="82"/>
                  </a:lnTo>
                  <a:lnTo>
                    <a:pt x="1" y="123"/>
                  </a:lnTo>
                  <a:lnTo>
                    <a:pt x="1" y="204"/>
                  </a:lnTo>
                  <a:lnTo>
                    <a:pt x="1" y="285"/>
                  </a:lnTo>
                  <a:lnTo>
                    <a:pt x="41" y="326"/>
                  </a:lnTo>
                  <a:lnTo>
                    <a:pt x="123" y="407"/>
                  </a:lnTo>
                  <a:lnTo>
                    <a:pt x="204" y="407"/>
                  </a:lnTo>
                  <a:lnTo>
                    <a:pt x="4068" y="448"/>
                  </a:lnTo>
                  <a:lnTo>
                    <a:pt x="4149" y="407"/>
                  </a:lnTo>
                  <a:lnTo>
                    <a:pt x="4190" y="367"/>
                  </a:lnTo>
                  <a:lnTo>
                    <a:pt x="4231" y="285"/>
                  </a:lnTo>
                  <a:lnTo>
                    <a:pt x="4231" y="245"/>
                  </a:lnTo>
                  <a:lnTo>
                    <a:pt x="4231" y="163"/>
                  </a:lnTo>
                  <a:lnTo>
                    <a:pt x="4190" y="82"/>
                  </a:lnTo>
                  <a:lnTo>
                    <a:pt x="4149" y="41"/>
                  </a:lnTo>
                  <a:lnTo>
                    <a:pt x="4068"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5"/>
            <p:cNvSpPr/>
            <p:nvPr/>
          </p:nvSpPr>
          <p:spPr>
            <a:xfrm>
              <a:off x="3778665" y="1560251"/>
              <a:ext cx="33540" cy="212223"/>
            </a:xfrm>
            <a:custGeom>
              <a:avLst/>
              <a:gdLst/>
              <a:ahLst/>
              <a:cxnLst/>
              <a:rect l="l" t="t" r="r" b="b"/>
              <a:pathLst>
                <a:path w="733" h="4638" extrusionOk="0">
                  <a:moveTo>
                    <a:pt x="326" y="0"/>
                  </a:moveTo>
                  <a:lnTo>
                    <a:pt x="286" y="41"/>
                  </a:lnTo>
                  <a:lnTo>
                    <a:pt x="204" y="81"/>
                  </a:lnTo>
                  <a:lnTo>
                    <a:pt x="164" y="122"/>
                  </a:lnTo>
                  <a:lnTo>
                    <a:pt x="123" y="203"/>
                  </a:lnTo>
                  <a:lnTo>
                    <a:pt x="42" y="732"/>
                  </a:lnTo>
                  <a:lnTo>
                    <a:pt x="42" y="1302"/>
                  </a:lnTo>
                  <a:lnTo>
                    <a:pt x="1" y="1830"/>
                  </a:lnTo>
                  <a:lnTo>
                    <a:pt x="42" y="2359"/>
                  </a:lnTo>
                  <a:lnTo>
                    <a:pt x="82" y="2888"/>
                  </a:lnTo>
                  <a:lnTo>
                    <a:pt x="123" y="3458"/>
                  </a:lnTo>
                  <a:lnTo>
                    <a:pt x="245" y="3986"/>
                  </a:lnTo>
                  <a:lnTo>
                    <a:pt x="367" y="4515"/>
                  </a:lnTo>
                  <a:lnTo>
                    <a:pt x="367" y="4596"/>
                  </a:lnTo>
                  <a:lnTo>
                    <a:pt x="448" y="4637"/>
                  </a:lnTo>
                  <a:lnTo>
                    <a:pt x="570" y="4637"/>
                  </a:lnTo>
                  <a:lnTo>
                    <a:pt x="652" y="4596"/>
                  </a:lnTo>
                  <a:lnTo>
                    <a:pt x="692" y="4556"/>
                  </a:lnTo>
                  <a:lnTo>
                    <a:pt x="733" y="4474"/>
                  </a:lnTo>
                  <a:lnTo>
                    <a:pt x="733" y="4393"/>
                  </a:lnTo>
                  <a:lnTo>
                    <a:pt x="611" y="3864"/>
                  </a:lnTo>
                  <a:lnTo>
                    <a:pt x="530" y="3376"/>
                  </a:lnTo>
                  <a:lnTo>
                    <a:pt x="489" y="2847"/>
                  </a:lnTo>
                  <a:lnTo>
                    <a:pt x="448" y="2319"/>
                  </a:lnTo>
                  <a:lnTo>
                    <a:pt x="408" y="1261"/>
                  </a:lnTo>
                  <a:lnTo>
                    <a:pt x="530" y="203"/>
                  </a:lnTo>
                  <a:lnTo>
                    <a:pt x="530" y="122"/>
                  </a:lnTo>
                  <a:lnTo>
                    <a:pt x="489" y="81"/>
                  </a:lnTo>
                  <a:lnTo>
                    <a:pt x="408" y="41"/>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5"/>
            <p:cNvSpPr/>
            <p:nvPr/>
          </p:nvSpPr>
          <p:spPr>
            <a:xfrm>
              <a:off x="3661432" y="1796595"/>
              <a:ext cx="186142" cy="68911"/>
            </a:xfrm>
            <a:custGeom>
              <a:avLst/>
              <a:gdLst/>
              <a:ahLst/>
              <a:cxnLst/>
              <a:rect l="l" t="t" r="r" b="b"/>
              <a:pathLst>
                <a:path w="4068" h="1506" extrusionOk="0">
                  <a:moveTo>
                    <a:pt x="204" y="1"/>
                  </a:moveTo>
                  <a:lnTo>
                    <a:pt x="122" y="42"/>
                  </a:lnTo>
                  <a:lnTo>
                    <a:pt x="82" y="82"/>
                  </a:lnTo>
                  <a:lnTo>
                    <a:pt x="41" y="123"/>
                  </a:lnTo>
                  <a:lnTo>
                    <a:pt x="0" y="204"/>
                  </a:lnTo>
                  <a:lnTo>
                    <a:pt x="41" y="286"/>
                  </a:lnTo>
                  <a:lnTo>
                    <a:pt x="82" y="326"/>
                  </a:lnTo>
                  <a:lnTo>
                    <a:pt x="122" y="408"/>
                  </a:lnTo>
                  <a:lnTo>
                    <a:pt x="204" y="408"/>
                  </a:lnTo>
                  <a:lnTo>
                    <a:pt x="692" y="448"/>
                  </a:lnTo>
                  <a:lnTo>
                    <a:pt x="1139" y="489"/>
                  </a:lnTo>
                  <a:lnTo>
                    <a:pt x="1627" y="570"/>
                  </a:lnTo>
                  <a:lnTo>
                    <a:pt x="2075" y="692"/>
                  </a:lnTo>
                  <a:lnTo>
                    <a:pt x="2522" y="855"/>
                  </a:lnTo>
                  <a:lnTo>
                    <a:pt x="2929" y="1018"/>
                  </a:lnTo>
                  <a:lnTo>
                    <a:pt x="3376" y="1221"/>
                  </a:lnTo>
                  <a:lnTo>
                    <a:pt x="3783" y="1465"/>
                  </a:lnTo>
                  <a:lnTo>
                    <a:pt x="3864" y="1506"/>
                  </a:lnTo>
                  <a:lnTo>
                    <a:pt x="3905" y="1506"/>
                  </a:lnTo>
                  <a:lnTo>
                    <a:pt x="3987" y="1465"/>
                  </a:lnTo>
                  <a:lnTo>
                    <a:pt x="4027" y="1384"/>
                  </a:lnTo>
                  <a:lnTo>
                    <a:pt x="4068" y="1343"/>
                  </a:lnTo>
                  <a:lnTo>
                    <a:pt x="4068" y="1262"/>
                  </a:lnTo>
                  <a:lnTo>
                    <a:pt x="4027" y="1181"/>
                  </a:lnTo>
                  <a:lnTo>
                    <a:pt x="3987" y="1140"/>
                  </a:lnTo>
                  <a:lnTo>
                    <a:pt x="3539" y="896"/>
                  </a:lnTo>
                  <a:lnTo>
                    <a:pt x="3092" y="652"/>
                  </a:lnTo>
                  <a:lnTo>
                    <a:pt x="2644" y="489"/>
                  </a:lnTo>
                  <a:lnTo>
                    <a:pt x="2156" y="326"/>
                  </a:lnTo>
                  <a:lnTo>
                    <a:pt x="1668" y="204"/>
                  </a:lnTo>
                  <a:lnTo>
                    <a:pt x="1180" y="82"/>
                  </a:lnTo>
                  <a:lnTo>
                    <a:pt x="692" y="42"/>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5"/>
            <p:cNvSpPr/>
            <p:nvPr/>
          </p:nvSpPr>
          <p:spPr>
            <a:xfrm>
              <a:off x="3026713" y="1850590"/>
              <a:ext cx="610542" cy="506307"/>
            </a:xfrm>
            <a:custGeom>
              <a:avLst/>
              <a:gdLst/>
              <a:ahLst/>
              <a:cxnLst/>
              <a:rect l="l" t="t" r="r" b="b"/>
              <a:pathLst>
                <a:path w="13343" h="11065" extrusionOk="0">
                  <a:moveTo>
                    <a:pt x="10292" y="1"/>
                  </a:moveTo>
                  <a:lnTo>
                    <a:pt x="9926" y="41"/>
                  </a:lnTo>
                  <a:lnTo>
                    <a:pt x="9519" y="123"/>
                  </a:lnTo>
                  <a:lnTo>
                    <a:pt x="9153" y="245"/>
                  </a:lnTo>
                  <a:lnTo>
                    <a:pt x="8827" y="448"/>
                  </a:lnTo>
                  <a:lnTo>
                    <a:pt x="8624" y="651"/>
                  </a:lnTo>
                  <a:lnTo>
                    <a:pt x="8461" y="814"/>
                  </a:lnTo>
                  <a:lnTo>
                    <a:pt x="8339" y="1017"/>
                  </a:lnTo>
                  <a:lnTo>
                    <a:pt x="8217" y="1221"/>
                  </a:lnTo>
                  <a:lnTo>
                    <a:pt x="8014" y="1668"/>
                  </a:lnTo>
                  <a:lnTo>
                    <a:pt x="7851" y="2116"/>
                  </a:lnTo>
                  <a:lnTo>
                    <a:pt x="7729" y="2400"/>
                  </a:lnTo>
                  <a:lnTo>
                    <a:pt x="7648" y="2644"/>
                  </a:lnTo>
                  <a:lnTo>
                    <a:pt x="7485" y="2889"/>
                  </a:lnTo>
                  <a:lnTo>
                    <a:pt x="7282" y="3092"/>
                  </a:lnTo>
                  <a:lnTo>
                    <a:pt x="6916" y="3417"/>
                  </a:lnTo>
                  <a:lnTo>
                    <a:pt x="6509" y="3702"/>
                  </a:lnTo>
                  <a:lnTo>
                    <a:pt x="5695" y="4149"/>
                  </a:lnTo>
                  <a:lnTo>
                    <a:pt x="5289" y="4394"/>
                  </a:lnTo>
                  <a:lnTo>
                    <a:pt x="4922" y="4678"/>
                  </a:lnTo>
                  <a:lnTo>
                    <a:pt x="4597" y="5004"/>
                  </a:lnTo>
                  <a:lnTo>
                    <a:pt x="4353" y="5410"/>
                  </a:lnTo>
                  <a:lnTo>
                    <a:pt x="4150" y="5817"/>
                  </a:lnTo>
                  <a:lnTo>
                    <a:pt x="4028" y="6305"/>
                  </a:lnTo>
                  <a:lnTo>
                    <a:pt x="3865" y="7241"/>
                  </a:lnTo>
                  <a:lnTo>
                    <a:pt x="3784" y="7729"/>
                  </a:lnTo>
                  <a:lnTo>
                    <a:pt x="3621" y="8217"/>
                  </a:lnTo>
                  <a:lnTo>
                    <a:pt x="3539" y="8461"/>
                  </a:lnTo>
                  <a:lnTo>
                    <a:pt x="3377" y="8705"/>
                  </a:lnTo>
                  <a:lnTo>
                    <a:pt x="3173" y="8909"/>
                  </a:lnTo>
                  <a:lnTo>
                    <a:pt x="2970" y="9071"/>
                  </a:lnTo>
                  <a:lnTo>
                    <a:pt x="2645" y="9234"/>
                  </a:lnTo>
                  <a:lnTo>
                    <a:pt x="2319" y="9356"/>
                  </a:lnTo>
                  <a:lnTo>
                    <a:pt x="1668" y="9519"/>
                  </a:lnTo>
                  <a:lnTo>
                    <a:pt x="1140" y="9722"/>
                  </a:lnTo>
                  <a:lnTo>
                    <a:pt x="896" y="9844"/>
                  </a:lnTo>
                  <a:lnTo>
                    <a:pt x="651" y="9966"/>
                  </a:lnTo>
                  <a:lnTo>
                    <a:pt x="448" y="10129"/>
                  </a:lnTo>
                  <a:lnTo>
                    <a:pt x="245" y="10332"/>
                  </a:lnTo>
                  <a:lnTo>
                    <a:pt x="123" y="10536"/>
                  </a:lnTo>
                  <a:lnTo>
                    <a:pt x="1" y="10820"/>
                  </a:lnTo>
                  <a:lnTo>
                    <a:pt x="1" y="10902"/>
                  </a:lnTo>
                  <a:lnTo>
                    <a:pt x="1" y="10983"/>
                  </a:lnTo>
                  <a:lnTo>
                    <a:pt x="82" y="11024"/>
                  </a:lnTo>
                  <a:lnTo>
                    <a:pt x="123" y="11064"/>
                  </a:lnTo>
                  <a:lnTo>
                    <a:pt x="285" y="11064"/>
                  </a:lnTo>
                  <a:lnTo>
                    <a:pt x="326" y="10983"/>
                  </a:lnTo>
                  <a:lnTo>
                    <a:pt x="367" y="10942"/>
                  </a:lnTo>
                  <a:lnTo>
                    <a:pt x="489" y="10698"/>
                  </a:lnTo>
                  <a:lnTo>
                    <a:pt x="611" y="10495"/>
                  </a:lnTo>
                  <a:lnTo>
                    <a:pt x="814" y="10332"/>
                  </a:lnTo>
                  <a:lnTo>
                    <a:pt x="1018" y="10210"/>
                  </a:lnTo>
                  <a:lnTo>
                    <a:pt x="1262" y="10088"/>
                  </a:lnTo>
                  <a:lnTo>
                    <a:pt x="1506" y="10007"/>
                  </a:lnTo>
                  <a:lnTo>
                    <a:pt x="1994" y="9844"/>
                  </a:lnTo>
                  <a:lnTo>
                    <a:pt x="2482" y="9722"/>
                  </a:lnTo>
                  <a:lnTo>
                    <a:pt x="2929" y="9519"/>
                  </a:lnTo>
                  <a:lnTo>
                    <a:pt x="3133" y="9437"/>
                  </a:lnTo>
                  <a:lnTo>
                    <a:pt x="3336" y="9275"/>
                  </a:lnTo>
                  <a:lnTo>
                    <a:pt x="3539" y="9112"/>
                  </a:lnTo>
                  <a:lnTo>
                    <a:pt x="3702" y="8909"/>
                  </a:lnTo>
                  <a:lnTo>
                    <a:pt x="3824" y="8705"/>
                  </a:lnTo>
                  <a:lnTo>
                    <a:pt x="3946" y="8502"/>
                  </a:lnTo>
                  <a:lnTo>
                    <a:pt x="4109" y="8095"/>
                  </a:lnTo>
                  <a:lnTo>
                    <a:pt x="4190" y="7648"/>
                  </a:lnTo>
                  <a:lnTo>
                    <a:pt x="4272" y="7160"/>
                  </a:lnTo>
                  <a:lnTo>
                    <a:pt x="4353" y="6712"/>
                  </a:lnTo>
                  <a:lnTo>
                    <a:pt x="4434" y="6265"/>
                  </a:lnTo>
                  <a:lnTo>
                    <a:pt x="4556" y="5817"/>
                  </a:lnTo>
                  <a:lnTo>
                    <a:pt x="4800" y="5410"/>
                  </a:lnTo>
                  <a:lnTo>
                    <a:pt x="5045" y="5085"/>
                  </a:lnTo>
                  <a:lnTo>
                    <a:pt x="5411" y="4800"/>
                  </a:lnTo>
                  <a:lnTo>
                    <a:pt x="5777" y="4556"/>
                  </a:lnTo>
                  <a:lnTo>
                    <a:pt x="6143" y="4312"/>
                  </a:lnTo>
                  <a:lnTo>
                    <a:pt x="6956" y="3865"/>
                  </a:lnTo>
                  <a:lnTo>
                    <a:pt x="7322" y="3621"/>
                  </a:lnTo>
                  <a:lnTo>
                    <a:pt x="7648" y="3336"/>
                  </a:lnTo>
                  <a:lnTo>
                    <a:pt x="7810" y="3092"/>
                  </a:lnTo>
                  <a:lnTo>
                    <a:pt x="7973" y="2848"/>
                  </a:lnTo>
                  <a:lnTo>
                    <a:pt x="8177" y="2360"/>
                  </a:lnTo>
                  <a:lnTo>
                    <a:pt x="8339" y="1872"/>
                  </a:lnTo>
                  <a:lnTo>
                    <a:pt x="8543" y="1384"/>
                  </a:lnTo>
                  <a:lnTo>
                    <a:pt x="8787" y="1058"/>
                  </a:lnTo>
                  <a:lnTo>
                    <a:pt x="9071" y="773"/>
                  </a:lnTo>
                  <a:lnTo>
                    <a:pt x="9397" y="611"/>
                  </a:lnTo>
                  <a:lnTo>
                    <a:pt x="9763" y="448"/>
                  </a:lnTo>
                  <a:lnTo>
                    <a:pt x="10170" y="407"/>
                  </a:lnTo>
                  <a:lnTo>
                    <a:pt x="10617" y="407"/>
                  </a:lnTo>
                  <a:lnTo>
                    <a:pt x="11065" y="448"/>
                  </a:lnTo>
                  <a:lnTo>
                    <a:pt x="11512" y="570"/>
                  </a:lnTo>
                  <a:lnTo>
                    <a:pt x="11919" y="733"/>
                  </a:lnTo>
                  <a:lnTo>
                    <a:pt x="12326" y="936"/>
                  </a:lnTo>
                  <a:lnTo>
                    <a:pt x="12692" y="1221"/>
                  </a:lnTo>
                  <a:lnTo>
                    <a:pt x="13017" y="1506"/>
                  </a:lnTo>
                  <a:lnTo>
                    <a:pt x="13098" y="1546"/>
                  </a:lnTo>
                  <a:lnTo>
                    <a:pt x="13220" y="1546"/>
                  </a:lnTo>
                  <a:lnTo>
                    <a:pt x="13302" y="1506"/>
                  </a:lnTo>
                  <a:lnTo>
                    <a:pt x="13342" y="1424"/>
                  </a:lnTo>
                  <a:lnTo>
                    <a:pt x="13342" y="1384"/>
                  </a:lnTo>
                  <a:lnTo>
                    <a:pt x="13342" y="1302"/>
                  </a:lnTo>
                  <a:lnTo>
                    <a:pt x="13302" y="1221"/>
                  </a:lnTo>
                  <a:lnTo>
                    <a:pt x="13017" y="936"/>
                  </a:lnTo>
                  <a:lnTo>
                    <a:pt x="12651" y="692"/>
                  </a:lnTo>
                  <a:lnTo>
                    <a:pt x="12326" y="489"/>
                  </a:lnTo>
                  <a:lnTo>
                    <a:pt x="11919" y="285"/>
                  </a:lnTo>
                  <a:lnTo>
                    <a:pt x="11512" y="163"/>
                  </a:lnTo>
                  <a:lnTo>
                    <a:pt x="11105" y="41"/>
                  </a:lnTo>
                  <a:lnTo>
                    <a:pt x="106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5"/>
            <p:cNvSpPr/>
            <p:nvPr/>
          </p:nvSpPr>
          <p:spPr>
            <a:xfrm>
              <a:off x="3711675" y="517913"/>
              <a:ext cx="251300" cy="1377347"/>
            </a:xfrm>
            <a:custGeom>
              <a:avLst/>
              <a:gdLst/>
              <a:ahLst/>
              <a:cxnLst/>
              <a:rect l="l" t="t" r="r" b="b"/>
              <a:pathLst>
                <a:path w="5492" h="30101" extrusionOk="0">
                  <a:moveTo>
                    <a:pt x="163" y="0"/>
                  </a:moveTo>
                  <a:lnTo>
                    <a:pt x="82" y="41"/>
                  </a:lnTo>
                  <a:lnTo>
                    <a:pt x="41" y="82"/>
                  </a:lnTo>
                  <a:lnTo>
                    <a:pt x="0" y="163"/>
                  </a:lnTo>
                  <a:lnTo>
                    <a:pt x="0" y="245"/>
                  </a:lnTo>
                  <a:lnTo>
                    <a:pt x="41" y="285"/>
                  </a:lnTo>
                  <a:lnTo>
                    <a:pt x="123" y="367"/>
                  </a:lnTo>
                  <a:lnTo>
                    <a:pt x="407" y="529"/>
                  </a:lnTo>
                  <a:lnTo>
                    <a:pt x="692" y="692"/>
                  </a:lnTo>
                  <a:lnTo>
                    <a:pt x="977" y="895"/>
                  </a:lnTo>
                  <a:lnTo>
                    <a:pt x="1221" y="1099"/>
                  </a:lnTo>
                  <a:lnTo>
                    <a:pt x="1668" y="1587"/>
                  </a:lnTo>
                  <a:lnTo>
                    <a:pt x="2034" y="2156"/>
                  </a:lnTo>
                  <a:lnTo>
                    <a:pt x="2319" y="2726"/>
                  </a:lnTo>
                  <a:lnTo>
                    <a:pt x="2604" y="3336"/>
                  </a:lnTo>
                  <a:lnTo>
                    <a:pt x="2766" y="3987"/>
                  </a:lnTo>
                  <a:lnTo>
                    <a:pt x="2889" y="4638"/>
                  </a:lnTo>
                  <a:lnTo>
                    <a:pt x="3011" y="5451"/>
                  </a:lnTo>
                  <a:lnTo>
                    <a:pt x="3051" y="6265"/>
                  </a:lnTo>
                  <a:lnTo>
                    <a:pt x="3051" y="7078"/>
                  </a:lnTo>
                  <a:lnTo>
                    <a:pt x="3011" y="7892"/>
                  </a:lnTo>
                  <a:lnTo>
                    <a:pt x="2929" y="9559"/>
                  </a:lnTo>
                  <a:lnTo>
                    <a:pt x="2929" y="10373"/>
                  </a:lnTo>
                  <a:lnTo>
                    <a:pt x="2929" y="11186"/>
                  </a:lnTo>
                  <a:lnTo>
                    <a:pt x="3011" y="11959"/>
                  </a:lnTo>
                  <a:lnTo>
                    <a:pt x="3133" y="12691"/>
                  </a:lnTo>
                  <a:lnTo>
                    <a:pt x="3295" y="13424"/>
                  </a:lnTo>
                  <a:lnTo>
                    <a:pt x="3539" y="14156"/>
                  </a:lnTo>
                  <a:lnTo>
                    <a:pt x="4149" y="15579"/>
                  </a:lnTo>
                  <a:lnTo>
                    <a:pt x="4434" y="16312"/>
                  </a:lnTo>
                  <a:lnTo>
                    <a:pt x="4678" y="17044"/>
                  </a:lnTo>
                  <a:lnTo>
                    <a:pt x="4882" y="17857"/>
                  </a:lnTo>
                  <a:lnTo>
                    <a:pt x="4963" y="18630"/>
                  </a:lnTo>
                  <a:lnTo>
                    <a:pt x="5004" y="19444"/>
                  </a:lnTo>
                  <a:lnTo>
                    <a:pt x="4963" y="20257"/>
                  </a:lnTo>
                  <a:lnTo>
                    <a:pt x="4922" y="21071"/>
                  </a:lnTo>
                  <a:lnTo>
                    <a:pt x="4800" y="21884"/>
                  </a:lnTo>
                  <a:lnTo>
                    <a:pt x="4597" y="23511"/>
                  </a:lnTo>
                  <a:lnTo>
                    <a:pt x="4516" y="24325"/>
                  </a:lnTo>
                  <a:lnTo>
                    <a:pt x="4434" y="25138"/>
                  </a:lnTo>
                  <a:lnTo>
                    <a:pt x="4394" y="25992"/>
                  </a:lnTo>
                  <a:lnTo>
                    <a:pt x="4394" y="26806"/>
                  </a:lnTo>
                  <a:lnTo>
                    <a:pt x="4475" y="27620"/>
                  </a:lnTo>
                  <a:lnTo>
                    <a:pt x="4597" y="28433"/>
                  </a:lnTo>
                  <a:lnTo>
                    <a:pt x="4841" y="29206"/>
                  </a:lnTo>
                  <a:lnTo>
                    <a:pt x="4963" y="29613"/>
                  </a:lnTo>
                  <a:lnTo>
                    <a:pt x="5126" y="29979"/>
                  </a:lnTo>
                  <a:lnTo>
                    <a:pt x="5207" y="30060"/>
                  </a:lnTo>
                  <a:lnTo>
                    <a:pt x="5248" y="30101"/>
                  </a:lnTo>
                  <a:lnTo>
                    <a:pt x="5329" y="30101"/>
                  </a:lnTo>
                  <a:lnTo>
                    <a:pt x="5410" y="30060"/>
                  </a:lnTo>
                  <a:lnTo>
                    <a:pt x="5451" y="30019"/>
                  </a:lnTo>
                  <a:lnTo>
                    <a:pt x="5492" y="29938"/>
                  </a:lnTo>
                  <a:lnTo>
                    <a:pt x="5492" y="29857"/>
                  </a:lnTo>
                  <a:lnTo>
                    <a:pt x="5492" y="29775"/>
                  </a:lnTo>
                  <a:lnTo>
                    <a:pt x="5207" y="29084"/>
                  </a:lnTo>
                  <a:lnTo>
                    <a:pt x="5004" y="28352"/>
                  </a:lnTo>
                  <a:lnTo>
                    <a:pt x="4841" y="27620"/>
                  </a:lnTo>
                  <a:lnTo>
                    <a:pt x="4800" y="26847"/>
                  </a:lnTo>
                  <a:lnTo>
                    <a:pt x="4760" y="26074"/>
                  </a:lnTo>
                  <a:lnTo>
                    <a:pt x="4800" y="25301"/>
                  </a:lnTo>
                  <a:lnTo>
                    <a:pt x="4882" y="24569"/>
                  </a:lnTo>
                  <a:lnTo>
                    <a:pt x="4963" y="23796"/>
                  </a:lnTo>
                  <a:lnTo>
                    <a:pt x="5166" y="22210"/>
                  </a:lnTo>
                  <a:lnTo>
                    <a:pt x="5288" y="21396"/>
                  </a:lnTo>
                  <a:lnTo>
                    <a:pt x="5329" y="20583"/>
                  </a:lnTo>
                  <a:lnTo>
                    <a:pt x="5370" y="19810"/>
                  </a:lnTo>
                  <a:lnTo>
                    <a:pt x="5370" y="18996"/>
                  </a:lnTo>
                  <a:lnTo>
                    <a:pt x="5329" y="18183"/>
                  </a:lnTo>
                  <a:lnTo>
                    <a:pt x="5166" y="17369"/>
                  </a:lnTo>
                  <a:lnTo>
                    <a:pt x="4963" y="16637"/>
                  </a:lnTo>
                  <a:lnTo>
                    <a:pt x="4719" y="15905"/>
                  </a:lnTo>
                  <a:lnTo>
                    <a:pt x="4109" y="14481"/>
                  </a:lnTo>
                  <a:lnTo>
                    <a:pt x="3824" y="13708"/>
                  </a:lnTo>
                  <a:lnTo>
                    <a:pt x="3580" y="12935"/>
                  </a:lnTo>
                  <a:lnTo>
                    <a:pt x="3417" y="12163"/>
                  </a:lnTo>
                  <a:lnTo>
                    <a:pt x="3336" y="11349"/>
                  </a:lnTo>
                  <a:lnTo>
                    <a:pt x="3295" y="10536"/>
                  </a:lnTo>
                  <a:lnTo>
                    <a:pt x="3336" y="9722"/>
                  </a:lnTo>
                  <a:lnTo>
                    <a:pt x="3377" y="8095"/>
                  </a:lnTo>
                  <a:lnTo>
                    <a:pt x="3417" y="7281"/>
                  </a:lnTo>
                  <a:lnTo>
                    <a:pt x="3417" y="6468"/>
                  </a:lnTo>
                  <a:lnTo>
                    <a:pt x="3417" y="5654"/>
                  </a:lnTo>
                  <a:lnTo>
                    <a:pt x="3336" y="4841"/>
                  </a:lnTo>
                  <a:lnTo>
                    <a:pt x="3214" y="4109"/>
                  </a:lnTo>
                  <a:lnTo>
                    <a:pt x="3011" y="3377"/>
                  </a:lnTo>
                  <a:lnTo>
                    <a:pt x="2766" y="2685"/>
                  </a:lnTo>
                  <a:lnTo>
                    <a:pt x="2400" y="2034"/>
                  </a:lnTo>
                  <a:lnTo>
                    <a:pt x="1994" y="1424"/>
                  </a:lnTo>
                  <a:lnTo>
                    <a:pt x="1790" y="1139"/>
                  </a:lnTo>
                  <a:lnTo>
                    <a:pt x="1546" y="855"/>
                  </a:lnTo>
                  <a:lnTo>
                    <a:pt x="1261" y="611"/>
                  </a:lnTo>
                  <a:lnTo>
                    <a:pt x="977" y="367"/>
                  </a:lnTo>
                  <a:lnTo>
                    <a:pt x="651" y="204"/>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5"/>
            <p:cNvSpPr/>
            <p:nvPr/>
          </p:nvSpPr>
          <p:spPr>
            <a:xfrm>
              <a:off x="3495785" y="326184"/>
              <a:ext cx="338789" cy="253176"/>
            </a:xfrm>
            <a:custGeom>
              <a:avLst/>
              <a:gdLst/>
              <a:ahLst/>
              <a:cxnLst/>
              <a:rect l="l" t="t" r="r" b="b"/>
              <a:pathLst>
                <a:path w="7404" h="5533" extrusionOk="0">
                  <a:moveTo>
                    <a:pt x="6386" y="1"/>
                  </a:moveTo>
                  <a:lnTo>
                    <a:pt x="6183" y="41"/>
                  </a:lnTo>
                  <a:lnTo>
                    <a:pt x="6020" y="164"/>
                  </a:lnTo>
                  <a:lnTo>
                    <a:pt x="5898" y="286"/>
                  </a:lnTo>
                  <a:lnTo>
                    <a:pt x="5776" y="489"/>
                  </a:lnTo>
                  <a:lnTo>
                    <a:pt x="5654" y="692"/>
                  </a:lnTo>
                  <a:lnTo>
                    <a:pt x="5613" y="936"/>
                  </a:lnTo>
                  <a:lnTo>
                    <a:pt x="5532" y="1140"/>
                  </a:lnTo>
                  <a:lnTo>
                    <a:pt x="5532" y="1465"/>
                  </a:lnTo>
                  <a:lnTo>
                    <a:pt x="5451" y="1750"/>
                  </a:lnTo>
                  <a:lnTo>
                    <a:pt x="5329" y="1384"/>
                  </a:lnTo>
                  <a:lnTo>
                    <a:pt x="5247" y="1221"/>
                  </a:lnTo>
                  <a:lnTo>
                    <a:pt x="5125" y="1058"/>
                  </a:lnTo>
                  <a:lnTo>
                    <a:pt x="4922" y="814"/>
                  </a:lnTo>
                  <a:lnTo>
                    <a:pt x="4637" y="611"/>
                  </a:lnTo>
                  <a:lnTo>
                    <a:pt x="4515" y="570"/>
                  </a:lnTo>
                  <a:lnTo>
                    <a:pt x="4352" y="530"/>
                  </a:lnTo>
                  <a:lnTo>
                    <a:pt x="4190" y="570"/>
                  </a:lnTo>
                  <a:lnTo>
                    <a:pt x="4027" y="611"/>
                  </a:lnTo>
                  <a:lnTo>
                    <a:pt x="3905" y="692"/>
                  </a:lnTo>
                  <a:lnTo>
                    <a:pt x="3783" y="814"/>
                  </a:lnTo>
                  <a:lnTo>
                    <a:pt x="3661" y="977"/>
                  </a:lnTo>
                  <a:lnTo>
                    <a:pt x="3580" y="1140"/>
                  </a:lnTo>
                  <a:lnTo>
                    <a:pt x="3498" y="1465"/>
                  </a:lnTo>
                  <a:lnTo>
                    <a:pt x="3417" y="1791"/>
                  </a:lnTo>
                  <a:lnTo>
                    <a:pt x="3417" y="2157"/>
                  </a:lnTo>
                  <a:lnTo>
                    <a:pt x="3458" y="2523"/>
                  </a:lnTo>
                  <a:lnTo>
                    <a:pt x="3132" y="2238"/>
                  </a:lnTo>
                  <a:lnTo>
                    <a:pt x="2969" y="2157"/>
                  </a:lnTo>
                  <a:lnTo>
                    <a:pt x="2807" y="2075"/>
                  </a:lnTo>
                  <a:lnTo>
                    <a:pt x="2603" y="2035"/>
                  </a:lnTo>
                  <a:lnTo>
                    <a:pt x="2400" y="2075"/>
                  </a:lnTo>
                  <a:lnTo>
                    <a:pt x="2197" y="2116"/>
                  </a:lnTo>
                  <a:lnTo>
                    <a:pt x="1993" y="2238"/>
                  </a:lnTo>
                  <a:lnTo>
                    <a:pt x="1830" y="2360"/>
                  </a:lnTo>
                  <a:lnTo>
                    <a:pt x="1668" y="2523"/>
                  </a:lnTo>
                  <a:lnTo>
                    <a:pt x="1586" y="2685"/>
                  </a:lnTo>
                  <a:lnTo>
                    <a:pt x="1505" y="2889"/>
                  </a:lnTo>
                  <a:lnTo>
                    <a:pt x="1464" y="3092"/>
                  </a:lnTo>
                  <a:lnTo>
                    <a:pt x="1424" y="3255"/>
                  </a:lnTo>
                  <a:lnTo>
                    <a:pt x="1464" y="3458"/>
                  </a:lnTo>
                  <a:lnTo>
                    <a:pt x="1505" y="3662"/>
                  </a:lnTo>
                  <a:lnTo>
                    <a:pt x="1505" y="3662"/>
                  </a:lnTo>
                  <a:lnTo>
                    <a:pt x="1302" y="3621"/>
                  </a:lnTo>
                  <a:lnTo>
                    <a:pt x="1098" y="3580"/>
                  </a:lnTo>
                  <a:lnTo>
                    <a:pt x="854" y="3621"/>
                  </a:lnTo>
                  <a:lnTo>
                    <a:pt x="570" y="3743"/>
                  </a:lnTo>
                  <a:lnTo>
                    <a:pt x="325" y="3865"/>
                  </a:lnTo>
                  <a:lnTo>
                    <a:pt x="163" y="4109"/>
                  </a:lnTo>
                  <a:lnTo>
                    <a:pt x="41" y="4394"/>
                  </a:lnTo>
                  <a:lnTo>
                    <a:pt x="0" y="4557"/>
                  </a:lnTo>
                  <a:lnTo>
                    <a:pt x="0" y="4679"/>
                  </a:lnTo>
                  <a:lnTo>
                    <a:pt x="41" y="4841"/>
                  </a:lnTo>
                  <a:lnTo>
                    <a:pt x="81" y="5004"/>
                  </a:lnTo>
                  <a:lnTo>
                    <a:pt x="163" y="5126"/>
                  </a:lnTo>
                  <a:lnTo>
                    <a:pt x="285" y="5248"/>
                  </a:lnTo>
                  <a:lnTo>
                    <a:pt x="407" y="5329"/>
                  </a:lnTo>
                  <a:lnTo>
                    <a:pt x="570" y="5411"/>
                  </a:lnTo>
                  <a:lnTo>
                    <a:pt x="895" y="5492"/>
                  </a:lnTo>
                  <a:lnTo>
                    <a:pt x="1220" y="5533"/>
                  </a:lnTo>
                  <a:lnTo>
                    <a:pt x="1993" y="5533"/>
                  </a:lnTo>
                  <a:lnTo>
                    <a:pt x="2400" y="5492"/>
                  </a:lnTo>
                  <a:lnTo>
                    <a:pt x="3173" y="5370"/>
                  </a:lnTo>
                  <a:lnTo>
                    <a:pt x="3824" y="5248"/>
                  </a:lnTo>
                  <a:lnTo>
                    <a:pt x="4108" y="5167"/>
                  </a:lnTo>
                  <a:lnTo>
                    <a:pt x="4393" y="5045"/>
                  </a:lnTo>
                  <a:lnTo>
                    <a:pt x="4841" y="4801"/>
                  </a:lnTo>
                  <a:lnTo>
                    <a:pt x="5247" y="4516"/>
                  </a:lnTo>
                  <a:lnTo>
                    <a:pt x="5613" y="4190"/>
                  </a:lnTo>
                  <a:lnTo>
                    <a:pt x="5939" y="3865"/>
                  </a:lnTo>
                  <a:lnTo>
                    <a:pt x="6264" y="3458"/>
                  </a:lnTo>
                  <a:lnTo>
                    <a:pt x="6549" y="3052"/>
                  </a:lnTo>
                  <a:lnTo>
                    <a:pt x="6834" y="2645"/>
                  </a:lnTo>
                  <a:lnTo>
                    <a:pt x="7037" y="2197"/>
                  </a:lnTo>
                  <a:lnTo>
                    <a:pt x="7240" y="1750"/>
                  </a:lnTo>
                  <a:lnTo>
                    <a:pt x="7322" y="1506"/>
                  </a:lnTo>
                  <a:lnTo>
                    <a:pt x="7403" y="1262"/>
                  </a:lnTo>
                  <a:lnTo>
                    <a:pt x="7403" y="1058"/>
                  </a:lnTo>
                  <a:lnTo>
                    <a:pt x="7403" y="814"/>
                  </a:lnTo>
                  <a:lnTo>
                    <a:pt x="7322" y="570"/>
                  </a:lnTo>
                  <a:lnTo>
                    <a:pt x="7200" y="367"/>
                  </a:lnTo>
                  <a:lnTo>
                    <a:pt x="7078" y="204"/>
                  </a:lnTo>
                  <a:lnTo>
                    <a:pt x="6915" y="82"/>
                  </a:lnTo>
                  <a:lnTo>
                    <a:pt x="67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5"/>
            <p:cNvSpPr/>
            <p:nvPr/>
          </p:nvSpPr>
          <p:spPr>
            <a:xfrm>
              <a:off x="3694927" y="750550"/>
              <a:ext cx="174977" cy="83828"/>
            </a:xfrm>
            <a:custGeom>
              <a:avLst/>
              <a:gdLst/>
              <a:ahLst/>
              <a:cxnLst/>
              <a:rect l="l" t="t" r="r" b="b"/>
              <a:pathLst>
                <a:path w="3824" h="1832" extrusionOk="0">
                  <a:moveTo>
                    <a:pt x="204" y="1"/>
                  </a:moveTo>
                  <a:lnTo>
                    <a:pt x="122" y="42"/>
                  </a:lnTo>
                  <a:lnTo>
                    <a:pt x="41" y="82"/>
                  </a:lnTo>
                  <a:lnTo>
                    <a:pt x="0" y="123"/>
                  </a:lnTo>
                  <a:lnTo>
                    <a:pt x="0" y="204"/>
                  </a:lnTo>
                  <a:lnTo>
                    <a:pt x="0" y="286"/>
                  </a:lnTo>
                  <a:lnTo>
                    <a:pt x="41" y="367"/>
                  </a:lnTo>
                  <a:lnTo>
                    <a:pt x="122" y="408"/>
                  </a:lnTo>
                  <a:lnTo>
                    <a:pt x="651" y="408"/>
                  </a:lnTo>
                  <a:lnTo>
                    <a:pt x="1099" y="489"/>
                  </a:lnTo>
                  <a:lnTo>
                    <a:pt x="1546" y="570"/>
                  </a:lnTo>
                  <a:lnTo>
                    <a:pt x="1994" y="733"/>
                  </a:lnTo>
                  <a:lnTo>
                    <a:pt x="2400" y="937"/>
                  </a:lnTo>
                  <a:lnTo>
                    <a:pt x="2766" y="1181"/>
                  </a:lnTo>
                  <a:lnTo>
                    <a:pt x="3132" y="1465"/>
                  </a:lnTo>
                  <a:lnTo>
                    <a:pt x="3499" y="1791"/>
                  </a:lnTo>
                  <a:lnTo>
                    <a:pt x="3539" y="1831"/>
                  </a:lnTo>
                  <a:lnTo>
                    <a:pt x="3702" y="1831"/>
                  </a:lnTo>
                  <a:lnTo>
                    <a:pt x="3743" y="1791"/>
                  </a:lnTo>
                  <a:lnTo>
                    <a:pt x="3783" y="1709"/>
                  </a:lnTo>
                  <a:lnTo>
                    <a:pt x="3824" y="1628"/>
                  </a:lnTo>
                  <a:lnTo>
                    <a:pt x="3824" y="1587"/>
                  </a:lnTo>
                  <a:lnTo>
                    <a:pt x="3743" y="1506"/>
                  </a:lnTo>
                  <a:lnTo>
                    <a:pt x="3417" y="1140"/>
                  </a:lnTo>
                  <a:lnTo>
                    <a:pt x="3010" y="855"/>
                  </a:lnTo>
                  <a:lnTo>
                    <a:pt x="2604" y="570"/>
                  </a:lnTo>
                  <a:lnTo>
                    <a:pt x="2116" y="367"/>
                  </a:lnTo>
                  <a:lnTo>
                    <a:pt x="1668" y="204"/>
                  </a:lnTo>
                  <a:lnTo>
                    <a:pt x="1180" y="8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5"/>
            <p:cNvSpPr/>
            <p:nvPr/>
          </p:nvSpPr>
          <p:spPr>
            <a:xfrm>
              <a:off x="3851284" y="638899"/>
              <a:ext cx="117276" cy="139652"/>
            </a:xfrm>
            <a:custGeom>
              <a:avLst/>
              <a:gdLst/>
              <a:ahLst/>
              <a:cxnLst/>
              <a:rect l="l" t="t" r="r" b="b"/>
              <a:pathLst>
                <a:path w="2563" h="3052" extrusionOk="0">
                  <a:moveTo>
                    <a:pt x="2278" y="0"/>
                  </a:moveTo>
                  <a:lnTo>
                    <a:pt x="1871" y="244"/>
                  </a:lnTo>
                  <a:lnTo>
                    <a:pt x="1505" y="489"/>
                  </a:lnTo>
                  <a:lnTo>
                    <a:pt x="1139" y="814"/>
                  </a:lnTo>
                  <a:lnTo>
                    <a:pt x="814" y="1139"/>
                  </a:lnTo>
                  <a:lnTo>
                    <a:pt x="570" y="1505"/>
                  </a:lnTo>
                  <a:lnTo>
                    <a:pt x="326" y="1912"/>
                  </a:lnTo>
                  <a:lnTo>
                    <a:pt x="163" y="2360"/>
                  </a:lnTo>
                  <a:lnTo>
                    <a:pt x="0" y="2807"/>
                  </a:lnTo>
                  <a:lnTo>
                    <a:pt x="0" y="2888"/>
                  </a:lnTo>
                  <a:lnTo>
                    <a:pt x="41" y="2970"/>
                  </a:lnTo>
                  <a:lnTo>
                    <a:pt x="122" y="3010"/>
                  </a:lnTo>
                  <a:lnTo>
                    <a:pt x="163" y="3051"/>
                  </a:lnTo>
                  <a:lnTo>
                    <a:pt x="326" y="3051"/>
                  </a:lnTo>
                  <a:lnTo>
                    <a:pt x="366" y="3010"/>
                  </a:lnTo>
                  <a:lnTo>
                    <a:pt x="407" y="2929"/>
                  </a:lnTo>
                  <a:lnTo>
                    <a:pt x="529" y="2522"/>
                  </a:lnTo>
                  <a:lnTo>
                    <a:pt x="692" y="2116"/>
                  </a:lnTo>
                  <a:lnTo>
                    <a:pt x="895" y="1749"/>
                  </a:lnTo>
                  <a:lnTo>
                    <a:pt x="1139" y="1383"/>
                  </a:lnTo>
                  <a:lnTo>
                    <a:pt x="1424" y="1058"/>
                  </a:lnTo>
                  <a:lnTo>
                    <a:pt x="1749" y="814"/>
                  </a:lnTo>
                  <a:lnTo>
                    <a:pt x="2115" y="570"/>
                  </a:lnTo>
                  <a:lnTo>
                    <a:pt x="2481" y="366"/>
                  </a:lnTo>
                  <a:lnTo>
                    <a:pt x="2563" y="285"/>
                  </a:lnTo>
                  <a:lnTo>
                    <a:pt x="2563" y="244"/>
                  </a:lnTo>
                  <a:lnTo>
                    <a:pt x="2563" y="163"/>
                  </a:lnTo>
                  <a:lnTo>
                    <a:pt x="2563" y="82"/>
                  </a:lnTo>
                  <a:lnTo>
                    <a:pt x="2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5"/>
            <p:cNvSpPr/>
            <p:nvPr/>
          </p:nvSpPr>
          <p:spPr>
            <a:xfrm>
              <a:off x="3761918" y="964610"/>
              <a:ext cx="106157" cy="119153"/>
            </a:xfrm>
            <a:custGeom>
              <a:avLst/>
              <a:gdLst/>
              <a:ahLst/>
              <a:cxnLst/>
              <a:rect l="l" t="t" r="r" b="b"/>
              <a:pathLst>
                <a:path w="2320" h="2604" extrusionOk="0">
                  <a:moveTo>
                    <a:pt x="123" y="1"/>
                  </a:moveTo>
                  <a:lnTo>
                    <a:pt x="41" y="82"/>
                  </a:lnTo>
                  <a:lnTo>
                    <a:pt x="1" y="123"/>
                  </a:lnTo>
                  <a:lnTo>
                    <a:pt x="1" y="204"/>
                  </a:lnTo>
                  <a:lnTo>
                    <a:pt x="41" y="285"/>
                  </a:lnTo>
                  <a:lnTo>
                    <a:pt x="82" y="326"/>
                  </a:lnTo>
                  <a:lnTo>
                    <a:pt x="163" y="367"/>
                  </a:lnTo>
                  <a:lnTo>
                    <a:pt x="489" y="530"/>
                  </a:lnTo>
                  <a:lnTo>
                    <a:pt x="774" y="733"/>
                  </a:lnTo>
                  <a:lnTo>
                    <a:pt x="1058" y="936"/>
                  </a:lnTo>
                  <a:lnTo>
                    <a:pt x="1302" y="1180"/>
                  </a:lnTo>
                  <a:lnTo>
                    <a:pt x="1506" y="1465"/>
                  </a:lnTo>
                  <a:lnTo>
                    <a:pt x="1709" y="1790"/>
                  </a:lnTo>
                  <a:lnTo>
                    <a:pt x="1831" y="2116"/>
                  </a:lnTo>
                  <a:lnTo>
                    <a:pt x="1953" y="2441"/>
                  </a:lnTo>
                  <a:lnTo>
                    <a:pt x="1994" y="2523"/>
                  </a:lnTo>
                  <a:lnTo>
                    <a:pt x="2035" y="2563"/>
                  </a:lnTo>
                  <a:lnTo>
                    <a:pt x="2116" y="2604"/>
                  </a:lnTo>
                  <a:lnTo>
                    <a:pt x="2197" y="2563"/>
                  </a:lnTo>
                  <a:lnTo>
                    <a:pt x="2238" y="2563"/>
                  </a:lnTo>
                  <a:lnTo>
                    <a:pt x="2319" y="2482"/>
                  </a:lnTo>
                  <a:lnTo>
                    <a:pt x="2319" y="2441"/>
                  </a:lnTo>
                  <a:lnTo>
                    <a:pt x="2319" y="2319"/>
                  </a:lnTo>
                  <a:lnTo>
                    <a:pt x="2197" y="1953"/>
                  </a:lnTo>
                  <a:lnTo>
                    <a:pt x="2035" y="1587"/>
                  </a:lnTo>
                  <a:lnTo>
                    <a:pt x="1831" y="1221"/>
                  </a:lnTo>
                  <a:lnTo>
                    <a:pt x="1587" y="896"/>
                  </a:lnTo>
                  <a:lnTo>
                    <a:pt x="1302" y="611"/>
                  </a:lnTo>
                  <a:lnTo>
                    <a:pt x="977" y="367"/>
                  </a:lnTo>
                  <a:lnTo>
                    <a:pt x="652" y="163"/>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5"/>
            <p:cNvSpPr/>
            <p:nvPr/>
          </p:nvSpPr>
          <p:spPr>
            <a:xfrm>
              <a:off x="3873615" y="1003688"/>
              <a:ext cx="80076" cy="147110"/>
            </a:xfrm>
            <a:custGeom>
              <a:avLst/>
              <a:gdLst/>
              <a:ahLst/>
              <a:cxnLst/>
              <a:rect l="l" t="t" r="r" b="b"/>
              <a:pathLst>
                <a:path w="1750" h="3215" extrusionOk="0">
                  <a:moveTo>
                    <a:pt x="1546" y="1"/>
                  </a:moveTo>
                  <a:lnTo>
                    <a:pt x="1465" y="42"/>
                  </a:lnTo>
                  <a:lnTo>
                    <a:pt x="1139" y="286"/>
                  </a:lnTo>
                  <a:lnTo>
                    <a:pt x="814" y="611"/>
                  </a:lnTo>
                  <a:lnTo>
                    <a:pt x="570" y="936"/>
                  </a:lnTo>
                  <a:lnTo>
                    <a:pt x="326" y="1343"/>
                  </a:lnTo>
                  <a:lnTo>
                    <a:pt x="163" y="1709"/>
                  </a:lnTo>
                  <a:lnTo>
                    <a:pt x="41" y="2157"/>
                  </a:lnTo>
                  <a:lnTo>
                    <a:pt x="0" y="2564"/>
                  </a:lnTo>
                  <a:lnTo>
                    <a:pt x="0" y="3011"/>
                  </a:lnTo>
                  <a:lnTo>
                    <a:pt x="41" y="3092"/>
                  </a:lnTo>
                  <a:lnTo>
                    <a:pt x="82" y="3174"/>
                  </a:lnTo>
                  <a:lnTo>
                    <a:pt x="122" y="3214"/>
                  </a:lnTo>
                  <a:lnTo>
                    <a:pt x="285" y="3214"/>
                  </a:lnTo>
                  <a:lnTo>
                    <a:pt x="366" y="3174"/>
                  </a:lnTo>
                  <a:lnTo>
                    <a:pt x="407" y="3092"/>
                  </a:lnTo>
                  <a:lnTo>
                    <a:pt x="407" y="3011"/>
                  </a:lnTo>
                  <a:lnTo>
                    <a:pt x="407" y="2645"/>
                  </a:lnTo>
                  <a:lnTo>
                    <a:pt x="448" y="2238"/>
                  </a:lnTo>
                  <a:lnTo>
                    <a:pt x="529" y="1872"/>
                  </a:lnTo>
                  <a:lnTo>
                    <a:pt x="692" y="1506"/>
                  </a:lnTo>
                  <a:lnTo>
                    <a:pt x="855" y="1181"/>
                  </a:lnTo>
                  <a:lnTo>
                    <a:pt x="1099" y="896"/>
                  </a:lnTo>
                  <a:lnTo>
                    <a:pt x="1383" y="611"/>
                  </a:lnTo>
                  <a:lnTo>
                    <a:pt x="1668" y="367"/>
                  </a:lnTo>
                  <a:lnTo>
                    <a:pt x="1749" y="286"/>
                  </a:lnTo>
                  <a:lnTo>
                    <a:pt x="1749" y="245"/>
                  </a:lnTo>
                  <a:lnTo>
                    <a:pt x="1749" y="164"/>
                  </a:lnTo>
                  <a:lnTo>
                    <a:pt x="1749" y="82"/>
                  </a:lnTo>
                  <a:lnTo>
                    <a:pt x="1668" y="42"/>
                  </a:lnTo>
                  <a:lnTo>
                    <a:pt x="16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5"/>
            <p:cNvSpPr/>
            <p:nvPr/>
          </p:nvSpPr>
          <p:spPr>
            <a:xfrm>
              <a:off x="3830785" y="1215871"/>
              <a:ext cx="111740" cy="102451"/>
            </a:xfrm>
            <a:custGeom>
              <a:avLst/>
              <a:gdLst/>
              <a:ahLst/>
              <a:cxnLst/>
              <a:rect l="l" t="t" r="r" b="b"/>
              <a:pathLst>
                <a:path w="2442" h="2239" extrusionOk="0">
                  <a:moveTo>
                    <a:pt x="82" y="1"/>
                  </a:moveTo>
                  <a:lnTo>
                    <a:pt x="41" y="42"/>
                  </a:lnTo>
                  <a:lnTo>
                    <a:pt x="1" y="123"/>
                  </a:lnTo>
                  <a:lnTo>
                    <a:pt x="1" y="204"/>
                  </a:lnTo>
                  <a:lnTo>
                    <a:pt x="1" y="286"/>
                  </a:lnTo>
                  <a:lnTo>
                    <a:pt x="41" y="326"/>
                  </a:lnTo>
                  <a:lnTo>
                    <a:pt x="123" y="367"/>
                  </a:lnTo>
                  <a:lnTo>
                    <a:pt x="448" y="448"/>
                  </a:lnTo>
                  <a:lnTo>
                    <a:pt x="774" y="570"/>
                  </a:lnTo>
                  <a:lnTo>
                    <a:pt x="1058" y="774"/>
                  </a:lnTo>
                  <a:lnTo>
                    <a:pt x="1343" y="977"/>
                  </a:lnTo>
                  <a:lnTo>
                    <a:pt x="1546" y="1221"/>
                  </a:lnTo>
                  <a:lnTo>
                    <a:pt x="1750" y="1506"/>
                  </a:lnTo>
                  <a:lnTo>
                    <a:pt x="1913" y="1791"/>
                  </a:lnTo>
                  <a:lnTo>
                    <a:pt x="2035" y="2116"/>
                  </a:lnTo>
                  <a:lnTo>
                    <a:pt x="2075" y="2197"/>
                  </a:lnTo>
                  <a:lnTo>
                    <a:pt x="2116" y="2238"/>
                  </a:lnTo>
                  <a:lnTo>
                    <a:pt x="2279" y="2238"/>
                  </a:lnTo>
                  <a:lnTo>
                    <a:pt x="2360" y="2197"/>
                  </a:lnTo>
                  <a:lnTo>
                    <a:pt x="2401" y="2157"/>
                  </a:lnTo>
                  <a:lnTo>
                    <a:pt x="2441" y="2075"/>
                  </a:lnTo>
                  <a:lnTo>
                    <a:pt x="2401" y="1994"/>
                  </a:lnTo>
                  <a:lnTo>
                    <a:pt x="2279" y="1628"/>
                  </a:lnTo>
                  <a:lnTo>
                    <a:pt x="2116" y="1303"/>
                  </a:lnTo>
                  <a:lnTo>
                    <a:pt x="1872" y="977"/>
                  </a:lnTo>
                  <a:lnTo>
                    <a:pt x="1628" y="692"/>
                  </a:lnTo>
                  <a:lnTo>
                    <a:pt x="1302" y="448"/>
                  </a:lnTo>
                  <a:lnTo>
                    <a:pt x="977" y="245"/>
                  </a:lnTo>
                  <a:lnTo>
                    <a:pt x="611" y="82"/>
                  </a:lnTo>
                  <a:lnTo>
                    <a:pt x="2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5"/>
            <p:cNvSpPr/>
            <p:nvPr/>
          </p:nvSpPr>
          <p:spPr>
            <a:xfrm>
              <a:off x="3940605" y="1357357"/>
              <a:ext cx="128487" cy="102405"/>
            </a:xfrm>
            <a:custGeom>
              <a:avLst/>
              <a:gdLst/>
              <a:ahLst/>
              <a:cxnLst/>
              <a:rect l="l" t="t" r="r" b="b"/>
              <a:pathLst>
                <a:path w="2808" h="2238" extrusionOk="0">
                  <a:moveTo>
                    <a:pt x="2563" y="0"/>
                  </a:moveTo>
                  <a:lnTo>
                    <a:pt x="2156" y="122"/>
                  </a:lnTo>
                  <a:lnTo>
                    <a:pt x="1790" y="285"/>
                  </a:lnTo>
                  <a:lnTo>
                    <a:pt x="1424" y="448"/>
                  </a:lnTo>
                  <a:lnTo>
                    <a:pt x="1099" y="692"/>
                  </a:lnTo>
                  <a:lnTo>
                    <a:pt x="774" y="977"/>
                  </a:lnTo>
                  <a:lnTo>
                    <a:pt x="489" y="1261"/>
                  </a:lnTo>
                  <a:lnTo>
                    <a:pt x="245" y="1587"/>
                  </a:lnTo>
                  <a:lnTo>
                    <a:pt x="41" y="1953"/>
                  </a:lnTo>
                  <a:lnTo>
                    <a:pt x="1" y="2034"/>
                  </a:lnTo>
                  <a:lnTo>
                    <a:pt x="41" y="2116"/>
                  </a:lnTo>
                  <a:lnTo>
                    <a:pt x="82" y="2156"/>
                  </a:lnTo>
                  <a:lnTo>
                    <a:pt x="123" y="2238"/>
                  </a:lnTo>
                  <a:lnTo>
                    <a:pt x="245" y="2238"/>
                  </a:lnTo>
                  <a:lnTo>
                    <a:pt x="326" y="2197"/>
                  </a:lnTo>
                  <a:lnTo>
                    <a:pt x="367" y="2156"/>
                  </a:lnTo>
                  <a:lnTo>
                    <a:pt x="570" y="1831"/>
                  </a:lnTo>
                  <a:lnTo>
                    <a:pt x="814" y="1546"/>
                  </a:lnTo>
                  <a:lnTo>
                    <a:pt x="1058" y="1261"/>
                  </a:lnTo>
                  <a:lnTo>
                    <a:pt x="1343" y="1017"/>
                  </a:lnTo>
                  <a:lnTo>
                    <a:pt x="1628" y="814"/>
                  </a:lnTo>
                  <a:lnTo>
                    <a:pt x="1953" y="611"/>
                  </a:lnTo>
                  <a:lnTo>
                    <a:pt x="2319" y="488"/>
                  </a:lnTo>
                  <a:lnTo>
                    <a:pt x="2685" y="366"/>
                  </a:lnTo>
                  <a:lnTo>
                    <a:pt x="2726" y="366"/>
                  </a:lnTo>
                  <a:lnTo>
                    <a:pt x="2807" y="285"/>
                  </a:lnTo>
                  <a:lnTo>
                    <a:pt x="2807" y="204"/>
                  </a:lnTo>
                  <a:lnTo>
                    <a:pt x="2807" y="163"/>
                  </a:lnTo>
                  <a:lnTo>
                    <a:pt x="2767" y="82"/>
                  </a:lnTo>
                  <a:lnTo>
                    <a:pt x="2726" y="41"/>
                  </a:lnTo>
                  <a:lnTo>
                    <a:pt x="2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5"/>
            <p:cNvSpPr/>
            <p:nvPr/>
          </p:nvSpPr>
          <p:spPr>
            <a:xfrm>
              <a:off x="3925734" y="1658861"/>
              <a:ext cx="119153" cy="169440"/>
            </a:xfrm>
            <a:custGeom>
              <a:avLst/>
              <a:gdLst/>
              <a:ahLst/>
              <a:cxnLst/>
              <a:rect l="l" t="t" r="r" b="b"/>
              <a:pathLst>
                <a:path w="2604" h="3703" extrusionOk="0">
                  <a:moveTo>
                    <a:pt x="2441" y="1"/>
                  </a:moveTo>
                  <a:lnTo>
                    <a:pt x="2359" y="42"/>
                  </a:lnTo>
                  <a:lnTo>
                    <a:pt x="1871" y="286"/>
                  </a:lnTo>
                  <a:lnTo>
                    <a:pt x="1383" y="611"/>
                  </a:lnTo>
                  <a:lnTo>
                    <a:pt x="976" y="977"/>
                  </a:lnTo>
                  <a:lnTo>
                    <a:pt x="651" y="1425"/>
                  </a:lnTo>
                  <a:lnTo>
                    <a:pt x="366" y="1913"/>
                  </a:lnTo>
                  <a:lnTo>
                    <a:pt x="163" y="2401"/>
                  </a:lnTo>
                  <a:lnTo>
                    <a:pt x="41" y="2970"/>
                  </a:lnTo>
                  <a:lnTo>
                    <a:pt x="0" y="3540"/>
                  </a:lnTo>
                  <a:lnTo>
                    <a:pt x="41" y="3621"/>
                  </a:lnTo>
                  <a:lnTo>
                    <a:pt x="82" y="3662"/>
                  </a:lnTo>
                  <a:lnTo>
                    <a:pt x="122" y="3702"/>
                  </a:lnTo>
                  <a:lnTo>
                    <a:pt x="285" y="3702"/>
                  </a:lnTo>
                  <a:lnTo>
                    <a:pt x="326" y="3662"/>
                  </a:lnTo>
                  <a:lnTo>
                    <a:pt x="366" y="3621"/>
                  </a:lnTo>
                  <a:lnTo>
                    <a:pt x="407" y="3540"/>
                  </a:lnTo>
                  <a:lnTo>
                    <a:pt x="448" y="3011"/>
                  </a:lnTo>
                  <a:lnTo>
                    <a:pt x="529" y="2563"/>
                  </a:lnTo>
                  <a:lnTo>
                    <a:pt x="732" y="2075"/>
                  </a:lnTo>
                  <a:lnTo>
                    <a:pt x="976" y="1669"/>
                  </a:lnTo>
                  <a:lnTo>
                    <a:pt x="1261" y="1262"/>
                  </a:lnTo>
                  <a:lnTo>
                    <a:pt x="1627" y="936"/>
                  </a:lnTo>
                  <a:lnTo>
                    <a:pt x="2034" y="652"/>
                  </a:lnTo>
                  <a:lnTo>
                    <a:pt x="2481" y="408"/>
                  </a:lnTo>
                  <a:lnTo>
                    <a:pt x="2563" y="367"/>
                  </a:lnTo>
                  <a:lnTo>
                    <a:pt x="2604" y="326"/>
                  </a:lnTo>
                  <a:lnTo>
                    <a:pt x="2604" y="245"/>
                  </a:lnTo>
                  <a:lnTo>
                    <a:pt x="2604" y="164"/>
                  </a:lnTo>
                  <a:lnTo>
                    <a:pt x="2563" y="82"/>
                  </a:lnTo>
                  <a:lnTo>
                    <a:pt x="2522" y="4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3" name="Google Shape;1233;p35"/>
          <p:cNvSpPr/>
          <p:nvPr/>
        </p:nvSpPr>
        <p:spPr>
          <a:xfrm rot="2037842">
            <a:off x="1014380" y="1843581"/>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3"/>
        <p:cNvGrpSpPr/>
        <p:nvPr/>
      </p:nvGrpSpPr>
      <p:grpSpPr>
        <a:xfrm>
          <a:off x="0" y="0"/>
          <a:ext cx="0" cy="0"/>
          <a:chOff x="0" y="0"/>
          <a:chExt cx="0" cy="0"/>
        </a:xfrm>
      </p:grpSpPr>
      <p:grpSp>
        <p:nvGrpSpPr>
          <p:cNvPr id="1244" name="Google Shape;1244;p37"/>
          <p:cNvGrpSpPr/>
          <p:nvPr/>
        </p:nvGrpSpPr>
        <p:grpSpPr>
          <a:xfrm>
            <a:off x="4752242" y="968617"/>
            <a:ext cx="3572226" cy="2000796"/>
            <a:chOff x="526736" y="916254"/>
            <a:chExt cx="4031857" cy="2258235"/>
          </a:xfrm>
        </p:grpSpPr>
        <p:sp>
          <p:nvSpPr>
            <p:cNvPr id="1245" name="Google Shape;1245;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 name="Google Shape;1247;p37"/>
          <p:cNvGrpSpPr/>
          <p:nvPr/>
        </p:nvGrpSpPr>
        <p:grpSpPr>
          <a:xfrm rot="10800000">
            <a:off x="4651049" y="2617296"/>
            <a:ext cx="3572226" cy="2000796"/>
            <a:chOff x="526736" y="916254"/>
            <a:chExt cx="4031857" cy="2258235"/>
          </a:xfrm>
        </p:grpSpPr>
        <p:sp>
          <p:nvSpPr>
            <p:cNvPr id="1248" name="Google Shape;1248;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37"/>
          <p:cNvGrpSpPr/>
          <p:nvPr/>
        </p:nvGrpSpPr>
        <p:grpSpPr>
          <a:xfrm rot="10800000">
            <a:off x="804445" y="2617308"/>
            <a:ext cx="3572226" cy="2000796"/>
            <a:chOff x="526736" y="916254"/>
            <a:chExt cx="4031857" cy="2258235"/>
          </a:xfrm>
        </p:grpSpPr>
        <p:sp>
          <p:nvSpPr>
            <p:cNvPr id="1251" name="Google Shape;1251;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7"/>
            <p:cNvSpPr/>
            <p:nvPr/>
          </p:nvSpPr>
          <p:spPr>
            <a:xfrm rot="-10313485">
              <a:off x="639755"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37"/>
          <p:cNvGrpSpPr/>
          <p:nvPr/>
        </p:nvGrpSpPr>
        <p:grpSpPr>
          <a:xfrm>
            <a:off x="803384" y="1159238"/>
            <a:ext cx="3371958" cy="1640865"/>
            <a:chOff x="639755" y="1107350"/>
            <a:chExt cx="3805821" cy="1851992"/>
          </a:xfrm>
        </p:grpSpPr>
        <p:sp>
          <p:nvSpPr>
            <p:cNvPr id="1254" name="Google Shape;1254;p37"/>
            <p:cNvSpPr/>
            <p:nvPr/>
          </p:nvSpPr>
          <p:spPr>
            <a:xfrm rot="10313485" flipH="1">
              <a:off x="1265357" y="1131401"/>
              <a:ext cx="3180219" cy="1827941"/>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7"/>
            <p:cNvSpPr/>
            <p:nvPr/>
          </p:nvSpPr>
          <p:spPr>
            <a:xfrm rot="11286515">
              <a:off x="639755" y="1107350"/>
              <a:ext cx="3180219" cy="1827942"/>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6" name="Google Shape;1256;p37"/>
          <p:cNvSpPr txBox="1">
            <a:spLocks noGrp="1"/>
          </p:cNvSpPr>
          <p:nvPr>
            <p:ph type="title" idx="9"/>
          </p:nvPr>
        </p:nvSpPr>
        <p:spPr>
          <a:xfrm>
            <a:off x="87892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257" name="Google Shape;1257;p37"/>
          <p:cNvSpPr txBox="1">
            <a:spLocks noGrp="1"/>
          </p:cNvSpPr>
          <p:nvPr>
            <p:ph type="title" idx="8"/>
          </p:nvPr>
        </p:nvSpPr>
        <p:spPr>
          <a:xfrm>
            <a:off x="87892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01</a:t>
            </a:r>
            <a:endParaRPr dirty="0"/>
          </a:p>
        </p:txBody>
      </p:sp>
      <p:sp>
        <p:nvSpPr>
          <p:cNvPr id="1258" name="Google Shape;1258;p37"/>
          <p:cNvSpPr txBox="1">
            <a:spLocks noGrp="1"/>
          </p:cNvSpPr>
          <p:nvPr>
            <p:ph type="title" idx="13"/>
          </p:nvPr>
        </p:nvSpPr>
        <p:spPr>
          <a:xfrm>
            <a:off x="4732275" y="15212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02</a:t>
            </a:r>
            <a:endParaRPr dirty="0"/>
          </a:p>
        </p:txBody>
      </p:sp>
      <p:sp>
        <p:nvSpPr>
          <p:cNvPr id="1259" name="Google Shape;1259;p37"/>
          <p:cNvSpPr txBox="1">
            <a:spLocks noGrp="1"/>
          </p:cNvSpPr>
          <p:nvPr>
            <p:ph type="title" idx="14"/>
          </p:nvPr>
        </p:nvSpPr>
        <p:spPr>
          <a:xfrm>
            <a:off x="4732275" y="3153175"/>
            <a:ext cx="1048200" cy="1048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04</a:t>
            </a:r>
            <a:endParaRPr dirty="0"/>
          </a:p>
        </p:txBody>
      </p:sp>
      <p:sp>
        <p:nvSpPr>
          <p:cNvPr id="1260" name="Google Shape;1260;p37"/>
          <p:cNvSpPr txBox="1">
            <a:spLocks noGrp="1"/>
          </p:cNvSpPr>
          <p:nvPr>
            <p:ph type="title" idx="15"/>
          </p:nvPr>
        </p:nvSpPr>
        <p:spPr>
          <a:xfrm>
            <a:off x="743640" y="44292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sz="3600" i="0" u="none" strike="noStrike" dirty="0">
                <a:solidFill>
                  <a:srgbClr val="000000"/>
                </a:solidFill>
                <a:effectLst/>
                <a:latin typeface="Yusei Magic" panose="020B0604020202020204" charset="-128"/>
                <a:ea typeface="Yusei Magic" panose="020B0604020202020204" charset="-128"/>
                <a:cs typeface="Yusei Magic" panose="020B0604020202020204" charset="-128"/>
              </a:rPr>
              <a:t>Opis</a:t>
            </a:r>
            <a:endParaRPr sz="3600" dirty="0">
              <a:latin typeface="Yusei Magic" panose="020B0604020202020204" charset="-128"/>
              <a:ea typeface="Yusei Magic" panose="020B0604020202020204" charset="-128"/>
              <a:cs typeface="Yusei Magic" panose="020B0604020202020204" charset="-128"/>
            </a:endParaRPr>
          </a:p>
        </p:txBody>
      </p:sp>
      <p:sp>
        <p:nvSpPr>
          <p:cNvPr id="1261" name="Google Shape;1261;p37"/>
          <p:cNvSpPr txBox="1">
            <a:spLocks noGrp="1"/>
          </p:cNvSpPr>
          <p:nvPr>
            <p:ph type="title"/>
          </p:nvPr>
        </p:nvSpPr>
        <p:spPr>
          <a:xfrm>
            <a:off x="1944768" y="1869419"/>
            <a:ext cx="2297400" cy="35191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sz="2800" dirty="0">
                <a:latin typeface="Yusei Magic" panose="020B0604020202020204" charset="-128"/>
                <a:ea typeface="Yusei Magic" panose="020B0604020202020204" charset="-128"/>
                <a:cs typeface="Yusei Magic" panose="020B0604020202020204" charset="-128"/>
              </a:rPr>
              <a:t>Metodologi</a:t>
            </a:r>
            <a:r>
              <a:rPr lang="en-GB" sz="2800" dirty="0">
                <a:latin typeface="Yusei Magic" panose="020B0604020202020204" charset="-128"/>
                <a:ea typeface="Yusei Magic" panose="020B0604020202020204" charset="-128"/>
                <a:cs typeface="Yusei Magic" panose="020B0604020202020204" charset="-128"/>
              </a:rPr>
              <a:t>a </a:t>
            </a:r>
            <a:r>
              <a:rPr lang="en-GB" sz="2800" dirty="0" err="1">
                <a:latin typeface="Yusei Magic" panose="020B0604020202020204" charset="-128"/>
                <a:ea typeface="Yusei Magic" panose="020B0604020202020204" charset="-128"/>
                <a:cs typeface="Yusei Magic" panose="020B0604020202020204" charset="-128"/>
              </a:rPr>
              <a:t>cercet</a:t>
            </a:r>
            <a:r>
              <a:rPr lang="ro-RO" sz="2800" dirty="0" err="1">
                <a:latin typeface="Yusei Magic" panose="020B0604020202020204" charset="-128"/>
                <a:ea typeface="Yusei Magic" panose="020B0604020202020204" charset="-128"/>
                <a:cs typeface="Yusei Magic" panose="020B0604020202020204" charset="-128"/>
              </a:rPr>
              <a:t>ării</a:t>
            </a:r>
            <a:endParaRPr lang="ro-RO" sz="2800" dirty="0">
              <a:latin typeface="Yusei Magic" panose="020B0604020202020204" charset="-128"/>
              <a:ea typeface="Yusei Magic" panose="020B0604020202020204" charset="-128"/>
              <a:cs typeface="Yusei Magic" panose="020B0604020202020204" charset="-128"/>
            </a:endParaRPr>
          </a:p>
        </p:txBody>
      </p:sp>
      <p:sp>
        <p:nvSpPr>
          <p:cNvPr id="1263" name="Google Shape;1263;p37"/>
          <p:cNvSpPr txBox="1">
            <a:spLocks noGrp="1"/>
          </p:cNvSpPr>
          <p:nvPr>
            <p:ph type="title" idx="2"/>
          </p:nvPr>
        </p:nvSpPr>
        <p:spPr>
          <a:xfrm>
            <a:off x="5749929" y="1648741"/>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sz="3200" dirty="0"/>
              <a:t>Rezultate și discuții</a:t>
            </a:r>
            <a:endParaRPr sz="3200" dirty="0"/>
          </a:p>
        </p:txBody>
      </p:sp>
      <p:sp>
        <p:nvSpPr>
          <p:cNvPr id="1265" name="Google Shape;1265;p37"/>
          <p:cNvSpPr txBox="1">
            <a:spLocks noGrp="1"/>
          </p:cNvSpPr>
          <p:nvPr>
            <p:ph type="title" idx="4"/>
          </p:nvPr>
        </p:nvSpPr>
        <p:spPr>
          <a:xfrm>
            <a:off x="1919165" y="3386700"/>
            <a:ext cx="22974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sz="3200" dirty="0"/>
              <a:t>Concluzii</a:t>
            </a:r>
            <a:endParaRPr sz="3200" dirty="0"/>
          </a:p>
        </p:txBody>
      </p:sp>
      <p:sp>
        <p:nvSpPr>
          <p:cNvPr id="1267" name="Google Shape;1267;p37"/>
          <p:cNvSpPr txBox="1">
            <a:spLocks noGrp="1"/>
          </p:cNvSpPr>
          <p:nvPr>
            <p:ph type="title" idx="6"/>
          </p:nvPr>
        </p:nvSpPr>
        <p:spPr>
          <a:xfrm>
            <a:off x="5694796" y="3386700"/>
            <a:ext cx="2559083"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sz="3200" dirty="0"/>
              <a:t>Bibliografie</a:t>
            </a:r>
            <a:endParaRPr sz="3200" dirty="0"/>
          </a:p>
        </p:txBody>
      </p:sp>
      <p:grpSp>
        <p:nvGrpSpPr>
          <p:cNvPr id="1269" name="Google Shape;1269;p37"/>
          <p:cNvGrpSpPr/>
          <p:nvPr/>
        </p:nvGrpSpPr>
        <p:grpSpPr>
          <a:xfrm>
            <a:off x="7680381" y="1216202"/>
            <a:ext cx="307124" cy="305294"/>
            <a:chOff x="1026043" y="1162815"/>
            <a:chExt cx="307124" cy="305294"/>
          </a:xfrm>
        </p:grpSpPr>
        <p:sp>
          <p:nvSpPr>
            <p:cNvPr id="1270" name="Google Shape;1270;p37"/>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7"/>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7"/>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7"/>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7"/>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7"/>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7"/>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7"/>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8" name="Google Shape;1278;p37"/>
          <p:cNvSpPr/>
          <p:nvPr/>
        </p:nvSpPr>
        <p:spPr>
          <a:xfrm>
            <a:off x="4292222" y="266599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p40"/>
          <p:cNvSpPr txBox="1">
            <a:spLocks noGrp="1"/>
          </p:cNvSpPr>
          <p:nvPr>
            <p:ph type="title"/>
          </p:nvPr>
        </p:nvSpPr>
        <p:spPr>
          <a:xfrm>
            <a:off x="468759" y="1989214"/>
            <a:ext cx="4236819" cy="17155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sz="5400" b="0" i="0" u="none" strike="noStrike" dirty="0">
                <a:solidFill>
                  <a:schemeClr val="accent1"/>
                </a:solidFill>
                <a:effectLst/>
                <a:latin typeface="Yusei Magic" panose="020B0604020202020204" charset="-128"/>
                <a:ea typeface="Yusei Magic" panose="020B0604020202020204" charset="-128"/>
                <a:cs typeface="Yusei Magic" panose="020B0604020202020204" charset="-128"/>
              </a:rPr>
              <a:t>Metodologia cercetării</a:t>
            </a:r>
            <a:endParaRPr dirty="0">
              <a:solidFill>
                <a:schemeClr val="accent1"/>
              </a:solidFill>
              <a:latin typeface="Yusei Magic" panose="020B0604020202020204" charset="-128"/>
              <a:ea typeface="Yusei Magic" panose="020B0604020202020204" charset="-128"/>
              <a:cs typeface="Yusei Magic" panose="020B0604020202020204" charset="-128"/>
            </a:endParaRPr>
          </a:p>
        </p:txBody>
      </p:sp>
      <p:sp>
        <p:nvSpPr>
          <p:cNvPr id="1317" name="Google Shape;1317;p40"/>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1319" name="Google Shape;1319;p40"/>
          <p:cNvGrpSpPr/>
          <p:nvPr/>
        </p:nvGrpSpPr>
        <p:grpSpPr>
          <a:xfrm>
            <a:off x="5469915" y="2259353"/>
            <a:ext cx="1926484" cy="2038554"/>
            <a:chOff x="7478040" y="2048903"/>
            <a:chExt cx="1926484" cy="2038554"/>
          </a:xfrm>
        </p:grpSpPr>
        <p:sp>
          <p:nvSpPr>
            <p:cNvPr id="1320" name="Google Shape;1320;p40"/>
            <p:cNvSpPr/>
            <p:nvPr/>
          </p:nvSpPr>
          <p:spPr>
            <a:xfrm>
              <a:off x="7641639" y="2142803"/>
              <a:ext cx="1060233" cy="1375220"/>
            </a:xfrm>
            <a:custGeom>
              <a:avLst/>
              <a:gdLst/>
              <a:ahLst/>
              <a:cxnLst/>
              <a:rect l="l" t="t" r="r" b="b"/>
              <a:pathLst>
                <a:path w="14238" h="18468" extrusionOk="0">
                  <a:moveTo>
                    <a:pt x="7037" y="0"/>
                  </a:moveTo>
                  <a:lnTo>
                    <a:pt x="6305" y="82"/>
                  </a:lnTo>
                  <a:lnTo>
                    <a:pt x="5573" y="285"/>
                  </a:lnTo>
                  <a:lnTo>
                    <a:pt x="4882" y="529"/>
                  </a:lnTo>
                  <a:lnTo>
                    <a:pt x="4231" y="854"/>
                  </a:lnTo>
                  <a:lnTo>
                    <a:pt x="3580" y="1261"/>
                  </a:lnTo>
                  <a:lnTo>
                    <a:pt x="3010" y="1709"/>
                  </a:lnTo>
                  <a:lnTo>
                    <a:pt x="2482" y="2237"/>
                  </a:lnTo>
                  <a:lnTo>
                    <a:pt x="2034" y="2807"/>
                  </a:lnTo>
                  <a:lnTo>
                    <a:pt x="1627" y="3417"/>
                  </a:lnTo>
                  <a:lnTo>
                    <a:pt x="1505" y="3742"/>
                  </a:lnTo>
                  <a:lnTo>
                    <a:pt x="1383" y="4027"/>
                  </a:lnTo>
                  <a:lnTo>
                    <a:pt x="1302" y="4312"/>
                  </a:lnTo>
                  <a:lnTo>
                    <a:pt x="1302" y="4637"/>
                  </a:lnTo>
                  <a:lnTo>
                    <a:pt x="1302" y="4963"/>
                  </a:lnTo>
                  <a:lnTo>
                    <a:pt x="1383" y="5329"/>
                  </a:lnTo>
                  <a:lnTo>
                    <a:pt x="1505" y="5776"/>
                  </a:lnTo>
                  <a:lnTo>
                    <a:pt x="1587" y="6264"/>
                  </a:lnTo>
                  <a:lnTo>
                    <a:pt x="1709" y="7159"/>
                  </a:lnTo>
                  <a:lnTo>
                    <a:pt x="1831" y="8095"/>
                  </a:lnTo>
                  <a:lnTo>
                    <a:pt x="1953" y="9030"/>
                  </a:lnTo>
                  <a:lnTo>
                    <a:pt x="1424" y="9152"/>
                  </a:lnTo>
                  <a:lnTo>
                    <a:pt x="1180" y="9234"/>
                  </a:lnTo>
                  <a:lnTo>
                    <a:pt x="977" y="9356"/>
                  </a:lnTo>
                  <a:lnTo>
                    <a:pt x="773" y="9478"/>
                  </a:lnTo>
                  <a:lnTo>
                    <a:pt x="570" y="9640"/>
                  </a:lnTo>
                  <a:lnTo>
                    <a:pt x="367" y="9844"/>
                  </a:lnTo>
                  <a:lnTo>
                    <a:pt x="204" y="10088"/>
                  </a:lnTo>
                  <a:lnTo>
                    <a:pt x="122" y="10251"/>
                  </a:lnTo>
                  <a:lnTo>
                    <a:pt x="82" y="10495"/>
                  </a:lnTo>
                  <a:lnTo>
                    <a:pt x="41" y="10698"/>
                  </a:lnTo>
                  <a:lnTo>
                    <a:pt x="0" y="10942"/>
                  </a:lnTo>
                  <a:lnTo>
                    <a:pt x="41" y="11145"/>
                  </a:lnTo>
                  <a:lnTo>
                    <a:pt x="82" y="11349"/>
                  </a:lnTo>
                  <a:lnTo>
                    <a:pt x="204" y="11552"/>
                  </a:lnTo>
                  <a:lnTo>
                    <a:pt x="326" y="11756"/>
                  </a:lnTo>
                  <a:lnTo>
                    <a:pt x="529" y="11918"/>
                  </a:lnTo>
                  <a:lnTo>
                    <a:pt x="733" y="12040"/>
                  </a:lnTo>
                  <a:lnTo>
                    <a:pt x="1017" y="12122"/>
                  </a:lnTo>
                  <a:lnTo>
                    <a:pt x="1302" y="12162"/>
                  </a:lnTo>
                  <a:lnTo>
                    <a:pt x="1912" y="12203"/>
                  </a:lnTo>
                  <a:lnTo>
                    <a:pt x="2441" y="12203"/>
                  </a:lnTo>
                  <a:lnTo>
                    <a:pt x="2766" y="15091"/>
                  </a:lnTo>
                  <a:lnTo>
                    <a:pt x="3132" y="18304"/>
                  </a:lnTo>
                  <a:lnTo>
                    <a:pt x="4800" y="18426"/>
                  </a:lnTo>
                  <a:lnTo>
                    <a:pt x="6468" y="18467"/>
                  </a:lnTo>
                  <a:lnTo>
                    <a:pt x="8136" y="18467"/>
                  </a:lnTo>
                  <a:lnTo>
                    <a:pt x="9844" y="18386"/>
                  </a:lnTo>
                  <a:lnTo>
                    <a:pt x="9803" y="16393"/>
                  </a:lnTo>
                  <a:lnTo>
                    <a:pt x="9803" y="15132"/>
                  </a:lnTo>
                  <a:lnTo>
                    <a:pt x="9844" y="14603"/>
                  </a:lnTo>
                  <a:lnTo>
                    <a:pt x="10983" y="14400"/>
                  </a:lnTo>
                  <a:lnTo>
                    <a:pt x="11552" y="14237"/>
                  </a:lnTo>
                  <a:lnTo>
                    <a:pt x="12081" y="14033"/>
                  </a:lnTo>
                  <a:lnTo>
                    <a:pt x="12610" y="13789"/>
                  </a:lnTo>
                  <a:lnTo>
                    <a:pt x="13098" y="13464"/>
                  </a:lnTo>
                  <a:lnTo>
                    <a:pt x="13302" y="13301"/>
                  </a:lnTo>
                  <a:lnTo>
                    <a:pt x="13505" y="13098"/>
                  </a:lnTo>
                  <a:lnTo>
                    <a:pt x="13708" y="12854"/>
                  </a:lnTo>
                  <a:lnTo>
                    <a:pt x="13871" y="12610"/>
                  </a:lnTo>
                  <a:lnTo>
                    <a:pt x="14034" y="12203"/>
                  </a:lnTo>
                  <a:lnTo>
                    <a:pt x="14156" y="11756"/>
                  </a:lnTo>
                  <a:lnTo>
                    <a:pt x="14237" y="11267"/>
                  </a:lnTo>
                  <a:lnTo>
                    <a:pt x="14196" y="10820"/>
                  </a:lnTo>
                  <a:lnTo>
                    <a:pt x="13546" y="10983"/>
                  </a:lnTo>
                  <a:lnTo>
                    <a:pt x="12854" y="11145"/>
                  </a:lnTo>
                  <a:lnTo>
                    <a:pt x="12244" y="11349"/>
                  </a:lnTo>
                  <a:lnTo>
                    <a:pt x="11593" y="11634"/>
                  </a:lnTo>
                  <a:lnTo>
                    <a:pt x="11552" y="11390"/>
                  </a:lnTo>
                  <a:lnTo>
                    <a:pt x="11552" y="11186"/>
                  </a:lnTo>
                  <a:lnTo>
                    <a:pt x="11593" y="10983"/>
                  </a:lnTo>
                  <a:lnTo>
                    <a:pt x="11674" y="10779"/>
                  </a:lnTo>
                  <a:lnTo>
                    <a:pt x="11797" y="10576"/>
                  </a:lnTo>
                  <a:lnTo>
                    <a:pt x="11919" y="10413"/>
                  </a:lnTo>
                  <a:lnTo>
                    <a:pt x="12081" y="10251"/>
                  </a:lnTo>
                  <a:lnTo>
                    <a:pt x="12244" y="10088"/>
                  </a:lnTo>
                  <a:lnTo>
                    <a:pt x="12610" y="9885"/>
                  </a:lnTo>
                  <a:lnTo>
                    <a:pt x="13017" y="9722"/>
                  </a:lnTo>
                  <a:lnTo>
                    <a:pt x="13424" y="9600"/>
                  </a:lnTo>
                  <a:lnTo>
                    <a:pt x="13871" y="9478"/>
                  </a:lnTo>
                  <a:lnTo>
                    <a:pt x="13871" y="8461"/>
                  </a:lnTo>
                  <a:lnTo>
                    <a:pt x="13830" y="7485"/>
                  </a:lnTo>
                  <a:lnTo>
                    <a:pt x="13708" y="6508"/>
                  </a:lnTo>
                  <a:lnTo>
                    <a:pt x="13546" y="5532"/>
                  </a:lnTo>
                  <a:lnTo>
                    <a:pt x="13424" y="4434"/>
                  </a:lnTo>
                  <a:lnTo>
                    <a:pt x="13302" y="3905"/>
                  </a:lnTo>
                  <a:lnTo>
                    <a:pt x="13180" y="3661"/>
                  </a:lnTo>
                  <a:lnTo>
                    <a:pt x="13057" y="3376"/>
                  </a:lnTo>
                  <a:lnTo>
                    <a:pt x="12732" y="2888"/>
                  </a:lnTo>
                  <a:lnTo>
                    <a:pt x="12366" y="2400"/>
                  </a:lnTo>
                  <a:lnTo>
                    <a:pt x="11959" y="1953"/>
                  </a:lnTo>
                  <a:lnTo>
                    <a:pt x="11512" y="1546"/>
                  </a:lnTo>
                  <a:lnTo>
                    <a:pt x="11471" y="1505"/>
                  </a:lnTo>
                  <a:lnTo>
                    <a:pt x="10983" y="1180"/>
                  </a:lnTo>
                  <a:lnTo>
                    <a:pt x="10495" y="854"/>
                  </a:lnTo>
                  <a:lnTo>
                    <a:pt x="9966" y="570"/>
                  </a:lnTo>
                  <a:lnTo>
                    <a:pt x="9397" y="366"/>
                  </a:lnTo>
                  <a:lnTo>
                    <a:pt x="8827" y="163"/>
                  </a:lnTo>
                  <a:lnTo>
                    <a:pt x="8217" y="82"/>
                  </a:lnTo>
                  <a:lnTo>
                    <a:pt x="76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7629501" y="2130665"/>
              <a:ext cx="1084434" cy="1402474"/>
            </a:xfrm>
            <a:custGeom>
              <a:avLst/>
              <a:gdLst/>
              <a:ahLst/>
              <a:cxnLst/>
              <a:rect l="l" t="t" r="r" b="b"/>
              <a:pathLst>
                <a:path w="14563" h="18834" extrusionOk="0">
                  <a:moveTo>
                    <a:pt x="8136" y="367"/>
                  </a:moveTo>
                  <a:lnTo>
                    <a:pt x="8624" y="448"/>
                  </a:lnTo>
                  <a:lnTo>
                    <a:pt x="9072" y="570"/>
                  </a:lnTo>
                  <a:lnTo>
                    <a:pt x="9519" y="692"/>
                  </a:lnTo>
                  <a:lnTo>
                    <a:pt x="9966" y="855"/>
                  </a:lnTo>
                  <a:lnTo>
                    <a:pt x="10373" y="1058"/>
                  </a:lnTo>
                  <a:lnTo>
                    <a:pt x="10780" y="1302"/>
                  </a:lnTo>
                  <a:lnTo>
                    <a:pt x="11187" y="1546"/>
                  </a:lnTo>
                  <a:lnTo>
                    <a:pt x="11471" y="1768"/>
                  </a:lnTo>
                  <a:lnTo>
                    <a:pt x="11471" y="1790"/>
                  </a:lnTo>
                  <a:lnTo>
                    <a:pt x="11553" y="1831"/>
                  </a:lnTo>
                  <a:lnTo>
                    <a:pt x="11919" y="2197"/>
                  </a:lnTo>
                  <a:lnTo>
                    <a:pt x="12285" y="2563"/>
                  </a:lnTo>
                  <a:lnTo>
                    <a:pt x="12610" y="2970"/>
                  </a:lnTo>
                  <a:lnTo>
                    <a:pt x="12895" y="3377"/>
                  </a:lnTo>
                  <a:lnTo>
                    <a:pt x="13139" y="3824"/>
                  </a:lnTo>
                  <a:lnTo>
                    <a:pt x="13261" y="4068"/>
                  </a:lnTo>
                  <a:lnTo>
                    <a:pt x="13343" y="4312"/>
                  </a:lnTo>
                  <a:lnTo>
                    <a:pt x="13424" y="4800"/>
                  </a:lnTo>
                  <a:lnTo>
                    <a:pt x="13465" y="5248"/>
                  </a:lnTo>
                  <a:lnTo>
                    <a:pt x="13627" y="6346"/>
                  </a:lnTo>
                  <a:lnTo>
                    <a:pt x="13749" y="7404"/>
                  </a:lnTo>
                  <a:lnTo>
                    <a:pt x="13831" y="8542"/>
                  </a:lnTo>
                  <a:lnTo>
                    <a:pt x="13866" y="9510"/>
                  </a:lnTo>
                  <a:lnTo>
                    <a:pt x="13866" y="9510"/>
                  </a:lnTo>
                  <a:lnTo>
                    <a:pt x="13505" y="9600"/>
                  </a:lnTo>
                  <a:lnTo>
                    <a:pt x="13017" y="9722"/>
                  </a:lnTo>
                  <a:lnTo>
                    <a:pt x="12529" y="9925"/>
                  </a:lnTo>
                  <a:lnTo>
                    <a:pt x="12326" y="10088"/>
                  </a:lnTo>
                  <a:lnTo>
                    <a:pt x="12122" y="10251"/>
                  </a:lnTo>
                  <a:lnTo>
                    <a:pt x="11960" y="10373"/>
                  </a:lnTo>
                  <a:lnTo>
                    <a:pt x="11837" y="10576"/>
                  </a:lnTo>
                  <a:lnTo>
                    <a:pt x="11715" y="10739"/>
                  </a:lnTo>
                  <a:lnTo>
                    <a:pt x="11634" y="10942"/>
                  </a:lnTo>
                  <a:lnTo>
                    <a:pt x="11553" y="11186"/>
                  </a:lnTo>
                  <a:lnTo>
                    <a:pt x="11553" y="11390"/>
                  </a:lnTo>
                  <a:lnTo>
                    <a:pt x="11553" y="11593"/>
                  </a:lnTo>
                  <a:lnTo>
                    <a:pt x="11593" y="11837"/>
                  </a:lnTo>
                  <a:lnTo>
                    <a:pt x="11634" y="11919"/>
                  </a:lnTo>
                  <a:lnTo>
                    <a:pt x="11675" y="11959"/>
                  </a:lnTo>
                  <a:lnTo>
                    <a:pt x="11837" y="11959"/>
                  </a:lnTo>
                  <a:lnTo>
                    <a:pt x="12488" y="11675"/>
                  </a:lnTo>
                  <a:lnTo>
                    <a:pt x="13098" y="11471"/>
                  </a:lnTo>
                  <a:lnTo>
                    <a:pt x="13749" y="11308"/>
                  </a:lnTo>
                  <a:lnTo>
                    <a:pt x="14197" y="11225"/>
                  </a:lnTo>
                  <a:lnTo>
                    <a:pt x="14197" y="11225"/>
                  </a:lnTo>
                  <a:lnTo>
                    <a:pt x="14197" y="11390"/>
                  </a:lnTo>
                  <a:lnTo>
                    <a:pt x="14197" y="11756"/>
                  </a:lnTo>
                  <a:lnTo>
                    <a:pt x="14115" y="12122"/>
                  </a:lnTo>
                  <a:lnTo>
                    <a:pt x="13953" y="12447"/>
                  </a:lnTo>
                  <a:lnTo>
                    <a:pt x="13790" y="12773"/>
                  </a:lnTo>
                  <a:lnTo>
                    <a:pt x="13587" y="13058"/>
                  </a:lnTo>
                  <a:lnTo>
                    <a:pt x="13343" y="13302"/>
                  </a:lnTo>
                  <a:lnTo>
                    <a:pt x="13058" y="13546"/>
                  </a:lnTo>
                  <a:lnTo>
                    <a:pt x="12732" y="13749"/>
                  </a:lnTo>
                  <a:lnTo>
                    <a:pt x="12407" y="13952"/>
                  </a:lnTo>
                  <a:lnTo>
                    <a:pt x="12041" y="14074"/>
                  </a:lnTo>
                  <a:lnTo>
                    <a:pt x="11675" y="14237"/>
                  </a:lnTo>
                  <a:lnTo>
                    <a:pt x="10902" y="14400"/>
                  </a:lnTo>
                  <a:lnTo>
                    <a:pt x="10129" y="14563"/>
                  </a:lnTo>
                  <a:lnTo>
                    <a:pt x="9966" y="14603"/>
                  </a:lnTo>
                  <a:lnTo>
                    <a:pt x="9885" y="14644"/>
                  </a:lnTo>
                  <a:lnTo>
                    <a:pt x="9844" y="14725"/>
                  </a:lnTo>
                  <a:lnTo>
                    <a:pt x="9804" y="14888"/>
                  </a:lnTo>
                  <a:lnTo>
                    <a:pt x="9804" y="15417"/>
                  </a:lnTo>
                  <a:lnTo>
                    <a:pt x="9804" y="17166"/>
                  </a:lnTo>
                  <a:lnTo>
                    <a:pt x="9804" y="18355"/>
                  </a:lnTo>
                  <a:lnTo>
                    <a:pt x="9804" y="18355"/>
                  </a:lnTo>
                  <a:lnTo>
                    <a:pt x="8299" y="18427"/>
                  </a:lnTo>
                  <a:lnTo>
                    <a:pt x="6631" y="18467"/>
                  </a:lnTo>
                  <a:lnTo>
                    <a:pt x="4963" y="18386"/>
                  </a:lnTo>
                  <a:lnTo>
                    <a:pt x="3433" y="18274"/>
                  </a:lnTo>
                  <a:lnTo>
                    <a:pt x="3433" y="18274"/>
                  </a:lnTo>
                  <a:lnTo>
                    <a:pt x="3418" y="18183"/>
                  </a:lnTo>
                  <a:lnTo>
                    <a:pt x="3377" y="17695"/>
                  </a:lnTo>
                  <a:lnTo>
                    <a:pt x="3214" y="16230"/>
                  </a:lnTo>
                  <a:lnTo>
                    <a:pt x="2889" y="13098"/>
                  </a:lnTo>
                  <a:lnTo>
                    <a:pt x="2807" y="12610"/>
                  </a:lnTo>
                  <a:lnTo>
                    <a:pt x="2807" y="12447"/>
                  </a:lnTo>
                  <a:lnTo>
                    <a:pt x="2807" y="12407"/>
                  </a:lnTo>
                  <a:lnTo>
                    <a:pt x="2767" y="12488"/>
                  </a:lnTo>
                  <a:lnTo>
                    <a:pt x="2807" y="12366"/>
                  </a:lnTo>
                  <a:lnTo>
                    <a:pt x="2767" y="12285"/>
                  </a:lnTo>
                  <a:lnTo>
                    <a:pt x="2726" y="12244"/>
                  </a:lnTo>
                  <a:lnTo>
                    <a:pt x="2604" y="12203"/>
                  </a:lnTo>
                  <a:lnTo>
                    <a:pt x="1953" y="12163"/>
                  </a:lnTo>
                  <a:lnTo>
                    <a:pt x="1587" y="12163"/>
                  </a:lnTo>
                  <a:lnTo>
                    <a:pt x="1221" y="12081"/>
                  </a:lnTo>
                  <a:lnTo>
                    <a:pt x="936" y="12000"/>
                  </a:lnTo>
                  <a:lnTo>
                    <a:pt x="774" y="11919"/>
                  </a:lnTo>
                  <a:lnTo>
                    <a:pt x="652" y="11837"/>
                  </a:lnTo>
                  <a:lnTo>
                    <a:pt x="570" y="11715"/>
                  </a:lnTo>
                  <a:lnTo>
                    <a:pt x="489" y="11553"/>
                  </a:lnTo>
                  <a:lnTo>
                    <a:pt x="407" y="11390"/>
                  </a:lnTo>
                  <a:lnTo>
                    <a:pt x="367" y="11186"/>
                  </a:lnTo>
                  <a:lnTo>
                    <a:pt x="367" y="10820"/>
                  </a:lnTo>
                  <a:lnTo>
                    <a:pt x="489" y="10495"/>
                  </a:lnTo>
                  <a:lnTo>
                    <a:pt x="652" y="10170"/>
                  </a:lnTo>
                  <a:lnTo>
                    <a:pt x="896" y="9925"/>
                  </a:lnTo>
                  <a:lnTo>
                    <a:pt x="1180" y="9681"/>
                  </a:lnTo>
                  <a:lnTo>
                    <a:pt x="1506" y="9559"/>
                  </a:lnTo>
                  <a:lnTo>
                    <a:pt x="1831" y="9437"/>
                  </a:lnTo>
                  <a:lnTo>
                    <a:pt x="2157" y="9356"/>
                  </a:lnTo>
                  <a:lnTo>
                    <a:pt x="2238" y="9315"/>
                  </a:lnTo>
                  <a:lnTo>
                    <a:pt x="2279" y="9275"/>
                  </a:lnTo>
                  <a:lnTo>
                    <a:pt x="2319" y="9112"/>
                  </a:lnTo>
                  <a:lnTo>
                    <a:pt x="2157" y="8217"/>
                  </a:lnTo>
                  <a:lnTo>
                    <a:pt x="2075" y="7282"/>
                  </a:lnTo>
                  <a:lnTo>
                    <a:pt x="1913" y="6346"/>
                  </a:lnTo>
                  <a:lnTo>
                    <a:pt x="1750" y="5451"/>
                  </a:lnTo>
                  <a:lnTo>
                    <a:pt x="1668" y="5085"/>
                  </a:lnTo>
                  <a:lnTo>
                    <a:pt x="1668" y="4719"/>
                  </a:lnTo>
                  <a:lnTo>
                    <a:pt x="1709" y="4353"/>
                  </a:lnTo>
                  <a:lnTo>
                    <a:pt x="1831" y="3987"/>
                  </a:lnTo>
                  <a:lnTo>
                    <a:pt x="1994" y="3621"/>
                  </a:lnTo>
                  <a:lnTo>
                    <a:pt x="2197" y="3295"/>
                  </a:lnTo>
                  <a:lnTo>
                    <a:pt x="2685" y="2685"/>
                  </a:lnTo>
                  <a:lnTo>
                    <a:pt x="3214" y="2116"/>
                  </a:lnTo>
                  <a:lnTo>
                    <a:pt x="3824" y="1628"/>
                  </a:lnTo>
                  <a:lnTo>
                    <a:pt x="4434" y="1180"/>
                  </a:lnTo>
                  <a:lnTo>
                    <a:pt x="5126" y="855"/>
                  </a:lnTo>
                  <a:lnTo>
                    <a:pt x="5858" y="570"/>
                  </a:lnTo>
                  <a:lnTo>
                    <a:pt x="6631" y="407"/>
                  </a:lnTo>
                  <a:lnTo>
                    <a:pt x="6997" y="367"/>
                  </a:lnTo>
                  <a:close/>
                  <a:moveTo>
                    <a:pt x="7078" y="1"/>
                  </a:moveTo>
                  <a:lnTo>
                    <a:pt x="6631" y="41"/>
                  </a:lnTo>
                  <a:lnTo>
                    <a:pt x="6224" y="123"/>
                  </a:lnTo>
                  <a:lnTo>
                    <a:pt x="5817" y="204"/>
                  </a:lnTo>
                  <a:lnTo>
                    <a:pt x="5411" y="326"/>
                  </a:lnTo>
                  <a:lnTo>
                    <a:pt x="4638" y="651"/>
                  </a:lnTo>
                  <a:lnTo>
                    <a:pt x="3946" y="1058"/>
                  </a:lnTo>
                  <a:lnTo>
                    <a:pt x="3295" y="1546"/>
                  </a:lnTo>
                  <a:lnTo>
                    <a:pt x="2685" y="2075"/>
                  </a:lnTo>
                  <a:lnTo>
                    <a:pt x="2197" y="2685"/>
                  </a:lnTo>
                  <a:lnTo>
                    <a:pt x="1953" y="3011"/>
                  </a:lnTo>
                  <a:lnTo>
                    <a:pt x="1709" y="3336"/>
                  </a:lnTo>
                  <a:lnTo>
                    <a:pt x="1546" y="3702"/>
                  </a:lnTo>
                  <a:lnTo>
                    <a:pt x="1384" y="4068"/>
                  </a:lnTo>
                  <a:lnTo>
                    <a:pt x="1302" y="4434"/>
                  </a:lnTo>
                  <a:lnTo>
                    <a:pt x="1262" y="4841"/>
                  </a:lnTo>
                  <a:lnTo>
                    <a:pt x="1302" y="5085"/>
                  </a:lnTo>
                  <a:lnTo>
                    <a:pt x="1343" y="5329"/>
                  </a:lnTo>
                  <a:lnTo>
                    <a:pt x="1465" y="5817"/>
                  </a:lnTo>
                  <a:lnTo>
                    <a:pt x="1546" y="6387"/>
                  </a:lnTo>
                  <a:lnTo>
                    <a:pt x="1668" y="6956"/>
                  </a:lnTo>
                  <a:lnTo>
                    <a:pt x="1790" y="8095"/>
                  </a:lnTo>
                  <a:lnTo>
                    <a:pt x="1925" y="9035"/>
                  </a:lnTo>
                  <a:lnTo>
                    <a:pt x="1925" y="9035"/>
                  </a:lnTo>
                  <a:lnTo>
                    <a:pt x="1668" y="9112"/>
                  </a:lnTo>
                  <a:lnTo>
                    <a:pt x="1262" y="9234"/>
                  </a:lnTo>
                  <a:lnTo>
                    <a:pt x="896" y="9437"/>
                  </a:lnTo>
                  <a:lnTo>
                    <a:pt x="570" y="9681"/>
                  </a:lnTo>
                  <a:lnTo>
                    <a:pt x="448" y="9844"/>
                  </a:lnTo>
                  <a:lnTo>
                    <a:pt x="285" y="10007"/>
                  </a:lnTo>
                  <a:lnTo>
                    <a:pt x="123" y="10414"/>
                  </a:lnTo>
                  <a:lnTo>
                    <a:pt x="41" y="10617"/>
                  </a:lnTo>
                  <a:lnTo>
                    <a:pt x="1" y="10820"/>
                  </a:lnTo>
                  <a:lnTo>
                    <a:pt x="1" y="11024"/>
                  </a:lnTo>
                  <a:lnTo>
                    <a:pt x="1" y="11268"/>
                  </a:lnTo>
                  <a:lnTo>
                    <a:pt x="41" y="11471"/>
                  </a:lnTo>
                  <a:lnTo>
                    <a:pt x="123" y="11634"/>
                  </a:lnTo>
                  <a:lnTo>
                    <a:pt x="204" y="11837"/>
                  </a:lnTo>
                  <a:lnTo>
                    <a:pt x="326" y="12000"/>
                  </a:lnTo>
                  <a:lnTo>
                    <a:pt x="448" y="12122"/>
                  </a:lnTo>
                  <a:lnTo>
                    <a:pt x="611" y="12244"/>
                  </a:lnTo>
                  <a:lnTo>
                    <a:pt x="774" y="12325"/>
                  </a:lnTo>
                  <a:lnTo>
                    <a:pt x="977" y="12407"/>
                  </a:lnTo>
                  <a:lnTo>
                    <a:pt x="1384" y="12488"/>
                  </a:lnTo>
                  <a:lnTo>
                    <a:pt x="1790" y="12529"/>
                  </a:lnTo>
                  <a:lnTo>
                    <a:pt x="2441" y="12561"/>
                  </a:lnTo>
                  <a:lnTo>
                    <a:pt x="2441" y="12561"/>
                  </a:lnTo>
                  <a:lnTo>
                    <a:pt x="2441" y="12610"/>
                  </a:lnTo>
                  <a:lnTo>
                    <a:pt x="2482" y="12936"/>
                  </a:lnTo>
                  <a:lnTo>
                    <a:pt x="2645" y="14278"/>
                  </a:lnTo>
                  <a:lnTo>
                    <a:pt x="2970" y="17573"/>
                  </a:lnTo>
                  <a:lnTo>
                    <a:pt x="3051" y="18020"/>
                  </a:lnTo>
                  <a:lnTo>
                    <a:pt x="3092" y="18508"/>
                  </a:lnTo>
                  <a:lnTo>
                    <a:pt x="3133" y="18549"/>
                  </a:lnTo>
                  <a:lnTo>
                    <a:pt x="3173" y="18589"/>
                  </a:lnTo>
                  <a:lnTo>
                    <a:pt x="3295" y="18630"/>
                  </a:lnTo>
                  <a:lnTo>
                    <a:pt x="4963" y="18752"/>
                  </a:lnTo>
                  <a:lnTo>
                    <a:pt x="6631" y="18834"/>
                  </a:lnTo>
                  <a:lnTo>
                    <a:pt x="8299" y="18834"/>
                  </a:lnTo>
                  <a:lnTo>
                    <a:pt x="10007" y="18712"/>
                  </a:lnTo>
                  <a:lnTo>
                    <a:pt x="10088" y="18712"/>
                  </a:lnTo>
                  <a:lnTo>
                    <a:pt x="10129" y="18671"/>
                  </a:lnTo>
                  <a:lnTo>
                    <a:pt x="10170" y="18630"/>
                  </a:lnTo>
                  <a:lnTo>
                    <a:pt x="10170" y="18549"/>
                  </a:lnTo>
                  <a:lnTo>
                    <a:pt x="10170" y="15579"/>
                  </a:lnTo>
                  <a:lnTo>
                    <a:pt x="10170" y="14929"/>
                  </a:lnTo>
                  <a:lnTo>
                    <a:pt x="10170" y="14915"/>
                  </a:lnTo>
                  <a:lnTo>
                    <a:pt x="10170" y="14915"/>
                  </a:lnTo>
                  <a:lnTo>
                    <a:pt x="10251" y="14888"/>
                  </a:lnTo>
                  <a:lnTo>
                    <a:pt x="10739" y="14807"/>
                  </a:lnTo>
                  <a:lnTo>
                    <a:pt x="11471" y="14644"/>
                  </a:lnTo>
                  <a:lnTo>
                    <a:pt x="12204" y="14441"/>
                  </a:lnTo>
                  <a:lnTo>
                    <a:pt x="12529" y="14278"/>
                  </a:lnTo>
                  <a:lnTo>
                    <a:pt x="12854" y="14115"/>
                  </a:lnTo>
                  <a:lnTo>
                    <a:pt x="13180" y="13912"/>
                  </a:lnTo>
                  <a:lnTo>
                    <a:pt x="13505" y="13668"/>
                  </a:lnTo>
                  <a:lnTo>
                    <a:pt x="13790" y="13424"/>
                  </a:lnTo>
                  <a:lnTo>
                    <a:pt x="13993" y="13098"/>
                  </a:lnTo>
                  <a:lnTo>
                    <a:pt x="14197" y="12773"/>
                  </a:lnTo>
                  <a:lnTo>
                    <a:pt x="14359" y="12447"/>
                  </a:lnTo>
                  <a:lnTo>
                    <a:pt x="14481" y="12081"/>
                  </a:lnTo>
                  <a:lnTo>
                    <a:pt x="14563" y="11715"/>
                  </a:lnTo>
                  <a:lnTo>
                    <a:pt x="14563" y="11308"/>
                  </a:lnTo>
                  <a:lnTo>
                    <a:pt x="14563" y="10942"/>
                  </a:lnTo>
                  <a:lnTo>
                    <a:pt x="14522" y="10861"/>
                  </a:lnTo>
                  <a:lnTo>
                    <a:pt x="14441" y="10820"/>
                  </a:lnTo>
                  <a:lnTo>
                    <a:pt x="14319" y="10820"/>
                  </a:lnTo>
                  <a:lnTo>
                    <a:pt x="13627" y="10942"/>
                  </a:lnTo>
                  <a:lnTo>
                    <a:pt x="12976" y="11146"/>
                  </a:lnTo>
                  <a:lnTo>
                    <a:pt x="12326" y="11349"/>
                  </a:lnTo>
                  <a:lnTo>
                    <a:pt x="11919" y="11527"/>
                  </a:lnTo>
                  <a:lnTo>
                    <a:pt x="11919" y="11527"/>
                  </a:lnTo>
                  <a:lnTo>
                    <a:pt x="11919" y="11349"/>
                  </a:lnTo>
                  <a:lnTo>
                    <a:pt x="11960" y="11146"/>
                  </a:lnTo>
                  <a:lnTo>
                    <a:pt x="12000" y="10983"/>
                  </a:lnTo>
                  <a:lnTo>
                    <a:pt x="12122" y="10820"/>
                  </a:lnTo>
                  <a:lnTo>
                    <a:pt x="12244" y="10658"/>
                  </a:lnTo>
                  <a:lnTo>
                    <a:pt x="12529" y="10414"/>
                  </a:lnTo>
                  <a:lnTo>
                    <a:pt x="12895" y="10170"/>
                  </a:lnTo>
                  <a:lnTo>
                    <a:pt x="13261" y="10048"/>
                  </a:lnTo>
                  <a:lnTo>
                    <a:pt x="13668" y="9925"/>
                  </a:lnTo>
                  <a:lnTo>
                    <a:pt x="14075" y="9844"/>
                  </a:lnTo>
                  <a:lnTo>
                    <a:pt x="14197" y="9763"/>
                  </a:lnTo>
                  <a:lnTo>
                    <a:pt x="14237" y="9641"/>
                  </a:lnTo>
                  <a:lnTo>
                    <a:pt x="14197" y="8502"/>
                  </a:lnTo>
                  <a:lnTo>
                    <a:pt x="14115" y="7322"/>
                  </a:lnTo>
                  <a:lnTo>
                    <a:pt x="13993" y="6183"/>
                  </a:lnTo>
                  <a:lnTo>
                    <a:pt x="13831" y="5044"/>
                  </a:lnTo>
                  <a:lnTo>
                    <a:pt x="13749" y="4516"/>
                  </a:lnTo>
                  <a:lnTo>
                    <a:pt x="13627" y="4068"/>
                  </a:lnTo>
                  <a:lnTo>
                    <a:pt x="13465" y="3621"/>
                  </a:lnTo>
                  <a:lnTo>
                    <a:pt x="13220" y="3173"/>
                  </a:lnTo>
                  <a:lnTo>
                    <a:pt x="12895" y="2726"/>
                  </a:lnTo>
                  <a:lnTo>
                    <a:pt x="12570" y="2319"/>
                  </a:lnTo>
                  <a:lnTo>
                    <a:pt x="12204" y="1953"/>
                  </a:lnTo>
                  <a:lnTo>
                    <a:pt x="11797" y="1587"/>
                  </a:lnTo>
                  <a:lnTo>
                    <a:pt x="11471" y="1302"/>
                  </a:lnTo>
                  <a:lnTo>
                    <a:pt x="11105" y="1058"/>
                  </a:lnTo>
                  <a:lnTo>
                    <a:pt x="10739" y="855"/>
                  </a:lnTo>
                  <a:lnTo>
                    <a:pt x="10373" y="651"/>
                  </a:lnTo>
                  <a:lnTo>
                    <a:pt x="9966" y="489"/>
                  </a:lnTo>
                  <a:lnTo>
                    <a:pt x="9560" y="326"/>
                  </a:lnTo>
                  <a:lnTo>
                    <a:pt x="9153" y="204"/>
                  </a:lnTo>
                  <a:lnTo>
                    <a:pt x="8746" y="123"/>
                  </a:lnTo>
                  <a:lnTo>
                    <a:pt x="8339" y="41"/>
                  </a:lnTo>
                  <a:lnTo>
                    <a:pt x="793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2" name="Google Shape;1322;p40"/>
            <p:cNvSpPr/>
            <p:nvPr/>
          </p:nvSpPr>
          <p:spPr>
            <a:xfrm>
              <a:off x="8420096" y="2657728"/>
              <a:ext cx="121229" cy="184822"/>
            </a:xfrm>
            <a:custGeom>
              <a:avLst/>
              <a:gdLst/>
              <a:ahLst/>
              <a:cxnLst/>
              <a:rect l="l" t="t" r="r" b="b"/>
              <a:pathLst>
                <a:path w="1628" h="2482" extrusionOk="0">
                  <a:moveTo>
                    <a:pt x="488" y="0"/>
                  </a:moveTo>
                  <a:lnTo>
                    <a:pt x="448" y="41"/>
                  </a:lnTo>
                  <a:lnTo>
                    <a:pt x="366" y="81"/>
                  </a:lnTo>
                  <a:lnTo>
                    <a:pt x="326" y="122"/>
                  </a:lnTo>
                  <a:lnTo>
                    <a:pt x="326" y="204"/>
                  </a:lnTo>
                  <a:lnTo>
                    <a:pt x="366" y="285"/>
                  </a:lnTo>
                  <a:lnTo>
                    <a:pt x="854" y="1139"/>
                  </a:lnTo>
                  <a:lnTo>
                    <a:pt x="1098" y="1505"/>
                  </a:lnTo>
                  <a:lnTo>
                    <a:pt x="1180" y="1709"/>
                  </a:lnTo>
                  <a:lnTo>
                    <a:pt x="1220" y="1790"/>
                  </a:lnTo>
                  <a:lnTo>
                    <a:pt x="1220" y="1912"/>
                  </a:lnTo>
                  <a:lnTo>
                    <a:pt x="1180" y="1993"/>
                  </a:lnTo>
                  <a:lnTo>
                    <a:pt x="1098" y="2075"/>
                  </a:lnTo>
                  <a:lnTo>
                    <a:pt x="976" y="2115"/>
                  </a:lnTo>
                  <a:lnTo>
                    <a:pt x="854" y="2115"/>
                  </a:lnTo>
                  <a:lnTo>
                    <a:pt x="692" y="2034"/>
                  </a:lnTo>
                  <a:lnTo>
                    <a:pt x="570" y="1912"/>
                  </a:lnTo>
                  <a:lnTo>
                    <a:pt x="285" y="1668"/>
                  </a:lnTo>
                  <a:lnTo>
                    <a:pt x="244" y="1627"/>
                  </a:lnTo>
                  <a:lnTo>
                    <a:pt x="163" y="1587"/>
                  </a:lnTo>
                  <a:lnTo>
                    <a:pt x="82" y="1627"/>
                  </a:lnTo>
                  <a:lnTo>
                    <a:pt x="41" y="1668"/>
                  </a:lnTo>
                  <a:lnTo>
                    <a:pt x="0" y="1709"/>
                  </a:lnTo>
                  <a:lnTo>
                    <a:pt x="0" y="1790"/>
                  </a:lnTo>
                  <a:lnTo>
                    <a:pt x="0" y="1831"/>
                  </a:lnTo>
                  <a:lnTo>
                    <a:pt x="41" y="1912"/>
                  </a:lnTo>
                  <a:lnTo>
                    <a:pt x="204" y="2075"/>
                  </a:lnTo>
                  <a:lnTo>
                    <a:pt x="366" y="2237"/>
                  </a:lnTo>
                  <a:lnTo>
                    <a:pt x="570" y="2400"/>
                  </a:lnTo>
                  <a:lnTo>
                    <a:pt x="814" y="2441"/>
                  </a:lnTo>
                  <a:lnTo>
                    <a:pt x="1017" y="2481"/>
                  </a:lnTo>
                  <a:lnTo>
                    <a:pt x="1220" y="2400"/>
                  </a:lnTo>
                  <a:lnTo>
                    <a:pt x="1424" y="2319"/>
                  </a:lnTo>
                  <a:lnTo>
                    <a:pt x="1546" y="2115"/>
                  </a:lnTo>
                  <a:lnTo>
                    <a:pt x="1587" y="1993"/>
                  </a:lnTo>
                  <a:lnTo>
                    <a:pt x="1627" y="1871"/>
                  </a:lnTo>
                  <a:lnTo>
                    <a:pt x="1587" y="1749"/>
                  </a:lnTo>
                  <a:lnTo>
                    <a:pt x="1546" y="1627"/>
                  </a:lnTo>
                  <a:lnTo>
                    <a:pt x="1424" y="1342"/>
                  </a:lnTo>
                  <a:lnTo>
                    <a:pt x="1302" y="1139"/>
                  </a:lnTo>
                  <a:lnTo>
                    <a:pt x="692" y="81"/>
                  </a:lnTo>
                  <a:lnTo>
                    <a:pt x="610" y="41"/>
                  </a:lnTo>
                  <a:lnTo>
                    <a:pt x="5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3" name="Google Shape;1323;p40"/>
            <p:cNvSpPr/>
            <p:nvPr/>
          </p:nvSpPr>
          <p:spPr>
            <a:xfrm>
              <a:off x="7478040" y="3436111"/>
              <a:ext cx="1314680" cy="651345"/>
            </a:xfrm>
            <a:custGeom>
              <a:avLst/>
              <a:gdLst/>
              <a:ahLst/>
              <a:cxnLst/>
              <a:rect l="l" t="t" r="r" b="b"/>
              <a:pathLst>
                <a:path w="17655" h="8747" extrusionOk="0">
                  <a:moveTo>
                    <a:pt x="10658" y="1"/>
                  </a:moveTo>
                  <a:lnTo>
                    <a:pt x="9926" y="42"/>
                  </a:lnTo>
                  <a:lnTo>
                    <a:pt x="9194" y="82"/>
                  </a:lnTo>
                  <a:lnTo>
                    <a:pt x="7729" y="164"/>
                  </a:lnTo>
                  <a:lnTo>
                    <a:pt x="6224" y="204"/>
                  </a:lnTo>
                  <a:lnTo>
                    <a:pt x="5533" y="245"/>
                  </a:lnTo>
                  <a:lnTo>
                    <a:pt x="4882" y="326"/>
                  </a:lnTo>
                  <a:lnTo>
                    <a:pt x="4231" y="489"/>
                  </a:lnTo>
                  <a:lnTo>
                    <a:pt x="3906" y="611"/>
                  </a:lnTo>
                  <a:lnTo>
                    <a:pt x="3580" y="733"/>
                  </a:lnTo>
                  <a:lnTo>
                    <a:pt x="3092" y="1018"/>
                  </a:lnTo>
                  <a:lnTo>
                    <a:pt x="2604" y="1384"/>
                  </a:lnTo>
                  <a:lnTo>
                    <a:pt x="2197" y="1791"/>
                  </a:lnTo>
                  <a:lnTo>
                    <a:pt x="1831" y="2238"/>
                  </a:lnTo>
                  <a:lnTo>
                    <a:pt x="1425" y="2889"/>
                  </a:lnTo>
                  <a:lnTo>
                    <a:pt x="1058" y="3540"/>
                  </a:lnTo>
                  <a:lnTo>
                    <a:pt x="774" y="4272"/>
                  </a:lnTo>
                  <a:lnTo>
                    <a:pt x="570" y="5004"/>
                  </a:lnTo>
                  <a:lnTo>
                    <a:pt x="367" y="5777"/>
                  </a:lnTo>
                  <a:lnTo>
                    <a:pt x="245" y="6550"/>
                  </a:lnTo>
                  <a:lnTo>
                    <a:pt x="1" y="8055"/>
                  </a:lnTo>
                  <a:lnTo>
                    <a:pt x="42" y="8177"/>
                  </a:lnTo>
                  <a:lnTo>
                    <a:pt x="123" y="8258"/>
                  </a:lnTo>
                  <a:lnTo>
                    <a:pt x="245" y="8299"/>
                  </a:lnTo>
                  <a:lnTo>
                    <a:pt x="326" y="8217"/>
                  </a:lnTo>
                  <a:lnTo>
                    <a:pt x="408" y="8217"/>
                  </a:lnTo>
                  <a:lnTo>
                    <a:pt x="530" y="8177"/>
                  </a:lnTo>
                  <a:lnTo>
                    <a:pt x="1303" y="8177"/>
                  </a:lnTo>
                  <a:lnTo>
                    <a:pt x="1831" y="8217"/>
                  </a:lnTo>
                  <a:lnTo>
                    <a:pt x="3377" y="8299"/>
                  </a:lnTo>
                  <a:lnTo>
                    <a:pt x="4923" y="8421"/>
                  </a:lnTo>
                  <a:lnTo>
                    <a:pt x="7607" y="8624"/>
                  </a:lnTo>
                  <a:lnTo>
                    <a:pt x="8502" y="8706"/>
                  </a:lnTo>
                  <a:lnTo>
                    <a:pt x="9397" y="8746"/>
                  </a:lnTo>
                  <a:lnTo>
                    <a:pt x="10292" y="8706"/>
                  </a:lnTo>
                  <a:lnTo>
                    <a:pt x="11187" y="8665"/>
                  </a:lnTo>
                  <a:lnTo>
                    <a:pt x="12773" y="8543"/>
                  </a:lnTo>
                  <a:lnTo>
                    <a:pt x="14319" y="8339"/>
                  </a:lnTo>
                  <a:lnTo>
                    <a:pt x="15905" y="8177"/>
                  </a:lnTo>
                  <a:lnTo>
                    <a:pt x="17451" y="8055"/>
                  </a:lnTo>
                  <a:lnTo>
                    <a:pt x="17492" y="8014"/>
                  </a:lnTo>
                  <a:lnTo>
                    <a:pt x="17614" y="7973"/>
                  </a:lnTo>
                  <a:lnTo>
                    <a:pt x="17654" y="7933"/>
                  </a:lnTo>
                  <a:lnTo>
                    <a:pt x="17654" y="7851"/>
                  </a:lnTo>
                  <a:lnTo>
                    <a:pt x="17492" y="6468"/>
                  </a:lnTo>
                  <a:lnTo>
                    <a:pt x="17370" y="5777"/>
                  </a:lnTo>
                  <a:lnTo>
                    <a:pt x="17248" y="5126"/>
                  </a:lnTo>
                  <a:lnTo>
                    <a:pt x="17085" y="4435"/>
                  </a:lnTo>
                  <a:lnTo>
                    <a:pt x="16841" y="3784"/>
                  </a:lnTo>
                  <a:lnTo>
                    <a:pt x="16597" y="3174"/>
                  </a:lnTo>
                  <a:lnTo>
                    <a:pt x="16231" y="2563"/>
                  </a:lnTo>
                  <a:lnTo>
                    <a:pt x="15905" y="2075"/>
                  </a:lnTo>
                  <a:lnTo>
                    <a:pt x="15499" y="1628"/>
                  </a:lnTo>
                  <a:lnTo>
                    <a:pt x="15051" y="1221"/>
                  </a:lnTo>
                  <a:lnTo>
                    <a:pt x="14563" y="855"/>
                  </a:lnTo>
                  <a:lnTo>
                    <a:pt x="13994" y="570"/>
                  </a:lnTo>
                  <a:lnTo>
                    <a:pt x="13383" y="367"/>
                  </a:lnTo>
                  <a:lnTo>
                    <a:pt x="12733" y="204"/>
                  </a:lnTo>
                  <a:lnTo>
                    <a:pt x="12122" y="82"/>
                  </a:lnTo>
                  <a:lnTo>
                    <a:pt x="11390" y="42"/>
                  </a:lnTo>
                  <a:lnTo>
                    <a:pt x="106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0"/>
            <p:cNvSpPr/>
            <p:nvPr/>
          </p:nvSpPr>
          <p:spPr>
            <a:xfrm>
              <a:off x="8777454" y="2775830"/>
              <a:ext cx="554392" cy="624017"/>
            </a:xfrm>
            <a:custGeom>
              <a:avLst/>
              <a:gdLst/>
              <a:ahLst/>
              <a:cxnLst/>
              <a:rect l="l" t="t" r="r" b="b"/>
              <a:pathLst>
                <a:path w="7445" h="8380" extrusionOk="0">
                  <a:moveTo>
                    <a:pt x="3703" y="1"/>
                  </a:moveTo>
                  <a:lnTo>
                    <a:pt x="3092" y="41"/>
                  </a:lnTo>
                  <a:lnTo>
                    <a:pt x="2482" y="123"/>
                  </a:lnTo>
                  <a:lnTo>
                    <a:pt x="1872" y="245"/>
                  </a:lnTo>
                  <a:lnTo>
                    <a:pt x="774" y="489"/>
                  </a:lnTo>
                  <a:lnTo>
                    <a:pt x="530" y="570"/>
                  </a:lnTo>
                  <a:lnTo>
                    <a:pt x="367" y="651"/>
                  </a:lnTo>
                  <a:lnTo>
                    <a:pt x="286" y="733"/>
                  </a:lnTo>
                  <a:lnTo>
                    <a:pt x="164" y="855"/>
                  </a:lnTo>
                  <a:lnTo>
                    <a:pt x="123" y="977"/>
                  </a:lnTo>
                  <a:lnTo>
                    <a:pt x="123" y="1099"/>
                  </a:lnTo>
                  <a:lnTo>
                    <a:pt x="164" y="1221"/>
                  </a:lnTo>
                  <a:lnTo>
                    <a:pt x="1262" y="1424"/>
                  </a:lnTo>
                  <a:lnTo>
                    <a:pt x="977" y="1424"/>
                  </a:lnTo>
                  <a:lnTo>
                    <a:pt x="733" y="1465"/>
                  </a:lnTo>
                  <a:lnTo>
                    <a:pt x="489" y="1546"/>
                  </a:lnTo>
                  <a:lnTo>
                    <a:pt x="245" y="1709"/>
                  </a:lnTo>
                  <a:lnTo>
                    <a:pt x="82" y="1831"/>
                  </a:lnTo>
                  <a:lnTo>
                    <a:pt x="1" y="1912"/>
                  </a:lnTo>
                  <a:lnTo>
                    <a:pt x="1" y="1994"/>
                  </a:lnTo>
                  <a:lnTo>
                    <a:pt x="1" y="2116"/>
                  </a:lnTo>
                  <a:lnTo>
                    <a:pt x="42" y="2197"/>
                  </a:lnTo>
                  <a:lnTo>
                    <a:pt x="123" y="2278"/>
                  </a:lnTo>
                  <a:lnTo>
                    <a:pt x="204" y="2319"/>
                  </a:lnTo>
                  <a:lnTo>
                    <a:pt x="448" y="2400"/>
                  </a:lnTo>
                  <a:lnTo>
                    <a:pt x="652" y="2360"/>
                  </a:lnTo>
                  <a:lnTo>
                    <a:pt x="1099" y="2238"/>
                  </a:lnTo>
                  <a:lnTo>
                    <a:pt x="1425" y="2238"/>
                  </a:lnTo>
                  <a:lnTo>
                    <a:pt x="1547" y="2278"/>
                  </a:lnTo>
                  <a:lnTo>
                    <a:pt x="1384" y="2400"/>
                  </a:lnTo>
                  <a:lnTo>
                    <a:pt x="1181" y="2482"/>
                  </a:lnTo>
                  <a:lnTo>
                    <a:pt x="733" y="2604"/>
                  </a:lnTo>
                  <a:lnTo>
                    <a:pt x="530" y="2726"/>
                  </a:lnTo>
                  <a:lnTo>
                    <a:pt x="408" y="2889"/>
                  </a:lnTo>
                  <a:lnTo>
                    <a:pt x="367" y="3011"/>
                  </a:lnTo>
                  <a:lnTo>
                    <a:pt x="367" y="3092"/>
                  </a:lnTo>
                  <a:lnTo>
                    <a:pt x="367" y="3214"/>
                  </a:lnTo>
                  <a:lnTo>
                    <a:pt x="448" y="3255"/>
                  </a:lnTo>
                  <a:lnTo>
                    <a:pt x="530" y="3336"/>
                  </a:lnTo>
                  <a:lnTo>
                    <a:pt x="855" y="3336"/>
                  </a:lnTo>
                  <a:lnTo>
                    <a:pt x="2035" y="3255"/>
                  </a:lnTo>
                  <a:lnTo>
                    <a:pt x="1709" y="3336"/>
                  </a:lnTo>
                  <a:lnTo>
                    <a:pt x="1343" y="3458"/>
                  </a:lnTo>
                  <a:lnTo>
                    <a:pt x="1059" y="3580"/>
                  </a:lnTo>
                  <a:lnTo>
                    <a:pt x="733" y="3783"/>
                  </a:lnTo>
                  <a:lnTo>
                    <a:pt x="611" y="3865"/>
                  </a:lnTo>
                  <a:lnTo>
                    <a:pt x="530" y="3946"/>
                  </a:lnTo>
                  <a:lnTo>
                    <a:pt x="448" y="4068"/>
                  </a:lnTo>
                  <a:lnTo>
                    <a:pt x="489" y="4231"/>
                  </a:lnTo>
                  <a:lnTo>
                    <a:pt x="530" y="4312"/>
                  </a:lnTo>
                  <a:lnTo>
                    <a:pt x="652" y="4394"/>
                  </a:lnTo>
                  <a:lnTo>
                    <a:pt x="937" y="4394"/>
                  </a:lnTo>
                  <a:lnTo>
                    <a:pt x="2523" y="4312"/>
                  </a:lnTo>
                  <a:lnTo>
                    <a:pt x="2564" y="4353"/>
                  </a:lnTo>
                  <a:lnTo>
                    <a:pt x="2604" y="4475"/>
                  </a:lnTo>
                  <a:lnTo>
                    <a:pt x="2686" y="4882"/>
                  </a:lnTo>
                  <a:lnTo>
                    <a:pt x="2848" y="6143"/>
                  </a:lnTo>
                  <a:lnTo>
                    <a:pt x="3052" y="8217"/>
                  </a:lnTo>
                  <a:lnTo>
                    <a:pt x="3580" y="8339"/>
                  </a:lnTo>
                  <a:lnTo>
                    <a:pt x="4150" y="8380"/>
                  </a:lnTo>
                  <a:lnTo>
                    <a:pt x="4719" y="8380"/>
                  </a:lnTo>
                  <a:lnTo>
                    <a:pt x="5248" y="8339"/>
                  </a:lnTo>
                  <a:lnTo>
                    <a:pt x="6387" y="8136"/>
                  </a:lnTo>
                  <a:lnTo>
                    <a:pt x="7079" y="8014"/>
                  </a:lnTo>
                  <a:lnTo>
                    <a:pt x="7282" y="7973"/>
                  </a:lnTo>
                  <a:lnTo>
                    <a:pt x="7363" y="7932"/>
                  </a:lnTo>
                  <a:lnTo>
                    <a:pt x="7445" y="6509"/>
                  </a:lnTo>
                  <a:lnTo>
                    <a:pt x="7445" y="5126"/>
                  </a:lnTo>
                  <a:lnTo>
                    <a:pt x="7404" y="4434"/>
                  </a:lnTo>
                  <a:lnTo>
                    <a:pt x="7363" y="3783"/>
                  </a:lnTo>
                  <a:lnTo>
                    <a:pt x="7282" y="3092"/>
                  </a:lnTo>
                  <a:lnTo>
                    <a:pt x="7160" y="2360"/>
                  </a:lnTo>
                  <a:lnTo>
                    <a:pt x="7038" y="1994"/>
                  </a:lnTo>
                  <a:lnTo>
                    <a:pt x="6916" y="1668"/>
                  </a:lnTo>
                  <a:lnTo>
                    <a:pt x="6753" y="1302"/>
                  </a:lnTo>
                  <a:lnTo>
                    <a:pt x="6550" y="1017"/>
                  </a:lnTo>
                  <a:lnTo>
                    <a:pt x="6346" y="733"/>
                  </a:lnTo>
                  <a:lnTo>
                    <a:pt x="6062" y="489"/>
                  </a:lnTo>
                  <a:lnTo>
                    <a:pt x="5777" y="285"/>
                  </a:lnTo>
                  <a:lnTo>
                    <a:pt x="5411" y="123"/>
                  </a:lnTo>
                  <a:lnTo>
                    <a:pt x="4882" y="41"/>
                  </a:lnTo>
                  <a:lnTo>
                    <a:pt x="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0"/>
            <p:cNvSpPr/>
            <p:nvPr/>
          </p:nvSpPr>
          <p:spPr>
            <a:xfrm>
              <a:off x="8762338" y="2760714"/>
              <a:ext cx="584699" cy="651271"/>
            </a:xfrm>
            <a:custGeom>
              <a:avLst/>
              <a:gdLst/>
              <a:ahLst/>
              <a:cxnLst/>
              <a:rect l="l" t="t" r="r" b="b"/>
              <a:pathLst>
                <a:path w="7852" h="8746" extrusionOk="0">
                  <a:moveTo>
                    <a:pt x="4841" y="366"/>
                  </a:moveTo>
                  <a:lnTo>
                    <a:pt x="5289" y="448"/>
                  </a:lnTo>
                  <a:lnTo>
                    <a:pt x="5695" y="570"/>
                  </a:lnTo>
                  <a:lnTo>
                    <a:pt x="5899" y="651"/>
                  </a:lnTo>
                  <a:lnTo>
                    <a:pt x="6102" y="773"/>
                  </a:lnTo>
                  <a:lnTo>
                    <a:pt x="6387" y="1058"/>
                  </a:lnTo>
                  <a:lnTo>
                    <a:pt x="6671" y="1383"/>
                  </a:lnTo>
                  <a:lnTo>
                    <a:pt x="6875" y="1749"/>
                  </a:lnTo>
                  <a:lnTo>
                    <a:pt x="7078" y="2197"/>
                  </a:lnTo>
                  <a:lnTo>
                    <a:pt x="7200" y="2685"/>
                  </a:lnTo>
                  <a:lnTo>
                    <a:pt x="7282" y="3173"/>
                  </a:lnTo>
                  <a:lnTo>
                    <a:pt x="7363" y="3702"/>
                  </a:lnTo>
                  <a:lnTo>
                    <a:pt x="7444" y="4800"/>
                  </a:lnTo>
                  <a:lnTo>
                    <a:pt x="7444" y="5898"/>
                  </a:lnTo>
                  <a:lnTo>
                    <a:pt x="7444" y="6996"/>
                  </a:lnTo>
                  <a:lnTo>
                    <a:pt x="7404" y="7566"/>
                  </a:lnTo>
                  <a:lnTo>
                    <a:pt x="7404" y="7851"/>
                  </a:lnTo>
                  <a:lnTo>
                    <a:pt x="7404" y="7973"/>
                  </a:lnTo>
                  <a:lnTo>
                    <a:pt x="7404" y="8000"/>
                  </a:lnTo>
                  <a:lnTo>
                    <a:pt x="7404" y="8000"/>
                  </a:lnTo>
                  <a:lnTo>
                    <a:pt x="7363" y="8013"/>
                  </a:lnTo>
                  <a:lnTo>
                    <a:pt x="7078" y="8054"/>
                  </a:lnTo>
                  <a:lnTo>
                    <a:pt x="6631" y="8135"/>
                  </a:lnTo>
                  <a:lnTo>
                    <a:pt x="5492" y="8339"/>
                  </a:lnTo>
                  <a:lnTo>
                    <a:pt x="4922" y="8379"/>
                  </a:lnTo>
                  <a:lnTo>
                    <a:pt x="4394" y="8379"/>
                  </a:lnTo>
                  <a:lnTo>
                    <a:pt x="3824" y="8339"/>
                  </a:lnTo>
                  <a:lnTo>
                    <a:pt x="3417" y="8245"/>
                  </a:lnTo>
                  <a:lnTo>
                    <a:pt x="3417" y="8095"/>
                  </a:lnTo>
                  <a:lnTo>
                    <a:pt x="3336" y="7525"/>
                  </a:lnTo>
                  <a:lnTo>
                    <a:pt x="3214" y="6061"/>
                  </a:lnTo>
                  <a:lnTo>
                    <a:pt x="3133" y="5410"/>
                  </a:lnTo>
                  <a:lnTo>
                    <a:pt x="3011" y="4800"/>
                  </a:lnTo>
                  <a:lnTo>
                    <a:pt x="3011" y="4637"/>
                  </a:lnTo>
                  <a:lnTo>
                    <a:pt x="2929" y="4475"/>
                  </a:lnTo>
                  <a:lnTo>
                    <a:pt x="2848" y="4393"/>
                  </a:lnTo>
                  <a:lnTo>
                    <a:pt x="2767" y="4352"/>
                  </a:lnTo>
                  <a:lnTo>
                    <a:pt x="2197" y="4352"/>
                  </a:lnTo>
                  <a:lnTo>
                    <a:pt x="1424" y="4393"/>
                  </a:lnTo>
                  <a:lnTo>
                    <a:pt x="1099" y="4434"/>
                  </a:lnTo>
                  <a:lnTo>
                    <a:pt x="977" y="4393"/>
                  </a:lnTo>
                  <a:lnTo>
                    <a:pt x="895" y="4393"/>
                  </a:lnTo>
                  <a:lnTo>
                    <a:pt x="895" y="4312"/>
                  </a:lnTo>
                  <a:lnTo>
                    <a:pt x="895" y="4230"/>
                  </a:lnTo>
                  <a:lnTo>
                    <a:pt x="977" y="4149"/>
                  </a:lnTo>
                  <a:lnTo>
                    <a:pt x="1140" y="4027"/>
                  </a:lnTo>
                  <a:lnTo>
                    <a:pt x="1506" y="3864"/>
                  </a:lnTo>
                  <a:lnTo>
                    <a:pt x="1912" y="3742"/>
                  </a:lnTo>
                  <a:lnTo>
                    <a:pt x="2278" y="3661"/>
                  </a:lnTo>
                  <a:lnTo>
                    <a:pt x="2360" y="3620"/>
                  </a:lnTo>
                  <a:lnTo>
                    <a:pt x="2401" y="3580"/>
                  </a:lnTo>
                  <a:lnTo>
                    <a:pt x="2401" y="3458"/>
                  </a:lnTo>
                  <a:lnTo>
                    <a:pt x="2360" y="3336"/>
                  </a:lnTo>
                  <a:lnTo>
                    <a:pt x="2319" y="3295"/>
                  </a:lnTo>
                  <a:lnTo>
                    <a:pt x="2238" y="3295"/>
                  </a:lnTo>
                  <a:lnTo>
                    <a:pt x="2197" y="3297"/>
                  </a:lnTo>
                  <a:lnTo>
                    <a:pt x="2197" y="3297"/>
                  </a:lnTo>
                  <a:lnTo>
                    <a:pt x="2197" y="3295"/>
                  </a:lnTo>
                  <a:lnTo>
                    <a:pt x="2187" y="3297"/>
                  </a:lnTo>
                  <a:lnTo>
                    <a:pt x="2187" y="3297"/>
                  </a:lnTo>
                  <a:lnTo>
                    <a:pt x="1302" y="3336"/>
                  </a:lnTo>
                  <a:lnTo>
                    <a:pt x="1140" y="3376"/>
                  </a:lnTo>
                  <a:lnTo>
                    <a:pt x="855" y="3376"/>
                  </a:lnTo>
                  <a:lnTo>
                    <a:pt x="773" y="3336"/>
                  </a:lnTo>
                  <a:lnTo>
                    <a:pt x="773" y="3254"/>
                  </a:lnTo>
                  <a:lnTo>
                    <a:pt x="773" y="3173"/>
                  </a:lnTo>
                  <a:lnTo>
                    <a:pt x="895" y="3051"/>
                  </a:lnTo>
                  <a:lnTo>
                    <a:pt x="1018" y="2969"/>
                  </a:lnTo>
                  <a:lnTo>
                    <a:pt x="1302" y="2888"/>
                  </a:lnTo>
                  <a:lnTo>
                    <a:pt x="1628" y="2766"/>
                  </a:lnTo>
                  <a:lnTo>
                    <a:pt x="1750" y="2725"/>
                  </a:lnTo>
                  <a:lnTo>
                    <a:pt x="1872" y="2603"/>
                  </a:lnTo>
                  <a:lnTo>
                    <a:pt x="1912" y="2522"/>
                  </a:lnTo>
                  <a:lnTo>
                    <a:pt x="1912" y="2441"/>
                  </a:lnTo>
                  <a:lnTo>
                    <a:pt x="1912" y="2359"/>
                  </a:lnTo>
                  <a:lnTo>
                    <a:pt x="1831" y="2319"/>
                  </a:lnTo>
                  <a:lnTo>
                    <a:pt x="1668" y="2278"/>
                  </a:lnTo>
                  <a:lnTo>
                    <a:pt x="1506" y="2237"/>
                  </a:lnTo>
                  <a:lnTo>
                    <a:pt x="1343" y="2237"/>
                  </a:lnTo>
                  <a:lnTo>
                    <a:pt x="1180" y="2278"/>
                  </a:lnTo>
                  <a:lnTo>
                    <a:pt x="895" y="2359"/>
                  </a:lnTo>
                  <a:lnTo>
                    <a:pt x="733" y="2400"/>
                  </a:lnTo>
                  <a:lnTo>
                    <a:pt x="570" y="2400"/>
                  </a:lnTo>
                  <a:lnTo>
                    <a:pt x="448" y="2359"/>
                  </a:lnTo>
                  <a:lnTo>
                    <a:pt x="407" y="2319"/>
                  </a:lnTo>
                  <a:lnTo>
                    <a:pt x="407" y="2237"/>
                  </a:lnTo>
                  <a:lnTo>
                    <a:pt x="407" y="2197"/>
                  </a:lnTo>
                  <a:lnTo>
                    <a:pt x="529" y="2075"/>
                  </a:lnTo>
                  <a:lnTo>
                    <a:pt x="651" y="1993"/>
                  </a:lnTo>
                  <a:lnTo>
                    <a:pt x="855" y="1871"/>
                  </a:lnTo>
                  <a:lnTo>
                    <a:pt x="1058" y="1831"/>
                  </a:lnTo>
                  <a:lnTo>
                    <a:pt x="1465" y="1790"/>
                  </a:lnTo>
                  <a:lnTo>
                    <a:pt x="1546" y="1790"/>
                  </a:lnTo>
                  <a:lnTo>
                    <a:pt x="1587" y="1749"/>
                  </a:lnTo>
                  <a:lnTo>
                    <a:pt x="1628" y="1627"/>
                  </a:lnTo>
                  <a:lnTo>
                    <a:pt x="1628" y="1505"/>
                  </a:lnTo>
                  <a:lnTo>
                    <a:pt x="1587" y="1464"/>
                  </a:lnTo>
                  <a:lnTo>
                    <a:pt x="1506" y="1424"/>
                  </a:lnTo>
                  <a:lnTo>
                    <a:pt x="495" y="1274"/>
                  </a:lnTo>
                  <a:lnTo>
                    <a:pt x="495" y="1274"/>
                  </a:lnTo>
                  <a:lnTo>
                    <a:pt x="489" y="1261"/>
                  </a:lnTo>
                  <a:lnTo>
                    <a:pt x="489" y="1180"/>
                  </a:lnTo>
                  <a:lnTo>
                    <a:pt x="570" y="1098"/>
                  </a:lnTo>
                  <a:lnTo>
                    <a:pt x="611" y="1058"/>
                  </a:lnTo>
                  <a:lnTo>
                    <a:pt x="855" y="936"/>
                  </a:lnTo>
                  <a:lnTo>
                    <a:pt x="1099" y="854"/>
                  </a:lnTo>
                  <a:lnTo>
                    <a:pt x="1668" y="692"/>
                  </a:lnTo>
                  <a:lnTo>
                    <a:pt x="2075" y="610"/>
                  </a:lnTo>
                  <a:lnTo>
                    <a:pt x="3011" y="448"/>
                  </a:lnTo>
                  <a:lnTo>
                    <a:pt x="3946" y="366"/>
                  </a:lnTo>
                  <a:close/>
                  <a:moveTo>
                    <a:pt x="4109" y="0"/>
                  </a:moveTo>
                  <a:lnTo>
                    <a:pt x="3539" y="41"/>
                  </a:lnTo>
                  <a:lnTo>
                    <a:pt x="3011" y="81"/>
                  </a:lnTo>
                  <a:lnTo>
                    <a:pt x="2360" y="204"/>
                  </a:lnTo>
                  <a:lnTo>
                    <a:pt x="1750" y="326"/>
                  </a:lnTo>
                  <a:lnTo>
                    <a:pt x="1180" y="448"/>
                  </a:lnTo>
                  <a:lnTo>
                    <a:pt x="895" y="529"/>
                  </a:lnTo>
                  <a:lnTo>
                    <a:pt x="611" y="610"/>
                  </a:lnTo>
                  <a:lnTo>
                    <a:pt x="407" y="773"/>
                  </a:lnTo>
                  <a:lnTo>
                    <a:pt x="245" y="936"/>
                  </a:lnTo>
                  <a:lnTo>
                    <a:pt x="163" y="1058"/>
                  </a:lnTo>
                  <a:lnTo>
                    <a:pt x="123" y="1180"/>
                  </a:lnTo>
                  <a:lnTo>
                    <a:pt x="123" y="1302"/>
                  </a:lnTo>
                  <a:lnTo>
                    <a:pt x="163" y="1424"/>
                  </a:lnTo>
                  <a:lnTo>
                    <a:pt x="245" y="1546"/>
                  </a:lnTo>
                  <a:lnTo>
                    <a:pt x="326" y="1627"/>
                  </a:lnTo>
                  <a:lnTo>
                    <a:pt x="463" y="1644"/>
                  </a:lnTo>
                  <a:lnTo>
                    <a:pt x="245" y="1790"/>
                  </a:lnTo>
                  <a:lnTo>
                    <a:pt x="82" y="1953"/>
                  </a:lnTo>
                  <a:lnTo>
                    <a:pt x="41" y="2034"/>
                  </a:lnTo>
                  <a:lnTo>
                    <a:pt x="1" y="2156"/>
                  </a:lnTo>
                  <a:lnTo>
                    <a:pt x="1" y="2237"/>
                  </a:lnTo>
                  <a:lnTo>
                    <a:pt x="41" y="2400"/>
                  </a:lnTo>
                  <a:lnTo>
                    <a:pt x="123" y="2522"/>
                  </a:lnTo>
                  <a:lnTo>
                    <a:pt x="245" y="2644"/>
                  </a:lnTo>
                  <a:lnTo>
                    <a:pt x="407" y="2725"/>
                  </a:lnTo>
                  <a:lnTo>
                    <a:pt x="611" y="2766"/>
                  </a:lnTo>
                  <a:lnTo>
                    <a:pt x="651" y="2766"/>
                  </a:lnTo>
                  <a:lnTo>
                    <a:pt x="611" y="2807"/>
                  </a:lnTo>
                  <a:lnTo>
                    <a:pt x="489" y="2969"/>
                  </a:lnTo>
                  <a:lnTo>
                    <a:pt x="407" y="3132"/>
                  </a:lnTo>
                  <a:lnTo>
                    <a:pt x="367" y="3336"/>
                  </a:lnTo>
                  <a:lnTo>
                    <a:pt x="448" y="3498"/>
                  </a:lnTo>
                  <a:lnTo>
                    <a:pt x="570" y="3661"/>
                  </a:lnTo>
                  <a:lnTo>
                    <a:pt x="733" y="3702"/>
                  </a:lnTo>
                  <a:lnTo>
                    <a:pt x="936" y="3742"/>
                  </a:lnTo>
                  <a:lnTo>
                    <a:pt x="970" y="3740"/>
                  </a:lnTo>
                  <a:lnTo>
                    <a:pt x="970" y="3740"/>
                  </a:lnTo>
                  <a:lnTo>
                    <a:pt x="895" y="3783"/>
                  </a:lnTo>
                  <a:lnTo>
                    <a:pt x="692" y="3946"/>
                  </a:lnTo>
                  <a:lnTo>
                    <a:pt x="529" y="4149"/>
                  </a:lnTo>
                  <a:lnTo>
                    <a:pt x="489" y="4271"/>
                  </a:lnTo>
                  <a:lnTo>
                    <a:pt x="489" y="4393"/>
                  </a:lnTo>
                  <a:lnTo>
                    <a:pt x="489" y="4515"/>
                  </a:lnTo>
                  <a:lnTo>
                    <a:pt x="570" y="4597"/>
                  </a:lnTo>
                  <a:lnTo>
                    <a:pt x="692" y="4719"/>
                  </a:lnTo>
                  <a:lnTo>
                    <a:pt x="814" y="4759"/>
                  </a:lnTo>
                  <a:lnTo>
                    <a:pt x="1099" y="4800"/>
                  </a:lnTo>
                  <a:lnTo>
                    <a:pt x="1424" y="4800"/>
                  </a:lnTo>
                  <a:lnTo>
                    <a:pt x="1668" y="4759"/>
                  </a:lnTo>
                  <a:lnTo>
                    <a:pt x="2401" y="4719"/>
                  </a:lnTo>
                  <a:lnTo>
                    <a:pt x="2645" y="4719"/>
                  </a:lnTo>
                  <a:lnTo>
                    <a:pt x="2645" y="4800"/>
                  </a:lnTo>
                  <a:lnTo>
                    <a:pt x="2685" y="5044"/>
                  </a:lnTo>
                  <a:lnTo>
                    <a:pt x="2807" y="5695"/>
                  </a:lnTo>
                  <a:lnTo>
                    <a:pt x="2970" y="7322"/>
                  </a:lnTo>
                  <a:lnTo>
                    <a:pt x="3011" y="7891"/>
                  </a:lnTo>
                  <a:lnTo>
                    <a:pt x="3051" y="8461"/>
                  </a:lnTo>
                  <a:lnTo>
                    <a:pt x="3092" y="8542"/>
                  </a:lnTo>
                  <a:lnTo>
                    <a:pt x="3133" y="8583"/>
                  </a:lnTo>
                  <a:lnTo>
                    <a:pt x="3214" y="8583"/>
                  </a:lnTo>
                  <a:lnTo>
                    <a:pt x="3783" y="8705"/>
                  </a:lnTo>
                  <a:lnTo>
                    <a:pt x="4353" y="8745"/>
                  </a:lnTo>
                  <a:lnTo>
                    <a:pt x="4963" y="8745"/>
                  </a:lnTo>
                  <a:lnTo>
                    <a:pt x="5533" y="8705"/>
                  </a:lnTo>
                  <a:lnTo>
                    <a:pt x="6753" y="8501"/>
                  </a:lnTo>
                  <a:lnTo>
                    <a:pt x="7404" y="8379"/>
                  </a:lnTo>
                  <a:lnTo>
                    <a:pt x="7566" y="8339"/>
                  </a:lnTo>
                  <a:lnTo>
                    <a:pt x="7688" y="8298"/>
                  </a:lnTo>
                  <a:lnTo>
                    <a:pt x="7729" y="8217"/>
                  </a:lnTo>
                  <a:lnTo>
                    <a:pt x="7770" y="8135"/>
                  </a:lnTo>
                  <a:lnTo>
                    <a:pt x="7770" y="8013"/>
                  </a:lnTo>
                  <a:lnTo>
                    <a:pt x="7770" y="7769"/>
                  </a:lnTo>
                  <a:lnTo>
                    <a:pt x="7810" y="7037"/>
                  </a:lnTo>
                  <a:lnTo>
                    <a:pt x="7851" y="5654"/>
                  </a:lnTo>
                  <a:lnTo>
                    <a:pt x="7810" y="5003"/>
                  </a:lnTo>
                  <a:lnTo>
                    <a:pt x="7770" y="4312"/>
                  </a:lnTo>
                  <a:lnTo>
                    <a:pt x="7729" y="3661"/>
                  </a:lnTo>
                  <a:lnTo>
                    <a:pt x="7607" y="3010"/>
                  </a:lnTo>
                  <a:lnTo>
                    <a:pt x="7526" y="2481"/>
                  </a:lnTo>
                  <a:lnTo>
                    <a:pt x="7363" y="1953"/>
                  </a:lnTo>
                  <a:lnTo>
                    <a:pt x="7160" y="1464"/>
                  </a:lnTo>
                  <a:lnTo>
                    <a:pt x="6834" y="1017"/>
                  </a:lnTo>
                  <a:lnTo>
                    <a:pt x="6671" y="814"/>
                  </a:lnTo>
                  <a:lnTo>
                    <a:pt x="6509" y="651"/>
                  </a:lnTo>
                  <a:lnTo>
                    <a:pt x="6305" y="488"/>
                  </a:lnTo>
                  <a:lnTo>
                    <a:pt x="6143" y="366"/>
                  </a:lnTo>
                  <a:lnTo>
                    <a:pt x="5695" y="163"/>
                  </a:lnTo>
                  <a:lnTo>
                    <a:pt x="5207" y="81"/>
                  </a:lnTo>
                  <a:lnTo>
                    <a:pt x="463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6" name="Google Shape;1326;p40"/>
            <p:cNvSpPr/>
            <p:nvPr/>
          </p:nvSpPr>
          <p:spPr>
            <a:xfrm>
              <a:off x="9343909" y="3339232"/>
              <a:ext cx="74" cy="74"/>
            </a:xfrm>
            <a:custGeom>
              <a:avLst/>
              <a:gdLst/>
              <a:ahLst/>
              <a:cxnLst/>
              <a:rect l="l" t="t" r="r" b="b"/>
              <a:pathLst>
                <a:path w="1" h="1" extrusionOk="0">
                  <a:moveTo>
                    <a:pt x="0" y="0"/>
                  </a:moveTo>
                  <a:lnTo>
                    <a:pt x="0" y="0"/>
                  </a:lnTo>
                  <a:lnTo>
                    <a:pt x="0" y="0"/>
                  </a:lnTo>
                  <a:lnTo>
                    <a:pt x="0" y="0"/>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8983424" y="3321063"/>
              <a:ext cx="421100" cy="663409"/>
            </a:xfrm>
            <a:custGeom>
              <a:avLst/>
              <a:gdLst/>
              <a:ahLst/>
              <a:cxnLst/>
              <a:rect l="l" t="t" r="r" b="b"/>
              <a:pathLst>
                <a:path w="5655" h="8909" extrusionOk="0">
                  <a:moveTo>
                    <a:pt x="4679" y="0"/>
                  </a:moveTo>
                  <a:lnTo>
                    <a:pt x="2442" y="204"/>
                  </a:lnTo>
                  <a:lnTo>
                    <a:pt x="204" y="285"/>
                  </a:lnTo>
                  <a:lnTo>
                    <a:pt x="123" y="326"/>
                  </a:lnTo>
                  <a:lnTo>
                    <a:pt x="82" y="326"/>
                  </a:lnTo>
                  <a:lnTo>
                    <a:pt x="42" y="407"/>
                  </a:lnTo>
                  <a:lnTo>
                    <a:pt x="1" y="488"/>
                  </a:lnTo>
                  <a:lnTo>
                    <a:pt x="82" y="3376"/>
                  </a:lnTo>
                  <a:lnTo>
                    <a:pt x="245" y="6305"/>
                  </a:lnTo>
                  <a:lnTo>
                    <a:pt x="408" y="8705"/>
                  </a:lnTo>
                  <a:lnTo>
                    <a:pt x="408" y="8786"/>
                  </a:lnTo>
                  <a:lnTo>
                    <a:pt x="448" y="8827"/>
                  </a:lnTo>
                  <a:lnTo>
                    <a:pt x="489" y="8868"/>
                  </a:lnTo>
                  <a:lnTo>
                    <a:pt x="570" y="8908"/>
                  </a:lnTo>
                  <a:lnTo>
                    <a:pt x="3011" y="8908"/>
                  </a:lnTo>
                  <a:lnTo>
                    <a:pt x="4231" y="8827"/>
                  </a:lnTo>
                  <a:lnTo>
                    <a:pt x="5452" y="8705"/>
                  </a:lnTo>
                  <a:lnTo>
                    <a:pt x="5614" y="8624"/>
                  </a:lnTo>
                  <a:lnTo>
                    <a:pt x="5655" y="8583"/>
                  </a:lnTo>
                  <a:lnTo>
                    <a:pt x="5655" y="8502"/>
                  </a:lnTo>
                  <a:lnTo>
                    <a:pt x="5248" y="4881"/>
                  </a:lnTo>
                  <a:lnTo>
                    <a:pt x="5045" y="3092"/>
                  </a:lnTo>
                  <a:lnTo>
                    <a:pt x="4882" y="1302"/>
                  </a:lnTo>
                  <a:lnTo>
                    <a:pt x="4841" y="529"/>
                  </a:lnTo>
                  <a:lnTo>
                    <a:pt x="4841" y="326"/>
                  </a:lnTo>
                  <a:lnTo>
                    <a:pt x="4841" y="244"/>
                  </a:lnTo>
                  <a:lnTo>
                    <a:pt x="4841" y="163"/>
                  </a:lnTo>
                  <a:lnTo>
                    <a:pt x="4801" y="82"/>
                  </a:lnTo>
                  <a:lnTo>
                    <a:pt x="47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0"/>
            <p:cNvSpPr/>
            <p:nvPr/>
          </p:nvSpPr>
          <p:spPr>
            <a:xfrm>
              <a:off x="8986477" y="3405878"/>
              <a:ext cx="363538" cy="36413"/>
            </a:xfrm>
            <a:custGeom>
              <a:avLst/>
              <a:gdLst/>
              <a:ahLst/>
              <a:cxnLst/>
              <a:rect l="l" t="t" r="r" b="b"/>
              <a:pathLst>
                <a:path w="4882" h="489" extrusionOk="0">
                  <a:moveTo>
                    <a:pt x="163" y="0"/>
                  </a:moveTo>
                  <a:lnTo>
                    <a:pt x="82" y="41"/>
                  </a:lnTo>
                  <a:lnTo>
                    <a:pt x="41" y="81"/>
                  </a:lnTo>
                  <a:lnTo>
                    <a:pt x="1" y="122"/>
                  </a:lnTo>
                  <a:lnTo>
                    <a:pt x="1" y="204"/>
                  </a:lnTo>
                  <a:lnTo>
                    <a:pt x="41" y="326"/>
                  </a:lnTo>
                  <a:lnTo>
                    <a:pt x="82" y="366"/>
                  </a:lnTo>
                  <a:lnTo>
                    <a:pt x="163" y="407"/>
                  </a:lnTo>
                  <a:lnTo>
                    <a:pt x="1302" y="448"/>
                  </a:lnTo>
                  <a:lnTo>
                    <a:pt x="2441" y="488"/>
                  </a:lnTo>
                  <a:lnTo>
                    <a:pt x="3580" y="488"/>
                  </a:lnTo>
                  <a:lnTo>
                    <a:pt x="4719" y="407"/>
                  </a:lnTo>
                  <a:lnTo>
                    <a:pt x="4800" y="407"/>
                  </a:lnTo>
                  <a:lnTo>
                    <a:pt x="4841" y="366"/>
                  </a:lnTo>
                  <a:lnTo>
                    <a:pt x="4882" y="204"/>
                  </a:lnTo>
                  <a:lnTo>
                    <a:pt x="4882" y="163"/>
                  </a:lnTo>
                  <a:lnTo>
                    <a:pt x="4841" y="81"/>
                  </a:lnTo>
                  <a:lnTo>
                    <a:pt x="4800" y="41"/>
                  </a:lnTo>
                  <a:lnTo>
                    <a:pt x="4719" y="41"/>
                  </a:lnTo>
                  <a:lnTo>
                    <a:pt x="3580" y="81"/>
                  </a:lnTo>
                  <a:lnTo>
                    <a:pt x="2441" y="122"/>
                  </a:lnTo>
                  <a:lnTo>
                    <a:pt x="1302" y="81"/>
                  </a:lnTo>
                  <a:lnTo>
                    <a:pt x="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9" name="Google Shape;1329;p40"/>
            <p:cNvSpPr/>
            <p:nvPr/>
          </p:nvSpPr>
          <p:spPr>
            <a:xfrm>
              <a:off x="7668893" y="2048903"/>
              <a:ext cx="805786" cy="793648"/>
            </a:xfrm>
            <a:custGeom>
              <a:avLst/>
              <a:gdLst/>
              <a:ahLst/>
              <a:cxnLst/>
              <a:rect l="l" t="t" r="r" b="b"/>
              <a:pathLst>
                <a:path w="10821" h="10658" extrusionOk="0">
                  <a:moveTo>
                    <a:pt x="6671" y="0"/>
                  </a:moveTo>
                  <a:lnTo>
                    <a:pt x="5980" y="82"/>
                  </a:lnTo>
                  <a:lnTo>
                    <a:pt x="5288" y="163"/>
                  </a:lnTo>
                  <a:lnTo>
                    <a:pt x="4597" y="366"/>
                  </a:lnTo>
                  <a:lnTo>
                    <a:pt x="3987" y="570"/>
                  </a:lnTo>
                  <a:lnTo>
                    <a:pt x="3377" y="854"/>
                  </a:lnTo>
                  <a:lnTo>
                    <a:pt x="2807" y="1139"/>
                  </a:lnTo>
                  <a:lnTo>
                    <a:pt x="2278" y="1546"/>
                  </a:lnTo>
                  <a:lnTo>
                    <a:pt x="1790" y="1953"/>
                  </a:lnTo>
                  <a:lnTo>
                    <a:pt x="1343" y="2441"/>
                  </a:lnTo>
                  <a:lnTo>
                    <a:pt x="936" y="2970"/>
                  </a:lnTo>
                  <a:lnTo>
                    <a:pt x="611" y="3539"/>
                  </a:lnTo>
                  <a:lnTo>
                    <a:pt x="326" y="4149"/>
                  </a:lnTo>
                  <a:lnTo>
                    <a:pt x="123" y="4759"/>
                  </a:lnTo>
                  <a:lnTo>
                    <a:pt x="41" y="5410"/>
                  </a:lnTo>
                  <a:lnTo>
                    <a:pt x="1" y="6102"/>
                  </a:lnTo>
                  <a:lnTo>
                    <a:pt x="82" y="6793"/>
                  </a:lnTo>
                  <a:lnTo>
                    <a:pt x="204" y="7485"/>
                  </a:lnTo>
                  <a:lnTo>
                    <a:pt x="367" y="8176"/>
                  </a:lnTo>
                  <a:lnTo>
                    <a:pt x="570" y="8868"/>
                  </a:lnTo>
                  <a:lnTo>
                    <a:pt x="773" y="9640"/>
                  </a:lnTo>
                  <a:lnTo>
                    <a:pt x="895" y="9966"/>
                  </a:lnTo>
                  <a:lnTo>
                    <a:pt x="1058" y="10291"/>
                  </a:lnTo>
                  <a:lnTo>
                    <a:pt x="1139" y="10413"/>
                  </a:lnTo>
                  <a:lnTo>
                    <a:pt x="1261" y="10495"/>
                  </a:lnTo>
                  <a:lnTo>
                    <a:pt x="1343" y="10576"/>
                  </a:lnTo>
                  <a:lnTo>
                    <a:pt x="1506" y="10617"/>
                  </a:lnTo>
                  <a:lnTo>
                    <a:pt x="1628" y="10657"/>
                  </a:lnTo>
                  <a:lnTo>
                    <a:pt x="1750" y="10617"/>
                  </a:lnTo>
                  <a:lnTo>
                    <a:pt x="1912" y="10576"/>
                  </a:lnTo>
                  <a:lnTo>
                    <a:pt x="2034" y="10495"/>
                  </a:lnTo>
                  <a:lnTo>
                    <a:pt x="2197" y="10332"/>
                  </a:lnTo>
                  <a:lnTo>
                    <a:pt x="2319" y="10169"/>
                  </a:lnTo>
                  <a:lnTo>
                    <a:pt x="2400" y="9925"/>
                  </a:lnTo>
                  <a:lnTo>
                    <a:pt x="2482" y="9681"/>
                  </a:lnTo>
                  <a:lnTo>
                    <a:pt x="2563" y="9193"/>
                  </a:lnTo>
                  <a:lnTo>
                    <a:pt x="2563" y="8746"/>
                  </a:lnTo>
                  <a:lnTo>
                    <a:pt x="2644" y="8095"/>
                  </a:lnTo>
                  <a:lnTo>
                    <a:pt x="2726" y="7485"/>
                  </a:lnTo>
                  <a:lnTo>
                    <a:pt x="2970" y="6264"/>
                  </a:lnTo>
                  <a:lnTo>
                    <a:pt x="3214" y="5003"/>
                  </a:lnTo>
                  <a:lnTo>
                    <a:pt x="3295" y="4393"/>
                  </a:lnTo>
                  <a:lnTo>
                    <a:pt x="3336" y="3783"/>
                  </a:lnTo>
                  <a:lnTo>
                    <a:pt x="3702" y="3946"/>
                  </a:lnTo>
                  <a:lnTo>
                    <a:pt x="4068" y="4068"/>
                  </a:lnTo>
                  <a:lnTo>
                    <a:pt x="4475" y="4109"/>
                  </a:lnTo>
                  <a:lnTo>
                    <a:pt x="4841" y="4027"/>
                  </a:lnTo>
                  <a:lnTo>
                    <a:pt x="5044" y="3946"/>
                  </a:lnTo>
                  <a:lnTo>
                    <a:pt x="5248" y="3864"/>
                  </a:lnTo>
                  <a:lnTo>
                    <a:pt x="5573" y="3620"/>
                  </a:lnTo>
                  <a:lnTo>
                    <a:pt x="5858" y="3295"/>
                  </a:lnTo>
                  <a:lnTo>
                    <a:pt x="6061" y="2929"/>
                  </a:lnTo>
                  <a:lnTo>
                    <a:pt x="6509" y="3214"/>
                  </a:lnTo>
                  <a:lnTo>
                    <a:pt x="6956" y="3458"/>
                  </a:lnTo>
                  <a:lnTo>
                    <a:pt x="7200" y="3539"/>
                  </a:lnTo>
                  <a:lnTo>
                    <a:pt x="7444" y="3620"/>
                  </a:lnTo>
                  <a:lnTo>
                    <a:pt x="7973" y="3620"/>
                  </a:lnTo>
                  <a:lnTo>
                    <a:pt x="8339" y="3498"/>
                  </a:lnTo>
                  <a:lnTo>
                    <a:pt x="8665" y="3295"/>
                  </a:lnTo>
                  <a:lnTo>
                    <a:pt x="8787" y="3173"/>
                  </a:lnTo>
                  <a:lnTo>
                    <a:pt x="8909" y="3010"/>
                  </a:lnTo>
                  <a:lnTo>
                    <a:pt x="9031" y="2848"/>
                  </a:lnTo>
                  <a:lnTo>
                    <a:pt x="9071" y="2685"/>
                  </a:lnTo>
                  <a:lnTo>
                    <a:pt x="9275" y="2766"/>
                  </a:lnTo>
                  <a:lnTo>
                    <a:pt x="9519" y="2848"/>
                  </a:lnTo>
                  <a:lnTo>
                    <a:pt x="9722" y="2848"/>
                  </a:lnTo>
                  <a:lnTo>
                    <a:pt x="9966" y="2807"/>
                  </a:lnTo>
                  <a:lnTo>
                    <a:pt x="10170" y="2726"/>
                  </a:lnTo>
                  <a:lnTo>
                    <a:pt x="10373" y="2604"/>
                  </a:lnTo>
                  <a:lnTo>
                    <a:pt x="10536" y="2441"/>
                  </a:lnTo>
                  <a:lnTo>
                    <a:pt x="10658" y="2237"/>
                  </a:lnTo>
                  <a:lnTo>
                    <a:pt x="10780" y="1993"/>
                  </a:lnTo>
                  <a:lnTo>
                    <a:pt x="10820" y="1709"/>
                  </a:lnTo>
                  <a:lnTo>
                    <a:pt x="10780" y="1465"/>
                  </a:lnTo>
                  <a:lnTo>
                    <a:pt x="10698" y="1221"/>
                  </a:lnTo>
                  <a:lnTo>
                    <a:pt x="10536" y="1017"/>
                  </a:lnTo>
                  <a:lnTo>
                    <a:pt x="10373" y="814"/>
                  </a:lnTo>
                  <a:lnTo>
                    <a:pt x="10129" y="651"/>
                  </a:lnTo>
                  <a:lnTo>
                    <a:pt x="9925" y="488"/>
                  </a:lnTo>
                  <a:lnTo>
                    <a:pt x="9600" y="366"/>
                  </a:lnTo>
                  <a:lnTo>
                    <a:pt x="9315" y="285"/>
                  </a:lnTo>
                  <a:lnTo>
                    <a:pt x="8665" y="122"/>
                  </a:lnTo>
                  <a:lnTo>
                    <a:pt x="8014" y="41"/>
                  </a:lnTo>
                  <a:lnTo>
                    <a:pt x="74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0" name="Google Shape;1330;p40"/>
            <p:cNvSpPr/>
            <p:nvPr/>
          </p:nvSpPr>
          <p:spPr>
            <a:xfrm>
              <a:off x="8235274" y="2618336"/>
              <a:ext cx="36488" cy="36413"/>
            </a:xfrm>
            <a:custGeom>
              <a:avLst/>
              <a:gdLst/>
              <a:ahLst/>
              <a:cxnLst/>
              <a:rect l="l" t="t" r="r" b="b"/>
              <a:pathLst>
                <a:path w="490" h="489" extrusionOk="0">
                  <a:moveTo>
                    <a:pt x="245" y="0"/>
                  </a:moveTo>
                  <a:lnTo>
                    <a:pt x="123" y="41"/>
                  </a:lnTo>
                  <a:lnTo>
                    <a:pt x="42" y="82"/>
                  </a:lnTo>
                  <a:lnTo>
                    <a:pt x="1" y="163"/>
                  </a:lnTo>
                  <a:lnTo>
                    <a:pt x="1" y="244"/>
                  </a:lnTo>
                  <a:lnTo>
                    <a:pt x="1" y="326"/>
                  </a:lnTo>
                  <a:lnTo>
                    <a:pt x="42" y="407"/>
                  </a:lnTo>
                  <a:lnTo>
                    <a:pt x="123" y="488"/>
                  </a:lnTo>
                  <a:lnTo>
                    <a:pt x="326" y="488"/>
                  </a:lnTo>
                  <a:lnTo>
                    <a:pt x="408" y="407"/>
                  </a:lnTo>
                  <a:lnTo>
                    <a:pt x="448" y="326"/>
                  </a:lnTo>
                  <a:lnTo>
                    <a:pt x="489" y="244"/>
                  </a:lnTo>
                  <a:lnTo>
                    <a:pt x="448" y="163"/>
                  </a:lnTo>
                  <a:lnTo>
                    <a:pt x="408" y="82"/>
                  </a:lnTo>
                  <a:lnTo>
                    <a:pt x="326"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1" name="Google Shape;1331;p40"/>
            <p:cNvSpPr/>
            <p:nvPr/>
          </p:nvSpPr>
          <p:spPr>
            <a:xfrm>
              <a:off x="8462467" y="2533521"/>
              <a:ext cx="33435" cy="36413"/>
            </a:xfrm>
            <a:custGeom>
              <a:avLst/>
              <a:gdLst/>
              <a:ahLst/>
              <a:cxnLst/>
              <a:rect l="l" t="t" r="r" b="b"/>
              <a:pathLst>
                <a:path w="449" h="489" extrusionOk="0">
                  <a:moveTo>
                    <a:pt x="123" y="0"/>
                  </a:moveTo>
                  <a:lnTo>
                    <a:pt x="41" y="82"/>
                  </a:lnTo>
                  <a:lnTo>
                    <a:pt x="1" y="163"/>
                  </a:lnTo>
                  <a:lnTo>
                    <a:pt x="1" y="244"/>
                  </a:lnTo>
                  <a:lnTo>
                    <a:pt x="1" y="326"/>
                  </a:lnTo>
                  <a:lnTo>
                    <a:pt x="41" y="407"/>
                  </a:lnTo>
                  <a:lnTo>
                    <a:pt x="123" y="489"/>
                  </a:lnTo>
                  <a:lnTo>
                    <a:pt x="326" y="489"/>
                  </a:lnTo>
                  <a:lnTo>
                    <a:pt x="407" y="407"/>
                  </a:lnTo>
                  <a:lnTo>
                    <a:pt x="448" y="326"/>
                  </a:lnTo>
                  <a:lnTo>
                    <a:pt x="448" y="244"/>
                  </a:lnTo>
                  <a:lnTo>
                    <a:pt x="448" y="163"/>
                  </a:lnTo>
                  <a:lnTo>
                    <a:pt x="407" y="82"/>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2" name="Google Shape;1332;p40"/>
            <p:cNvSpPr/>
            <p:nvPr/>
          </p:nvSpPr>
          <p:spPr>
            <a:xfrm>
              <a:off x="8129311" y="2494129"/>
              <a:ext cx="81837" cy="106113"/>
            </a:xfrm>
            <a:custGeom>
              <a:avLst/>
              <a:gdLst/>
              <a:ahLst/>
              <a:cxnLst/>
              <a:rect l="l" t="t" r="r" b="b"/>
              <a:pathLst>
                <a:path w="1099" h="1425" extrusionOk="0">
                  <a:moveTo>
                    <a:pt x="854" y="1"/>
                  </a:moveTo>
                  <a:lnTo>
                    <a:pt x="814" y="41"/>
                  </a:lnTo>
                  <a:lnTo>
                    <a:pt x="773" y="82"/>
                  </a:lnTo>
                  <a:lnTo>
                    <a:pt x="732" y="204"/>
                  </a:lnTo>
                  <a:lnTo>
                    <a:pt x="732" y="245"/>
                  </a:lnTo>
                  <a:lnTo>
                    <a:pt x="732" y="285"/>
                  </a:lnTo>
                  <a:lnTo>
                    <a:pt x="732" y="367"/>
                  </a:lnTo>
                  <a:lnTo>
                    <a:pt x="732" y="407"/>
                  </a:lnTo>
                  <a:lnTo>
                    <a:pt x="732" y="489"/>
                  </a:lnTo>
                  <a:lnTo>
                    <a:pt x="692" y="570"/>
                  </a:lnTo>
                  <a:lnTo>
                    <a:pt x="692" y="611"/>
                  </a:lnTo>
                  <a:lnTo>
                    <a:pt x="570" y="773"/>
                  </a:lnTo>
                  <a:lnTo>
                    <a:pt x="570" y="814"/>
                  </a:lnTo>
                  <a:lnTo>
                    <a:pt x="488" y="855"/>
                  </a:lnTo>
                  <a:lnTo>
                    <a:pt x="448" y="896"/>
                  </a:lnTo>
                  <a:lnTo>
                    <a:pt x="407" y="936"/>
                  </a:lnTo>
                  <a:lnTo>
                    <a:pt x="244" y="1018"/>
                  </a:lnTo>
                  <a:lnTo>
                    <a:pt x="204" y="1058"/>
                  </a:lnTo>
                  <a:lnTo>
                    <a:pt x="122" y="1058"/>
                  </a:lnTo>
                  <a:lnTo>
                    <a:pt x="82" y="1099"/>
                  </a:lnTo>
                  <a:lnTo>
                    <a:pt x="0" y="1180"/>
                  </a:lnTo>
                  <a:lnTo>
                    <a:pt x="0" y="1221"/>
                  </a:lnTo>
                  <a:lnTo>
                    <a:pt x="0" y="1302"/>
                  </a:lnTo>
                  <a:lnTo>
                    <a:pt x="41" y="1384"/>
                  </a:lnTo>
                  <a:lnTo>
                    <a:pt x="82" y="1424"/>
                  </a:lnTo>
                  <a:lnTo>
                    <a:pt x="244" y="1424"/>
                  </a:lnTo>
                  <a:lnTo>
                    <a:pt x="448" y="1343"/>
                  </a:lnTo>
                  <a:lnTo>
                    <a:pt x="610" y="1262"/>
                  </a:lnTo>
                  <a:lnTo>
                    <a:pt x="773" y="1099"/>
                  </a:lnTo>
                  <a:lnTo>
                    <a:pt x="895" y="936"/>
                  </a:lnTo>
                  <a:lnTo>
                    <a:pt x="1017" y="733"/>
                  </a:lnTo>
                  <a:lnTo>
                    <a:pt x="1099" y="529"/>
                  </a:lnTo>
                  <a:lnTo>
                    <a:pt x="1099" y="326"/>
                  </a:lnTo>
                  <a:lnTo>
                    <a:pt x="1099" y="123"/>
                  </a:lnTo>
                  <a:lnTo>
                    <a:pt x="1058" y="41"/>
                  </a:lnTo>
                  <a:lnTo>
                    <a:pt x="10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3" name="Google Shape;1333;p40"/>
            <p:cNvSpPr/>
            <p:nvPr/>
          </p:nvSpPr>
          <p:spPr>
            <a:xfrm>
              <a:off x="8420096" y="2433589"/>
              <a:ext cx="109091" cy="36413"/>
            </a:xfrm>
            <a:custGeom>
              <a:avLst/>
              <a:gdLst/>
              <a:ahLst/>
              <a:cxnLst/>
              <a:rect l="l" t="t" r="r" b="b"/>
              <a:pathLst>
                <a:path w="1465" h="489" extrusionOk="0">
                  <a:moveTo>
                    <a:pt x="122" y="0"/>
                  </a:moveTo>
                  <a:lnTo>
                    <a:pt x="41" y="41"/>
                  </a:lnTo>
                  <a:lnTo>
                    <a:pt x="0" y="122"/>
                  </a:lnTo>
                  <a:lnTo>
                    <a:pt x="0" y="163"/>
                  </a:lnTo>
                  <a:lnTo>
                    <a:pt x="0" y="244"/>
                  </a:lnTo>
                  <a:lnTo>
                    <a:pt x="41" y="285"/>
                  </a:lnTo>
                  <a:lnTo>
                    <a:pt x="204" y="366"/>
                  </a:lnTo>
                  <a:lnTo>
                    <a:pt x="1261" y="488"/>
                  </a:lnTo>
                  <a:lnTo>
                    <a:pt x="1343" y="488"/>
                  </a:lnTo>
                  <a:lnTo>
                    <a:pt x="1383" y="448"/>
                  </a:lnTo>
                  <a:lnTo>
                    <a:pt x="1424" y="366"/>
                  </a:lnTo>
                  <a:lnTo>
                    <a:pt x="1465" y="326"/>
                  </a:lnTo>
                  <a:lnTo>
                    <a:pt x="1424" y="244"/>
                  </a:lnTo>
                  <a:lnTo>
                    <a:pt x="1383" y="163"/>
                  </a:lnTo>
                  <a:lnTo>
                    <a:pt x="1261" y="122"/>
                  </a:lnTo>
                  <a:lnTo>
                    <a:pt x="2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4" name="Google Shape;1334;p40"/>
            <p:cNvSpPr/>
            <p:nvPr/>
          </p:nvSpPr>
          <p:spPr>
            <a:xfrm>
              <a:off x="8283751" y="2097379"/>
              <a:ext cx="87943" cy="69699"/>
            </a:xfrm>
            <a:custGeom>
              <a:avLst/>
              <a:gdLst/>
              <a:ahLst/>
              <a:cxnLst/>
              <a:rect l="l" t="t" r="r" b="b"/>
              <a:pathLst>
                <a:path w="1181" h="936" extrusionOk="0">
                  <a:moveTo>
                    <a:pt x="123" y="0"/>
                  </a:moveTo>
                  <a:lnTo>
                    <a:pt x="41" y="41"/>
                  </a:lnTo>
                  <a:lnTo>
                    <a:pt x="1" y="122"/>
                  </a:lnTo>
                  <a:lnTo>
                    <a:pt x="1" y="203"/>
                  </a:lnTo>
                  <a:lnTo>
                    <a:pt x="41" y="244"/>
                  </a:lnTo>
                  <a:lnTo>
                    <a:pt x="82" y="325"/>
                  </a:lnTo>
                  <a:lnTo>
                    <a:pt x="163" y="366"/>
                  </a:lnTo>
                  <a:lnTo>
                    <a:pt x="286" y="366"/>
                  </a:lnTo>
                  <a:lnTo>
                    <a:pt x="326" y="407"/>
                  </a:lnTo>
                  <a:lnTo>
                    <a:pt x="367" y="407"/>
                  </a:lnTo>
                  <a:lnTo>
                    <a:pt x="570" y="529"/>
                  </a:lnTo>
                  <a:lnTo>
                    <a:pt x="570" y="570"/>
                  </a:lnTo>
                  <a:lnTo>
                    <a:pt x="652" y="610"/>
                  </a:lnTo>
                  <a:lnTo>
                    <a:pt x="733" y="692"/>
                  </a:lnTo>
                  <a:lnTo>
                    <a:pt x="774" y="732"/>
                  </a:lnTo>
                  <a:lnTo>
                    <a:pt x="774" y="773"/>
                  </a:lnTo>
                  <a:lnTo>
                    <a:pt x="855" y="854"/>
                  </a:lnTo>
                  <a:lnTo>
                    <a:pt x="896" y="936"/>
                  </a:lnTo>
                  <a:lnTo>
                    <a:pt x="1099" y="936"/>
                  </a:lnTo>
                  <a:lnTo>
                    <a:pt x="1140" y="895"/>
                  </a:lnTo>
                  <a:lnTo>
                    <a:pt x="1180" y="814"/>
                  </a:lnTo>
                  <a:lnTo>
                    <a:pt x="1180" y="732"/>
                  </a:lnTo>
                  <a:lnTo>
                    <a:pt x="1180" y="692"/>
                  </a:lnTo>
                  <a:lnTo>
                    <a:pt x="977" y="448"/>
                  </a:lnTo>
                  <a:lnTo>
                    <a:pt x="774" y="244"/>
                  </a:lnTo>
                  <a:lnTo>
                    <a:pt x="530" y="8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0"/>
            <p:cNvSpPr/>
            <p:nvPr/>
          </p:nvSpPr>
          <p:spPr>
            <a:xfrm>
              <a:off x="8220158" y="2133718"/>
              <a:ext cx="66721" cy="63668"/>
            </a:xfrm>
            <a:custGeom>
              <a:avLst/>
              <a:gdLst/>
              <a:ahLst/>
              <a:cxnLst/>
              <a:rect l="l" t="t" r="r" b="b"/>
              <a:pathLst>
                <a:path w="896" h="855" extrusionOk="0">
                  <a:moveTo>
                    <a:pt x="82" y="0"/>
                  </a:moveTo>
                  <a:lnTo>
                    <a:pt x="41" y="41"/>
                  </a:lnTo>
                  <a:lnTo>
                    <a:pt x="1" y="122"/>
                  </a:lnTo>
                  <a:lnTo>
                    <a:pt x="1" y="204"/>
                  </a:lnTo>
                  <a:lnTo>
                    <a:pt x="1" y="244"/>
                  </a:lnTo>
                  <a:lnTo>
                    <a:pt x="41" y="326"/>
                  </a:lnTo>
                  <a:lnTo>
                    <a:pt x="123" y="326"/>
                  </a:lnTo>
                  <a:lnTo>
                    <a:pt x="285" y="407"/>
                  </a:lnTo>
                  <a:lnTo>
                    <a:pt x="367" y="448"/>
                  </a:lnTo>
                  <a:lnTo>
                    <a:pt x="326" y="448"/>
                  </a:lnTo>
                  <a:lnTo>
                    <a:pt x="456" y="545"/>
                  </a:lnTo>
                  <a:lnTo>
                    <a:pt x="456" y="545"/>
                  </a:lnTo>
                  <a:lnTo>
                    <a:pt x="529" y="692"/>
                  </a:lnTo>
                  <a:lnTo>
                    <a:pt x="529" y="732"/>
                  </a:lnTo>
                  <a:lnTo>
                    <a:pt x="570" y="814"/>
                  </a:lnTo>
                  <a:lnTo>
                    <a:pt x="651" y="854"/>
                  </a:lnTo>
                  <a:lnTo>
                    <a:pt x="773" y="854"/>
                  </a:lnTo>
                  <a:lnTo>
                    <a:pt x="855" y="814"/>
                  </a:lnTo>
                  <a:lnTo>
                    <a:pt x="895" y="773"/>
                  </a:lnTo>
                  <a:lnTo>
                    <a:pt x="895" y="692"/>
                  </a:lnTo>
                  <a:lnTo>
                    <a:pt x="895" y="651"/>
                  </a:lnTo>
                  <a:lnTo>
                    <a:pt x="814" y="407"/>
                  </a:lnTo>
                  <a:lnTo>
                    <a:pt x="651" y="204"/>
                  </a:lnTo>
                  <a:lnTo>
                    <a:pt x="448" y="82"/>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0"/>
            <p:cNvSpPr/>
            <p:nvPr/>
          </p:nvSpPr>
          <p:spPr>
            <a:xfrm>
              <a:off x="8114120" y="2145782"/>
              <a:ext cx="57636" cy="57636"/>
            </a:xfrm>
            <a:custGeom>
              <a:avLst/>
              <a:gdLst/>
              <a:ahLst/>
              <a:cxnLst/>
              <a:rect l="l" t="t" r="r" b="b"/>
              <a:pathLst>
                <a:path w="774" h="774" extrusionOk="0">
                  <a:moveTo>
                    <a:pt x="123" y="1"/>
                  </a:moveTo>
                  <a:lnTo>
                    <a:pt x="82" y="42"/>
                  </a:lnTo>
                  <a:lnTo>
                    <a:pt x="1" y="82"/>
                  </a:lnTo>
                  <a:lnTo>
                    <a:pt x="1" y="164"/>
                  </a:lnTo>
                  <a:lnTo>
                    <a:pt x="1" y="245"/>
                  </a:lnTo>
                  <a:lnTo>
                    <a:pt x="42" y="286"/>
                  </a:lnTo>
                  <a:lnTo>
                    <a:pt x="82" y="367"/>
                  </a:lnTo>
                  <a:lnTo>
                    <a:pt x="245" y="367"/>
                  </a:lnTo>
                  <a:lnTo>
                    <a:pt x="343" y="400"/>
                  </a:lnTo>
                  <a:lnTo>
                    <a:pt x="343" y="400"/>
                  </a:lnTo>
                  <a:lnTo>
                    <a:pt x="367" y="448"/>
                  </a:lnTo>
                  <a:lnTo>
                    <a:pt x="367" y="408"/>
                  </a:lnTo>
                  <a:lnTo>
                    <a:pt x="408" y="489"/>
                  </a:lnTo>
                  <a:lnTo>
                    <a:pt x="367" y="448"/>
                  </a:lnTo>
                  <a:lnTo>
                    <a:pt x="367" y="448"/>
                  </a:lnTo>
                  <a:lnTo>
                    <a:pt x="408" y="530"/>
                  </a:lnTo>
                  <a:lnTo>
                    <a:pt x="408" y="611"/>
                  </a:lnTo>
                  <a:lnTo>
                    <a:pt x="408" y="692"/>
                  </a:lnTo>
                  <a:lnTo>
                    <a:pt x="448" y="733"/>
                  </a:lnTo>
                  <a:lnTo>
                    <a:pt x="530" y="774"/>
                  </a:lnTo>
                  <a:lnTo>
                    <a:pt x="652" y="774"/>
                  </a:lnTo>
                  <a:lnTo>
                    <a:pt x="733" y="692"/>
                  </a:lnTo>
                  <a:lnTo>
                    <a:pt x="774" y="652"/>
                  </a:lnTo>
                  <a:lnTo>
                    <a:pt x="774" y="448"/>
                  </a:lnTo>
                  <a:lnTo>
                    <a:pt x="692" y="245"/>
                  </a:lnTo>
                  <a:lnTo>
                    <a:pt x="570" y="123"/>
                  </a:lnTo>
                  <a:lnTo>
                    <a:pt x="3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0"/>
            <p:cNvSpPr/>
            <p:nvPr/>
          </p:nvSpPr>
          <p:spPr>
            <a:xfrm>
              <a:off x="7999071" y="2151888"/>
              <a:ext cx="45498" cy="106038"/>
            </a:xfrm>
            <a:custGeom>
              <a:avLst/>
              <a:gdLst/>
              <a:ahLst/>
              <a:cxnLst/>
              <a:rect l="l" t="t" r="r" b="b"/>
              <a:pathLst>
                <a:path w="611" h="1424" extrusionOk="0">
                  <a:moveTo>
                    <a:pt x="82" y="0"/>
                  </a:moveTo>
                  <a:lnTo>
                    <a:pt x="41" y="41"/>
                  </a:lnTo>
                  <a:lnTo>
                    <a:pt x="0" y="122"/>
                  </a:lnTo>
                  <a:lnTo>
                    <a:pt x="0" y="163"/>
                  </a:lnTo>
                  <a:lnTo>
                    <a:pt x="0" y="244"/>
                  </a:lnTo>
                  <a:lnTo>
                    <a:pt x="41" y="326"/>
                  </a:lnTo>
                  <a:lnTo>
                    <a:pt x="82" y="366"/>
                  </a:lnTo>
                  <a:lnTo>
                    <a:pt x="122" y="407"/>
                  </a:lnTo>
                  <a:lnTo>
                    <a:pt x="163" y="488"/>
                  </a:lnTo>
                  <a:lnTo>
                    <a:pt x="204" y="529"/>
                  </a:lnTo>
                  <a:lnTo>
                    <a:pt x="204" y="610"/>
                  </a:lnTo>
                  <a:lnTo>
                    <a:pt x="244" y="651"/>
                  </a:lnTo>
                  <a:lnTo>
                    <a:pt x="244" y="692"/>
                  </a:lnTo>
                  <a:lnTo>
                    <a:pt x="244" y="732"/>
                  </a:lnTo>
                  <a:lnTo>
                    <a:pt x="244" y="773"/>
                  </a:lnTo>
                  <a:lnTo>
                    <a:pt x="244" y="854"/>
                  </a:lnTo>
                  <a:lnTo>
                    <a:pt x="244" y="895"/>
                  </a:lnTo>
                  <a:lnTo>
                    <a:pt x="244" y="936"/>
                  </a:lnTo>
                  <a:lnTo>
                    <a:pt x="204" y="1058"/>
                  </a:lnTo>
                  <a:lnTo>
                    <a:pt x="204" y="1098"/>
                  </a:lnTo>
                  <a:lnTo>
                    <a:pt x="163" y="1180"/>
                  </a:lnTo>
                  <a:lnTo>
                    <a:pt x="122" y="1221"/>
                  </a:lnTo>
                  <a:lnTo>
                    <a:pt x="122" y="1302"/>
                  </a:lnTo>
                  <a:lnTo>
                    <a:pt x="163" y="1383"/>
                  </a:lnTo>
                  <a:lnTo>
                    <a:pt x="204" y="1424"/>
                  </a:lnTo>
                  <a:lnTo>
                    <a:pt x="448" y="1424"/>
                  </a:lnTo>
                  <a:lnTo>
                    <a:pt x="488" y="1343"/>
                  </a:lnTo>
                  <a:lnTo>
                    <a:pt x="570" y="1180"/>
                  </a:lnTo>
                  <a:lnTo>
                    <a:pt x="610" y="1017"/>
                  </a:lnTo>
                  <a:lnTo>
                    <a:pt x="610" y="854"/>
                  </a:lnTo>
                  <a:lnTo>
                    <a:pt x="610" y="692"/>
                  </a:lnTo>
                  <a:lnTo>
                    <a:pt x="570" y="488"/>
                  </a:lnTo>
                  <a:lnTo>
                    <a:pt x="488" y="326"/>
                  </a:lnTo>
                  <a:lnTo>
                    <a:pt x="407" y="204"/>
                  </a:lnTo>
                  <a:lnTo>
                    <a:pt x="285" y="41"/>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0"/>
            <p:cNvSpPr/>
            <p:nvPr/>
          </p:nvSpPr>
          <p:spPr>
            <a:xfrm>
              <a:off x="7902118" y="2206396"/>
              <a:ext cx="33435" cy="66721"/>
            </a:xfrm>
            <a:custGeom>
              <a:avLst/>
              <a:gdLst/>
              <a:ahLst/>
              <a:cxnLst/>
              <a:rect l="l" t="t" r="r" b="b"/>
              <a:pathLst>
                <a:path w="449" h="896" extrusionOk="0">
                  <a:moveTo>
                    <a:pt x="123" y="0"/>
                  </a:moveTo>
                  <a:lnTo>
                    <a:pt x="82" y="41"/>
                  </a:lnTo>
                  <a:lnTo>
                    <a:pt x="41" y="122"/>
                  </a:lnTo>
                  <a:lnTo>
                    <a:pt x="1" y="204"/>
                  </a:lnTo>
                  <a:lnTo>
                    <a:pt x="82" y="733"/>
                  </a:lnTo>
                  <a:lnTo>
                    <a:pt x="82" y="814"/>
                  </a:lnTo>
                  <a:lnTo>
                    <a:pt x="123" y="855"/>
                  </a:lnTo>
                  <a:lnTo>
                    <a:pt x="204" y="895"/>
                  </a:lnTo>
                  <a:lnTo>
                    <a:pt x="326" y="895"/>
                  </a:lnTo>
                  <a:lnTo>
                    <a:pt x="407" y="855"/>
                  </a:lnTo>
                  <a:lnTo>
                    <a:pt x="448" y="814"/>
                  </a:lnTo>
                  <a:lnTo>
                    <a:pt x="448" y="733"/>
                  </a:lnTo>
                  <a:lnTo>
                    <a:pt x="367" y="204"/>
                  </a:lnTo>
                  <a:lnTo>
                    <a:pt x="367" y="122"/>
                  </a:lnTo>
                  <a:lnTo>
                    <a:pt x="326" y="41"/>
                  </a:lnTo>
                  <a:lnTo>
                    <a:pt x="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9" name="Google Shape;1339;p40"/>
          <p:cNvGrpSpPr/>
          <p:nvPr/>
        </p:nvGrpSpPr>
        <p:grpSpPr>
          <a:xfrm>
            <a:off x="7197179" y="674744"/>
            <a:ext cx="1226811" cy="1623560"/>
            <a:chOff x="9069729" y="540644"/>
            <a:chExt cx="1226811" cy="1623560"/>
          </a:xfrm>
        </p:grpSpPr>
        <p:sp>
          <p:nvSpPr>
            <p:cNvPr id="1340" name="Google Shape;1340;p40"/>
            <p:cNvSpPr/>
            <p:nvPr/>
          </p:nvSpPr>
          <p:spPr>
            <a:xfrm>
              <a:off x="9315091" y="770815"/>
              <a:ext cx="966332" cy="1350944"/>
            </a:xfrm>
            <a:custGeom>
              <a:avLst/>
              <a:gdLst/>
              <a:ahLst/>
              <a:cxnLst/>
              <a:rect l="l" t="t" r="r" b="b"/>
              <a:pathLst>
                <a:path w="12977" h="18142" extrusionOk="0">
                  <a:moveTo>
                    <a:pt x="3824" y="0"/>
                  </a:moveTo>
                  <a:lnTo>
                    <a:pt x="3417" y="41"/>
                  </a:lnTo>
                  <a:lnTo>
                    <a:pt x="2970" y="82"/>
                  </a:lnTo>
                  <a:lnTo>
                    <a:pt x="2563" y="204"/>
                  </a:lnTo>
                  <a:lnTo>
                    <a:pt x="2156" y="366"/>
                  </a:lnTo>
                  <a:lnTo>
                    <a:pt x="1750" y="570"/>
                  </a:lnTo>
                  <a:lnTo>
                    <a:pt x="1384" y="814"/>
                  </a:lnTo>
                  <a:lnTo>
                    <a:pt x="1058" y="1180"/>
                  </a:lnTo>
                  <a:lnTo>
                    <a:pt x="773" y="1546"/>
                  </a:lnTo>
                  <a:lnTo>
                    <a:pt x="529" y="1953"/>
                  </a:lnTo>
                  <a:lnTo>
                    <a:pt x="326" y="2360"/>
                  </a:lnTo>
                  <a:lnTo>
                    <a:pt x="163" y="2807"/>
                  </a:lnTo>
                  <a:lnTo>
                    <a:pt x="82" y="3295"/>
                  </a:lnTo>
                  <a:lnTo>
                    <a:pt x="1" y="3783"/>
                  </a:lnTo>
                  <a:lnTo>
                    <a:pt x="1" y="4231"/>
                  </a:lnTo>
                  <a:lnTo>
                    <a:pt x="1" y="4800"/>
                  </a:lnTo>
                  <a:lnTo>
                    <a:pt x="41" y="5370"/>
                  </a:lnTo>
                  <a:lnTo>
                    <a:pt x="123" y="5939"/>
                  </a:lnTo>
                  <a:lnTo>
                    <a:pt x="204" y="6468"/>
                  </a:lnTo>
                  <a:lnTo>
                    <a:pt x="448" y="7607"/>
                  </a:lnTo>
                  <a:lnTo>
                    <a:pt x="733" y="8705"/>
                  </a:lnTo>
                  <a:lnTo>
                    <a:pt x="1058" y="9763"/>
                  </a:lnTo>
                  <a:lnTo>
                    <a:pt x="1384" y="10820"/>
                  </a:lnTo>
                  <a:lnTo>
                    <a:pt x="1790" y="11878"/>
                  </a:lnTo>
                  <a:lnTo>
                    <a:pt x="2197" y="12895"/>
                  </a:lnTo>
                  <a:lnTo>
                    <a:pt x="2685" y="13912"/>
                  </a:lnTo>
                  <a:lnTo>
                    <a:pt x="3173" y="14929"/>
                  </a:lnTo>
                  <a:lnTo>
                    <a:pt x="3621" y="15945"/>
                  </a:lnTo>
                  <a:lnTo>
                    <a:pt x="4028" y="17044"/>
                  </a:lnTo>
                  <a:lnTo>
                    <a:pt x="4475" y="18061"/>
                  </a:lnTo>
                  <a:lnTo>
                    <a:pt x="4516" y="18142"/>
                  </a:lnTo>
                  <a:lnTo>
                    <a:pt x="4638" y="18142"/>
                  </a:lnTo>
                  <a:lnTo>
                    <a:pt x="6671" y="17979"/>
                  </a:lnTo>
                  <a:lnTo>
                    <a:pt x="7688" y="17939"/>
                  </a:lnTo>
                  <a:lnTo>
                    <a:pt x="8705" y="17898"/>
                  </a:lnTo>
                  <a:lnTo>
                    <a:pt x="11675" y="17898"/>
                  </a:lnTo>
                  <a:lnTo>
                    <a:pt x="12163" y="17857"/>
                  </a:lnTo>
                  <a:lnTo>
                    <a:pt x="12651" y="17776"/>
                  </a:lnTo>
                  <a:lnTo>
                    <a:pt x="12692" y="17776"/>
                  </a:lnTo>
                  <a:lnTo>
                    <a:pt x="12732" y="17735"/>
                  </a:lnTo>
                  <a:lnTo>
                    <a:pt x="12773" y="17694"/>
                  </a:lnTo>
                  <a:lnTo>
                    <a:pt x="12773" y="17613"/>
                  </a:lnTo>
                  <a:lnTo>
                    <a:pt x="12732" y="17044"/>
                  </a:lnTo>
                  <a:lnTo>
                    <a:pt x="12692" y="16474"/>
                  </a:lnTo>
                  <a:lnTo>
                    <a:pt x="12692" y="15295"/>
                  </a:lnTo>
                  <a:lnTo>
                    <a:pt x="12773" y="14156"/>
                  </a:lnTo>
                  <a:lnTo>
                    <a:pt x="12854" y="13017"/>
                  </a:lnTo>
                  <a:lnTo>
                    <a:pt x="12895" y="11837"/>
                  </a:lnTo>
                  <a:lnTo>
                    <a:pt x="12936" y="10658"/>
                  </a:lnTo>
                  <a:lnTo>
                    <a:pt x="12976" y="8298"/>
                  </a:lnTo>
                  <a:lnTo>
                    <a:pt x="12936" y="8095"/>
                  </a:lnTo>
                  <a:lnTo>
                    <a:pt x="12854" y="7932"/>
                  </a:lnTo>
                  <a:lnTo>
                    <a:pt x="12447" y="7403"/>
                  </a:lnTo>
                  <a:lnTo>
                    <a:pt x="11715" y="6509"/>
                  </a:lnTo>
                  <a:lnTo>
                    <a:pt x="10292" y="4719"/>
                  </a:lnTo>
                  <a:lnTo>
                    <a:pt x="9071" y="3254"/>
                  </a:lnTo>
                  <a:lnTo>
                    <a:pt x="8421" y="2522"/>
                  </a:lnTo>
                  <a:lnTo>
                    <a:pt x="7770" y="1871"/>
                  </a:lnTo>
                  <a:lnTo>
                    <a:pt x="7119" y="1261"/>
                  </a:lnTo>
                  <a:lnTo>
                    <a:pt x="6753" y="977"/>
                  </a:lnTo>
                  <a:lnTo>
                    <a:pt x="6387" y="733"/>
                  </a:lnTo>
                  <a:lnTo>
                    <a:pt x="5980" y="529"/>
                  </a:lnTo>
                  <a:lnTo>
                    <a:pt x="5573" y="366"/>
                  </a:lnTo>
                  <a:lnTo>
                    <a:pt x="5166" y="204"/>
                  </a:lnTo>
                  <a:lnTo>
                    <a:pt x="4719" y="82"/>
                  </a:lnTo>
                  <a:lnTo>
                    <a:pt x="4272" y="41"/>
                  </a:lnTo>
                  <a:lnTo>
                    <a:pt x="38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9375705" y="1185809"/>
              <a:ext cx="312008" cy="172684"/>
            </a:xfrm>
            <a:custGeom>
              <a:avLst/>
              <a:gdLst/>
              <a:ahLst/>
              <a:cxnLst/>
              <a:rect l="l" t="t" r="r" b="b"/>
              <a:pathLst>
                <a:path w="4190" h="2319" extrusionOk="0">
                  <a:moveTo>
                    <a:pt x="285" y="0"/>
                  </a:moveTo>
                  <a:lnTo>
                    <a:pt x="203" y="41"/>
                  </a:lnTo>
                  <a:lnTo>
                    <a:pt x="81" y="122"/>
                  </a:lnTo>
                  <a:lnTo>
                    <a:pt x="41" y="244"/>
                  </a:lnTo>
                  <a:lnTo>
                    <a:pt x="0" y="366"/>
                  </a:lnTo>
                  <a:lnTo>
                    <a:pt x="41" y="488"/>
                  </a:lnTo>
                  <a:lnTo>
                    <a:pt x="81" y="651"/>
                  </a:lnTo>
                  <a:lnTo>
                    <a:pt x="163" y="773"/>
                  </a:lnTo>
                  <a:lnTo>
                    <a:pt x="285" y="854"/>
                  </a:lnTo>
                  <a:lnTo>
                    <a:pt x="529" y="1058"/>
                  </a:lnTo>
                  <a:lnTo>
                    <a:pt x="651" y="1139"/>
                  </a:lnTo>
                  <a:lnTo>
                    <a:pt x="773" y="1261"/>
                  </a:lnTo>
                  <a:lnTo>
                    <a:pt x="936" y="1586"/>
                  </a:lnTo>
                  <a:lnTo>
                    <a:pt x="1098" y="1871"/>
                  </a:lnTo>
                  <a:lnTo>
                    <a:pt x="1261" y="2074"/>
                  </a:lnTo>
                  <a:lnTo>
                    <a:pt x="1464" y="2237"/>
                  </a:lnTo>
                  <a:lnTo>
                    <a:pt x="1708" y="2319"/>
                  </a:lnTo>
                  <a:lnTo>
                    <a:pt x="1953" y="2278"/>
                  </a:lnTo>
                  <a:lnTo>
                    <a:pt x="2197" y="2237"/>
                  </a:lnTo>
                  <a:lnTo>
                    <a:pt x="2441" y="2115"/>
                  </a:lnTo>
                  <a:lnTo>
                    <a:pt x="2685" y="2034"/>
                  </a:lnTo>
                  <a:lnTo>
                    <a:pt x="2888" y="1952"/>
                  </a:lnTo>
                  <a:lnTo>
                    <a:pt x="3091" y="1912"/>
                  </a:lnTo>
                  <a:lnTo>
                    <a:pt x="3295" y="1912"/>
                  </a:lnTo>
                  <a:lnTo>
                    <a:pt x="3702" y="1993"/>
                  </a:lnTo>
                  <a:lnTo>
                    <a:pt x="3864" y="1993"/>
                  </a:lnTo>
                  <a:lnTo>
                    <a:pt x="4027" y="1952"/>
                  </a:lnTo>
                  <a:lnTo>
                    <a:pt x="4149" y="1830"/>
                  </a:lnTo>
                  <a:lnTo>
                    <a:pt x="4190" y="1627"/>
                  </a:lnTo>
                  <a:lnTo>
                    <a:pt x="4190" y="1342"/>
                  </a:lnTo>
                  <a:lnTo>
                    <a:pt x="4068" y="1098"/>
                  </a:lnTo>
                  <a:lnTo>
                    <a:pt x="3905" y="854"/>
                  </a:lnTo>
                  <a:lnTo>
                    <a:pt x="3702" y="651"/>
                  </a:lnTo>
                  <a:lnTo>
                    <a:pt x="3498" y="529"/>
                  </a:lnTo>
                  <a:lnTo>
                    <a:pt x="3214" y="447"/>
                  </a:lnTo>
                  <a:lnTo>
                    <a:pt x="2969" y="407"/>
                  </a:lnTo>
                  <a:lnTo>
                    <a:pt x="2685" y="447"/>
                  </a:lnTo>
                  <a:lnTo>
                    <a:pt x="2156" y="569"/>
                  </a:lnTo>
                  <a:lnTo>
                    <a:pt x="1871" y="569"/>
                  </a:lnTo>
                  <a:lnTo>
                    <a:pt x="1586" y="529"/>
                  </a:lnTo>
                  <a:lnTo>
                    <a:pt x="1302" y="366"/>
                  </a:lnTo>
                  <a:lnTo>
                    <a:pt x="976" y="163"/>
                  </a:lnTo>
                  <a:lnTo>
                    <a:pt x="814" y="81"/>
                  </a:lnTo>
                  <a:lnTo>
                    <a:pt x="651" y="41"/>
                  </a:lnTo>
                  <a:lnTo>
                    <a:pt x="4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2" name="Google Shape;1342;p40"/>
            <p:cNvSpPr/>
            <p:nvPr/>
          </p:nvSpPr>
          <p:spPr>
            <a:xfrm>
              <a:off x="9714893" y="910139"/>
              <a:ext cx="175812" cy="342316"/>
            </a:xfrm>
            <a:custGeom>
              <a:avLst/>
              <a:gdLst/>
              <a:ahLst/>
              <a:cxnLst/>
              <a:rect l="l" t="t" r="r" b="b"/>
              <a:pathLst>
                <a:path w="2361" h="4597" extrusionOk="0">
                  <a:moveTo>
                    <a:pt x="1140" y="0"/>
                  </a:moveTo>
                  <a:lnTo>
                    <a:pt x="1018" y="41"/>
                  </a:lnTo>
                  <a:lnTo>
                    <a:pt x="936" y="82"/>
                  </a:lnTo>
                  <a:lnTo>
                    <a:pt x="855" y="204"/>
                  </a:lnTo>
                  <a:lnTo>
                    <a:pt x="774" y="367"/>
                  </a:lnTo>
                  <a:lnTo>
                    <a:pt x="774" y="489"/>
                  </a:lnTo>
                  <a:lnTo>
                    <a:pt x="774" y="814"/>
                  </a:lnTo>
                  <a:lnTo>
                    <a:pt x="936" y="1383"/>
                  </a:lnTo>
                  <a:lnTo>
                    <a:pt x="977" y="1709"/>
                  </a:lnTo>
                  <a:lnTo>
                    <a:pt x="977" y="1872"/>
                  </a:lnTo>
                  <a:lnTo>
                    <a:pt x="936" y="1994"/>
                  </a:lnTo>
                  <a:lnTo>
                    <a:pt x="814" y="2116"/>
                  </a:lnTo>
                  <a:lnTo>
                    <a:pt x="652" y="2197"/>
                  </a:lnTo>
                  <a:lnTo>
                    <a:pt x="408" y="2360"/>
                  </a:lnTo>
                  <a:lnTo>
                    <a:pt x="367" y="2360"/>
                  </a:lnTo>
                  <a:lnTo>
                    <a:pt x="367" y="2400"/>
                  </a:lnTo>
                  <a:lnTo>
                    <a:pt x="245" y="2482"/>
                  </a:lnTo>
                  <a:lnTo>
                    <a:pt x="164" y="2604"/>
                  </a:lnTo>
                  <a:lnTo>
                    <a:pt x="41" y="2888"/>
                  </a:lnTo>
                  <a:lnTo>
                    <a:pt x="1" y="3173"/>
                  </a:lnTo>
                  <a:lnTo>
                    <a:pt x="1" y="3458"/>
                  </a:lnTo>
                  <a:lnTo>
                    <a:pt x="41" y="3783"/>
                  </a:lnTo>
                  <a:lnTo>
                    <a:pt x="123" y="4109"/>
                  </a:lnTo>
                  <a:lnTo>
                    <a:pt x="204" y="4231"/>
                  </a:lnTo>
                  <a:lnTo>
                    <a:pt x="286" y="4394"/>
                  </a:lnTo>
                  <a:lnTo>
                    <a:pt x="408" y="4475"/>
                  </a:lnTo>
                  <a:lnTo>
                    <a:pt x="570" y="4556"/>
                  </a:lnTo>
                  <a:lnTo>
                    <a:pt x="692" y="4597"/>
                  </a:lnTo>
                  <a:lnTo>
                    <a:pt x="977" y="4597"/>
                  </a:lnTo>
                  <a:lnTo>
                    <a:pt x="1058" y="4516"/>
                  </a:lnTo>
                  <a:lnTo>
                    <a:pt x="1180" y="4434"/>
                  </a:lnTo>
                  <a:lnTo>
                    <a:pt x="1221" y="4312"/>
                  </a:lnTo>
                  <a:lnTo>
                    <a:pt x="1302" y="4190"/>
                  </a:lnTo>
                  <a:lnTo>
                    <a:pt x="1343" y="4027"/>
                  </a:lnTo>
                  <a:lnTo>
                    <a:pt x="1343" y="3865"/>
                  </a:lnTo>
                  <a:lnTo>
                    <a:pt x="1302" y="3661"/>
                  </a:lnTo>
                  <a:lnTo>
                    <a:pt x="1302" y="3499"/>
                  </a:lnTo>
                  <a:lnTo>
                    <a:pt x="1343" y="3336"/>
                  </a:lnTo>
                  <a:lnTo>
                    <a:pt x="1384" y="3214"/>
                  </a:lnTo>
                  <a:lnTo>
                    <a:pt x="1424" y="3173"/>
                  </a:lnTo>
                  <a:lnTo>
                    <a:pt x="1587" y="3011"/>
                  </a:lnTo>
                  <a:lnTo>
                    <a:pt x="1953" y="2766"/>
                  </a:lnTo>
                  <a:lnTo>
                    <a:pt x="2116" y="2644"/>
                  </a:lnTo>
                  <a:lnTo>
                    <a:pt x="2279" y="2482"/>
                  </a:lnTo>
                  <a:lnTo>
                    <a:pt x="2319" y="2360"/>
                  </a:lnTo>
                  <a:lnTo>
                    <a:pt x="2360" y="2238"/>
                  </a:lnTo>
                  <a:lnTo>
                    <a:pt x="2360" y="2034"/>
                  </a:lnTo>
                  <a:lnTo>
                    <a:pt x="2279" y="1790"/>
                  </a:lnTo>
                  <a:lnTo>
                    <a:pt x="2157" y="1587"/>
                  </a:lnTo>
                  <a:lnTo>
                    <a:pt x="1913" y="1343"/>
                  </a:lnTo>
                  <a:lnTo>
                    <a:pt x="1791" y="1221"/>
                  </a:lnTo>
                  <a:lnTo>
                    <a:pt x="1709" y="1099"/>
                  </a:lnTo>
                  <a:lnTo>
                    <a:pt x="1628" y="895"/>
                  </a:lnTo>
                  <a:lnTo>
                    <a:pt x="1628" y="733"/>
                  </a:lnTo>
                  <a:lnTo>
                    <a:pt x="1628" y="529"/>
                  </a:lnTo>
                  <a:lnTo>
                    <a:pt x="1628" y="367"/>
                  </a:lnTo>
                  <a:lnTo>
                    <a:pt x="1547" y="245"/>
                  </a:lnTo>
                  <a:lnTo>
                    <a:pt x="1465" y="123"/>
                  </a:lnTo>
                  <a:lnTo>
                    <a:pt x="1384" y="82"/>
                  </a:lnTo>
                  <a:lnTo>
                    <a:pt x="1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3" name="Google Shape;1343;p40"/>
            <p:cNvSpPr/>
            <p:nvPr/>
          </p:nvSpPr>
          <p:spPr>
            <a:xfrm>
              <a:off x="9708862" y="567898"/>
              <a:ext cx="42445" cy="1553861"/>
            </a:xfrm>
            <a:custGeom>
              <a:avLst/>
              <a:gdLst/>
              <a:ahLst/>
              <a:cxnLst/>
              <a:rect l="l" t="t" r="r" b="b"/>
              <a:pathLst>
                <a:path w="570" h="20867" extrusionOk="0">
                  <a:moveTo>
                    <a:pt x="245" y="0"/>
                  </a:moveTo>
                  <a:lnTo>
                    <a:pt x="204" y="41"/>
                  </a:lnTo>
                  <a:lnTo>
                    <a:pt x="163" y="122"/>
                  </a:lnTo>
                  <a:lnTo>
                    <a:pt x="122" y="203"/>
                  </a:lnTo>
                  <a:lnTo>
                    <a:pt x="163" y="4190"/>
                  </a:lnTo>
                  <a:lnTo>
                    <a:pt x="204" y="8176"/>
                  </a:lnTo>
                  <a:lnTo>
                    <a:pt x="163" y="12162"/>
                  </a:lnTo>
                  <a:lnTo>
                    <a:pt x="122" y="16148"/>
                  </a:lnTo>
                  <a:lnTo>
                    <a:pt x="0" y="20664"/>
                  </a:lnTo>
                  <a:lnTo>
                    <a:pt x="0" y="20745"/>
                  </a:lnTo>
                  <a:lnTo>
                    <a:pt x="41" y="20826"/>
                  </a:lnTo>
                  <a:lnTo>
                    <a:pt x="122" y="20826"/>
                  </a:lnTo>
                  <a:lnTo>
                    <a:pt x="163" y="20867"/>
                  </a:lnTo>
                  <a:lnTo>
                    <a:pt x="245" y="20826"/>
                  </a:lnTo>
                  <a:lnTo>
                    <a:pt x="326" y="20826"/>
                  </a:lnTo>
                  <a:lnTo>
                    <a:pt x="367" y="20745"/>
                  </a:lnTo>
                  <a:lnTo>
                    <a:pt x="367" y="20664"/>
                  </a:lnTo>
                  <a:lnTo>
                    <a:pt x="489" y="16677"/>
                  </a:lnTo>
                  <a:lnTo>
                    <a:pt x="529" y="12691"/>
                  </a:lnTo>
                  <a:lnTo>
                    <a:pt x="570" y="8705"/>
                  </a:lnTo>
                  <a:lnTo>
                    <a:pt x="570" y="4719"/>
                  </a:lnTo>
                  <a:lnTo>
                    <a:pt x="489" y="203"/>
                  </a:lnTo>
                  <a:lnTo>
                    <a:pt x="489" y="122"/>
                  </a:lnTo>
                  <a:lnTo>
                    <a:pt x="448" y="41"/>
                  </a:lnTo>
                  <a:lnTo>
                    <a:pt x="3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4" name="Google Shape;1344;p40"/>
            <p:cNvSpPr/>
            <p:nvPr/>
          </p:nvSpPr>
          <p:spPr>
            <a:xfrm>
              <a:off x="9081866" y="1325133"/>
              <a:ext cx="1205588" cy="115123"/>
            </a:xfrm>
            <a:custGeom>
              <a:avLst/>
              <a:gdLst/>
              <a:ahLst/>
              <a:cxnLst/>
              <a:rect l="l" t="t" r="r" b="b"/>
              <a:pathLst>
                <a:path w="16190" h="1546" extrusionOk="0">
                  <a:moveTo>
                    <a:pt x="16027" y="0"/>
                  </a:moveTo>
                  <a:lnTo>
                    <a:pt x="3702" y="895"/>
                  </a:lnTo>
                  <a:lnTo>
                    <a:pt x="204" y="1180"/>
                  </a:lnTo>
                  <a:lnTo>
                    <a:pt x="123" y="1180"/>
                  </a:lnTo>
                  <a:lnTo>
                    <a:pt x="41" y="1220"/>
                  </a:lnTo>
                  <a:lnTo>
                    <a:pt x="0" y="1383"/>
                  </a:lnTo>
                  <a:lnTo>
                    <a:pt x="41" y="1424"/>
                  </a:lnTo>
                  <a:lnTo>
                    <a:pt x="41" y="1505"/>
                  </a:lnTo>
                  <a:lnTo>
                    <a:pt x="123" y="1546"/>
                  </a:lnTo>
                  <a:lnTo>
                    <a:pt x="204" y="1546"/>
                  </a:lnTo>
                  <a:lnTo>
                    <a:pt x="12529" y="610"/>
                  </a:lnTo>
                  <a:lnTo>
                    <a:pt x="16027" y="366"/>
                  </a:lnTo>
                  <a:lnTo>
                    <a:pt x="16108" y="326"/>
                  </a:lnTo>
                  <a:lnTo>
                    <a:pt x="16149" y="285"/>
                  </a:lnTo>
                  <a:lnTo>
                    <a:pt x="16190" y="163"/>
                  </a:lnTo>
                  <a:lnTo>
                    <a:pt x="16190" y="81"/>
                  </a:lnTo>
                  <a:lnTo>
                    <a:pt x="16149" y="41"/>
                  </a:lnTo>
                  <a:lnTo>
                    <a:pt x="161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5" name="Google Shape;1345;p40"/>
            <p:cNvSpPr/>
            <p:nvPr/>
          </p:nvSpPr>
          <p:spPr>
            <a:xfrm>
              <a:off x="9069729" y="540644"/>
              <a:ext cx="1226811" cy="1623560"/>
            </a:xfrm>
            <a:custGeom>
              <a:avLst/>
              <a:gdLst/>
              <a:ahLst/>
              <a:cxnLst/>
              <a:rect l="l" t="t" r="r" b="b"/>
              <a:pathLst>
                <a:path w="16475" h="21803" extrusionOk="0">
                  <a:moveTo>
                    <a:pt x="16104" y="376"/>
                  </a:moveTo>
                  <a:lnTo>
                    <a:pt x="15946" y="8298"/>
                  </a:lnTo>
                  <a:lnTo>
                    <a:pt x="15864" y="12325"/>
                  </a:lnTo>
                  <a:lnTo>
                    <a:pt x="15864" y="14318"/>
                  </a:lnTo>
                  <a:lnTo>
                    <a:pt x="15824" y="15294"/>
                  </a:lnTo>
                  <a:lnTo>
                    <a:pt x="15742" y="16270"/>
                  </a:lnTo>
                  <a:lnTo>
                    <a:pt x="15661" y="17409"/>
                  </a:lnTo>
                  <a:lnTo>
                    <a:pt x="15620" y="18508"/>
                  </a:lnTo>
                  <a:lnTo>
                    <a:pt x="15620" y="19606"/>
                  </a:lnTo>
                  <a:lnTo>
                    <a:pt x="15661" y="20135"/>
                  </a:lnTo>
                  <a:lnTo>
                    <a:pt x="15689" y="20523"/>
                  </a:lnTo>
                  <a:lnTo>
                    <a:pt x="15214" y="20582"/>
                  </a:lnTo>
                  <a:lnTo>
                    <a:pt x="14563" y="20623"/>
                  </a:lnTo>
                  <a:lnTo>
                    <a:pt x="11960" y="20623"/>
                  </a:lnTo>
                  <a:lnTo>
                    <a:pt x="10658" y="20663"/>
                  </a:lnTo>
                  <a:lnTo>
                    <a:pt x="6306" y="20989"/>
                  </a:lnTo>
                  <a:lnTo>
                    <a:pt x="1791" y="21314"/>
                  </a:lnTo>
                  <a:lnTo>
                    <a:pt x="733" y="21396"/>
                  </a:lnTo>
                  <a:lnTo>
                    <a:pt x="517" y="21427"/>
                  </a:lnTo>
                  <a:lnTo>
                    <a:pt x="517" y="21427"/>
                  </a:lnTo>
                  <a:lnTo>
                    <a:pt x="408" y="19647"/>
                  </a:lnTo>
                  <a:lnTo>
                    <a:pt x="367" y="17613"/>
                  </a:lnTo>
                  <a:lnTo>
                    <a:pt x="367" y="15620"/>
                  </a:lnTo>
                  <a:lnTo>
                    <a:pt x="408" y="13626"/>
                  </a:lnTo>
                  <a:lnTo>
                    <a:pt x="448" y="11593"/>
                  </a:lnTo>
                  <a:lnTo>
                    <a:pt x="570" y="9600"/>
                  </a:lnTo>
                  <a:lnTo>
                    <a:pt x="774" y="5573"/>
                  </a:lnTo>
                  <a:lnTo>
                    <a:pt x="970" y="1212"/>
                  </a:lnTo>
                  <a:lnTo>
                    <a:pt x="970" y="1212"/>
                  </a:lnTo>
                  <a:lnTo>
                    <a:pt x="12895" y="569"/>
                  </a:lnTo>
                  <a:lnTo>
                    <a:pt x="16104" y="376"/>
                  </a:lnTo>
                  <a:close/>
                  <a:moveTo>
                    <a:pt x="16271" y="0"/>
                  </a:moveTo>
                  <a:lnTo>
                    <a:pt x="4190" y="691"/>
                  </a:lnTo>
                  <a:lnTo>
                    <a:pt x="814" y="854"/>
                  </a:lnTo>
                  <a:lnTo>
                    <a:pt x="733" y="895"/>
                  </a:lnTo>
                  <a:lnTo>
                    <a:pt x="652" y="936"/>
                  </a:lnTo>
                  <a:lnTo>
                    <a:pt x="611" y="976"/>
                  </a:lnTo>
                  <a:lnTo>
                    <a:pt x="611" y="1058"/>
                  </a:lnTo>
                  <a:lnTo>
                    <a:pt x="408" y="5085"/>
                  </a:lnTo>
                  <a:lnTo>
                    <a:pt x="204" y="9111"/>
                  </a:lnTo>
                  <a:lnTo>
                    <a:pt x="41" y="13098"/>
                  </a:lnTo>
                  <a:lnTo>
                    <a:pt x="1" y="15132"/>
                  </a:lnTo>
                  <a:lnTo>
                    <a:pt x="1" y="17125"/>
                  </a:lnTo>
                  <a:lnTo>
                    <a:pt x="41" y="19402"/>
                  </a:lnTo>
                  <a:lnTo>
                    <a:pt x="163" y="21640"/>
                  </a:lnTo>
                  <a:lnTo>
                    <a:pt x="204" y="21721"/>
                  </a:lnTo>
                  <a:lnTo>
                    <a:pt x="245" y="21802"/>
                  </a:lnTo>
                  <a:lnTo>
                    <a:pt x="733" y="21802"/>
                  </a:lnTo>
                  <a:lnTo>
                    <a:pt x="1669" y="21721"/>
                  </a:lnTo>
                  <a:lnTo>
                    <a:pt x="4272" y="21518"/>
                  </a:lnTo>
                  <a:lnTo>
                    <a:pt x="10251" y="21070"/>
                  </a:lnTo>
                  <a:lnTo>
                    <a:pt x="11675" y="20989"/>
                  </a:lnTo>
                  <a:lnTo>
                    <a:pt x="14522" y="20989"/>
                  </a:lnTo>
                  <a:lnTo>
                    <a:pt x="15254" y="20948"/>
                  </a:lnTo>
                  <a:lnTo>
                    <a:pt x="15946" y="20867"/>
                  </a:lnTo>
                  <a:lnTo>
                    <a:pt x="16027" y="20826"/>
                  </a:lnTo>
                  <a:lnTo>
                    <a:pt x="16068" y="20704"/>
                  </a:lnTo>
                  <a:lnTo>
                    <a:pt x="15987" y="19728"/>
                  </a:lnTo>
                  <a:lnTo>
                    <a:pt x="15987" y="18752"/>
                  </a:lnTo>
                  <a:lnTo>
                    <a:pt x="16027" y="17775"/>
                  </a:lnTo>
                  <a:lnTo>
                    <a:pt x="16109" y="16799"/>
                  </a:lnTo>
                  <a:lnTo>
                    <a:pt x="16190" y="14765"/>
                  </a:lnTo>
                  <a:lnTo>
                    <a:pt x="16231" y="12772"/>
                  </a:lnTo>
                  <a:lnTo>
                    <a:pt x="16312" y="8745"/>
                  </a:lnTo>
                  <a:lnTo>
                    <a:pt x="16393" y="4718"/>
                  </a:lnTo>
                  <a:lnTo>
                    <a:pt x="16475" y="163"/>
                  </a:lnTo>
                  <a:lnTo>
                    <a:pt x="16475" y="81"/>
                  </a:lnTo>
                  <a:lnTo>
                    <a:pt x="16434" y="41"/>
                  </a:lnTo>
                  <a:lnTo>
                    <a:pt x="163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46" name="Google Shape;1346;p40"/>
          <p:cNvGrpSpPr/>
          <p:nvPr/>
        </p:nvGrpSpPr>
        <p:grpSpPr>
          <a:xfrm flipH="1">
            <a:off x="5924611" y="1266456"/>
            <a:ext cx="724835" cy="635493"/>
            <a:chOff x="5375211" y="1361181"/>
            <a:chExt cx="724835" cy="635493"/>
          </a:xfrm>
        </p:grpSpPr>
        <p:sp>
          <p:nvSpPr>
            <p:cNvPr id="1347" name="Google Shape;1347;p40"/>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0"/>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0"/>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0"/>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0"/>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6" name="Google Shape;1356;p40"/>
          <p:cNvSpPr/>
          <p:nvPr/>
        </p:nvSpPr>
        <p:spPr>
          <a:xfrm>
            <a:off x="4978042" y="25489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0"/>
          <p:cNvSpPr/>
          <p:nvPr/>
        </p:nvSpPr>
        <p:spPr>
          <a:xfrm>
            <a:off x="5543603" y="10742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rot="316832">
            <a:off x="7637496" y="2499910"/>
            <a:ext cx="319339" cy="635502"/>
          </a:xfrm>
          <a:custGeom>
            <a:avLst/>
            <a:gdLst/>
            <a:ahLst/>
            <a:cxnLst/>
            <a:rect l="l" t="t" r="r" b="b"/>
            <a:pathLst>
              <a:path w="4354" h="8665" extrusionOk="0">
                <a:moveTo>
                  <a:pt x="1750" y="0"/>
                </a:moveTo>
                <a:lnTo>
                  <a:pt x="1669" y="82"/>
                </a:lnTo>
                <a:lnTo>
                  <a:pt x="123" y="2726"/>
                </a:lnTo>
                <a:lnTo>
                  <a:pt x="123" y="2807"/>
                </a:lnTo>
                <a:lnTo>
                  <a:pt x="123" y="2888"/>
                </a:lnTo>
                <a:lnTo>
                  <a:pt x="164" y="2970"/>
                </a:lnTo>
                <a:lnTo>
                  <a:pt x="245" y="3010"/>
                </a:lnTo>
                <a:lnTo>
                  <a:pt x="570" y="3092"/>
                </a:lnTo>
                <a:lnTo>
                  <a:pt x="936" y="3092"/>
                </a:lnTo>
                <a:lnTo>
                  <a:pt x="692" y="3621"/>
                </a:lnTo>
                <a:lnTo>
                  <a:pt x="489" y="4190"/>
                </a:lnTo>
                <a:lnTo>
                  <a:pt x="286" y="4719"/>
                </a:lnTo>
                <a:lnTo>
                  <a:pt x="41" y="5288"/>
                </a:lnTo>
                <a:lnTo>
                  <a:pt x="1" y="5370"/>
                </a:lnTo>
                <a:lnTo>
                  <a:pt x="41" y="5451"/>
                </a:lnTo>
                <a:lnTo>
                  <a:pt x="82" y="5492"/>
                </a:lnTo>
                <a:lnTo>
                  <a:pt x="164" y="5532"/>
                </a:lnTo>
                <a:lnTo>
                  <a:pt x="733" y="5654"/>
                </a:lnTo>
                <a:lnTo>
                  <a:pt x="1343" y="5736"/>
                </a:lnTo>
                <a:lnTo>
                  <a:pt x="814" y="7078"/>
                </a:lnTo>
                <a:lnTo>
                  <a:pt x="408" y="8420"/>
                </a:lnTo>
                <a:lnTo>
                  <a:pt x="408" y="8542"/>
                </a:lnTo>
                <a:lnTo>
                  <a:pt x="489" y="8624"/>
                </a:lnTo>
                <a:lnTo>
                  <a:pt x="570" y="8664"/>
                </a:lnTo>
                <a:lnTo>
                  <a:pt x="692" y="8624"/>
                </a:lnTo>
                <a:lnTo>
                  <a:pt x="1669" y="7851"/>
                </a:lnTo>
                <a:lnTo>
                  <a:pt x="2563" y="6997"/>
                </a:lnTo>
                <a:lnTo>
                  <a:pt x="3377" y="6061"/>
                </a:lnTo>
                <a:lnTo>
                  <a:pt x="4150" y="5085"/>
                </a:lnTo>
                <a:lnTo>
                  <a:pt x="4150" y="5044"/>
                </a:lnTo>
                <a:lnTo>
                  <a:pt x="4190" y="5004"/>
                </a:lnTo>
                <a:lnTo>
                  <a:pt x="4190" y="4922"/>
                </a:lnTo>
                <a:lnTo>
                  <a:pt x="4109" y="4841"/>
                </a:lnTo>
                <a:lnTo>
                  <a:pt x="4068" y="4800"/>
                </a:lnTo>
                <a:lnTo>
                  <a:pt x="3987" y="4759"/>
                </a:lnTo>
                <a:lnTo>
                  <a:pt x="2767" y="4719"/>
                </a:lnTo>
                <a:lnTo>
                  <a:pt x="3458" y="3743"/>
                </a:lnTo>
                <a:lnTo>
                  <a:pt x="3784" y="3295"/>
                </a:lnTo>
                <a:lnTo>
                  <a:pt x="3906" y="3132"/>
                </a:lnTo>
                <a:lnTo>
                  <a:pt x="3987" y="3051"/>
                </a:lnTo>
                <a:lnTo>
                  <a:pt x="4028" y="2929"/>
                </a:lnTo>
                <a:lnTo>
                  <a:pt x="4028" y="2848"/>
                </a:lnTo>
                <a:lnTo>
                  <a:pt x="3946" y="2766"/>
                </a:lnTo>
                <a:lnTo>
                  <a:pt x="3865" y="2726"/>
                </a:lnTo>
                <a:lnTo>
                  <a:pt x="3296" y="2726"/>
                </a:lnTo>
                <a:lnTo>
                  <a:pt x="3621" y="2197"/>
                </a:lnTo>
                <a:lnTo>
                  <a:pt x="3906" y="1627"/>
                </a:lnTo>
                <a:lnTo>
                  <a:pt x="4150" y="1058"/>
                </a:lnTo>
                <a:lnTo>
                  <a:pt x="4353" y="489"/>
                </a:lnTo>
                <a:lnTo>
                  <a:pt x="4353" y="407"/>
                </a:lnTo>
                <a:lnTo>
                  <a:pt x="4312" y="326"/>
                </a:lnTo>
                <a:lnTo>
                  <a:pt x="4272" y="285"/>
                </a:lnTo>
                <a:lnTo>
                  <a:pt x="4190" y="244"/>
                </a:lnTo>
                <a:lnTo>
                  <a:pt x="3580" y="244"/>
                </a:lnTo>
                <a:lnTo>
                  <a:pt x="3011" y="163"/>
                </a:lnTo>
                <a:lnTo>
                  <a:pt x="2441" y="82"/>
                </a:lnTo>
                <a:lnTo>
                  <a:pt x="18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6793003" y="23514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0" name="Google Shape;1290;p39"/>
          <p:cNvSpPr txBox="1">
            <a:spLocks noGrp="1"/>
          </p:cNvSpPr>
          <p:nvPr>
            <p:ph type="title"/>
          </p:nvPr>
        </p:nvSpPr>
        <p:spPr>
          <a:xfrm>
            <a:off x="4229987" y="1192634"/>
            <a:ext cx="4070700" cy="629400"/>
          </a:xfrm>
          <a:prstGeom prst="rect">
            <a:avLst/>
          </a:prstGeom>
        </p:spPr>
        <p:txBody>
          <a:bodyPr spcFirstLastPara="1" wrap="square" lIns="91425" tIns="91425" rIns="91425" bIns="91425" anchor="t" anchorCtr="0">
            <a:noAutofit/>
          </a:bodyPr>
          <a:lstStyle/>
          <a:p>
            <a:r>
              <a:rPr lang="ro-RO" sz="2800" b="0" i="0" u="none" strike="noStrike" dirty="0">
                <a:solidFill>
                  <a:srgbClr val="000000"/>
                </a:solidFill>
                <a:effectLst/>
                <a:latin typeface="Times New Roman" panose="02020603050405020304" pitchFamily="18" charset="0"/>
              </a:rPr>
              <a:t>Scopul cercetării:</a:t>
            </a:r>
            <a:br>
              <a:rPr lang="ro-RO" sz="1050" dirty="0"/>
            </a:br>
            <a:endParaRPr sz="2800" dirty="0"/>
          </a:p>
        </p:txBody>
      </p:sp>
      <p:sp>
        <p:nvSpPr>
          <p:cNvPr id="1291" name="Google Shape;1291;p39"/>
          <p:cNvSpPr txBox="1">
            <a:spLocks noGrp="1"/>
          </p:cNvSpPr>
          <p:nvPr>
            <p:ph type="subTitle" idx="1"/>
          </p:nvPr>
        </p:nvSpPr>
        <p:spPr>
          <a:xfrm>
            <a:off x="3147664" y="1822035"/>
            <a:ext cx="5589083" cy="2722370"/>
          </a:xfrm>
          <a:prstGeom prst="rect">
            <a:avLst/>
          </a:prstGeom>
        </p:spPr>
        <p:txBody>
          <a:bodyPr spcFirstLastPara="1" wrap="square" lIns="274300" tIns="91425" rIns="274300" bIns="91425" anchor="t" anchorCtr="0">
            <a:noAutofit/>
          </a:bodyPr>
          <a:lstStyle/>
          <a:p>
            <a:pPr rtl="0">
              <a:spcBef>
                <a:spcPts val="0"/>
              </a:spcBef>
              <a:spcAft>
                <a:spcPts val="1200"/>
              </a:spcAft>
            </a:pPr>
            <a:r>
              <a:rPr lang="ro-RO" sz="2400" b="0" i="0" u="none" strike="noStrike" dirty="0">
                <a:solidFill>
                  <a:srgbClr val="000000"/>
                </a:solidFill>
                <a:effectLst/>
                <a:latin typeface="Times New Roman" panose="02020603050405020304" pitchFamily="18" charset="0"/>
              </a:rPr>
              <a:t>    Această cercetare își propune să investigheze în ce măsură stresul și blocajele emoționale afectează performanța academică și starea de sănătate (atât din punct de vedere fizic, cât și emoțional) a studenților din România. </a:t>
            </a:r>
            <a:endParaRPr lang="ro-RO" sz="2400" b="0" dirty="0">
              <a:effectLst/>
            </a:endParaRPr>
          </a:p>
          <a:p>
            <a:br>
              <a:rPr lang="ro-RO" dirty="0"/>
            </a:br>
            <a:endParaRPr b="1" dirty="0"/>
          </a:p>
        </p:txBody>
      </p:sp>
      <p:grpSp>
        <p:nvGrpSpPr>
          <p:cNvPr id="1292" name="Google Shape;1292;p39"/>
          <p:cNvGrpSpPr/>
          <p:nvPr/>
        </p:nvGrpSpPr>
        <p:grpSpPr>
          <a:xfrm>
            <a:off x="921450" y="1314014"/>
            <a:ext cx="1790154" cy="2472540"/>
            <a:chOff x="7075926" y="587568"/>
            <a:chExt cx="1989068" cy="2647890"/>
          </a:xfrm>
        </p:grpSpPr>
        <p:sp>
          <p:nvSpPr>
            <p:cNvPr id="1293" name="Google Shape;1293;p39"/>
            <p:cNvSpPr/>
            <p:nvPr/>
          </p:nvSpPr>
          <p:spPr>
            <a:xfrm>
              <a:off x="7252746" y="1359124"/>
              <a:ext cx="1158657" cy="1261119"/>
            </a:xfrm>
            <a:custGeom>
              <a:avLst/>
              <a:gdLst/>
              <a:ahLst/>
              <a:cxnLst/>
              <a:rect l="l" t="t" r="r" b="b"/>
              <a:pathLst>
                <a:path w="18387" h="20013" extrusionOk="0">
                  <a:moveTo>
                    <a:pt x="16719" y="0"/>
                  </a:moveTo>
                  <a:lnTo>
                    <a:pt x="12895" y="407"/>
                  </a:lnTo>
                  <a:lnTo>
                    <a:pt x="1750" y="1668"/>
                  </a:lnTo>
                  <a:lnTo>
                    <a:pt x="1709" y="2034"/>
                  </a:lnTo>
                  <a:lnTo>
                    <a:pt x="1750" y="2400"/>
                  </a:lnTo>
                  <a:lnTo>
                    <a:pt x="1831" y="3132"/>
                  </a:lnTo>
                  <a:lnTo>
                    <a:pt x="1994" y="3864"/>
                  </a:lnTo>
                  <a:lnTo>
                    <a:pt x="2075" y="4597"/>
                  </a:lnTo>
                  <a:lnTo>
                    <a:pt x="2238" y="6183"/>
                  </a:lnTo>
                  <a:lnTo>
                    <a:pt x="2482" y="7769"/>
                  </a:lnTo>
                  <a:lnTo>
                    <a:pt x="1831" y="7973"/>
                  </a:lnTo>
                  <a:lnTo>
                    <a:pt x="1506" y="8095"/>
                  </a:lnTo>
                  <a:lnTo>
                    <a:pt x="1221" y="8217"/>
                  </a:lnTo>
                  <a:lnTo>
                    <a:pt x="936" y="8380"/>
                  </a:lnTo>
                  <a:lnTo>
                    <a:pt x="692" y="8583"/>
                  </a:lnTo>
                  <a:lnTo>
                    <a:pt x="448" y="8868"/>
                  </a:lnTo>
                  <a:lnTo>
                    <a:pt x="245" y="9152"/>
                  </a:lnTo>
                  <a:lnTo>
                    <a:pt x="123" y="9396"/>
                  </a:lnTo>
                  <a:lnTo>
                    <a:pt x="41" y="9681"/>
                  </a:lnTo>
                  <a:lnTo>
                    <a:pt x="1" y="9966"/>
                  </a:lnTo>
                  <a:lnTo>
                    <a:pt x="1" y="10251"/>
                  </a:lnTo>
                  <a:lnTo>
                    <a:pt x="1" y="10535"/>
                  </a:lnTo>
                  <a:lnTo>
                    <a:pt x="82" y="10820"/>
                  </a:lnTo>
                  <a:lnTo>
                    <a:pt x="204" y="11064"/>
                  </a:lnTo>
                  <a:lnTo>
                    <a:pt x="367" y="11308"/>
                  </a:lnTo>
                  <a:lnTo>
                    <a:pt x="611" y="11512"/>
                  </a:lnTo>
                  <a:lnTo>
                    <a:pt x="936" y="11674"/>
                  </a:lnTo>
                  <a:lnTo>
                    <a:pt x="1262" y="11796"/>
                  </a:lnTo>
                  <a:lnTo>
                    <a:pt x="1628" y="11837"/>
                  </a:lnTo>
                  <a:lnTo>
                    <a:pt x="2401" y="11878"/>
                  </a:lnTo>
                  <a:lnTo>
                    <a:pt x="3133" y="11918"/>
                  </a:lnTo>
                  <a:lnTo>
                    <a:pt x="3499" y="15661"/>
                  </a:lnTo>
                  <a:lnTo>
                    <a:pt x="3784" y="18304"/>
                  </a:lnTo>
                  <a:lnTo>
                    <a:pt x="3987" y="19769"/>
                  </a:lnTo>
                  <a:lnTo>
                    <a:pt x="6143" y="19932"/>
                  </a:lnTo>
                  <a:lnTo>
                    <a:pt x="8299" y="20013"/>
                  </a:lnTo>
                  <a:lnTo>
                    <a:pt x="10495" y="19972"/>
                  </a:lnTo>
                  <a:lnTo>
                    <a:pt x="12651" y="19850"/>
                  </a:lnTo>
                  <a:lnTo>
                    <a:pt x="12610" y="17288"/>
                  </a:lnTo>
                  <a:lnTo>
                    <a:pt x="12610" y="15701"/>
                  </a:lnTo>
                  <a:lnTo>
                    <a:pt x="12651" y="15010"/>
                  </a:lnTo>
                  <a:lnTo>
                    <a:pt x="13383" y="14847"/>
                  </a:lnTo>
                  <a:lnTo>
                    <a:pt x="14115" y="14725"/>
                  </a:lnTo>
                  <a:lnTo>
                    <a:pt x="14848" y="14522"/>
                  </a:lnTo>
                  <a:lnTo>
                    <a:pt x="15539" y="14278"/>
                  </a:lnTo>
                  <a:lnTo>
                    <a:pt x="16231" y="13952"/>
                  </a:lnTo>
                  <a:lnTo>
                    <a:pt x="16556" y="13749"/>
                  </a:lnTo>
                  <a:lnTo>
                    <a:pt x="16841" y="13545"/>
                  </a:lnTo>
                  <a:lnTo>
                    <a:pt x="17125" y="13301"/>
                  </a:lnTo>
                  <a:lnTo>
                    <a:pt x="17369" y="13017"/>
                  </a:lnTo>
                  <a:lnTo>
                    <a:pt x="17614" y="12732"/>
                  </a:lnTo>
                  <a:lnTo>
                    <a:pt x="17817" y="12447"/>
                  </a:lnTo>
                  <a:lnTo>
                    <a:pt x="17980" y="12162"/>
                  </a:lnTo>
                  <a:lnTo>
                    <a:pt x="18102" y="11837"/>
                  </a:lnTo>
                  <a:lnTo>
                    <a:pt x="18183" y="11512"/>
                  </a:lnTo>
                  <a:lnTo>
                    <a:pt x="18264" y="11186"/>
                  </a:lnTo>
                  <a:lnTo>
                    <a:pt x="18346" y="10535"/>
                  </a:lnTo>
                  <a:lnTo>
                    <a:pt x="18386" y="9844"/>
                  </a:lnTo>
                  <a:lnTo>
                    <a:pt x="18346" y="9152"/>
                  </a:lnTo>
                  <a:lnTo>
                    <a:pt x="18264" y="8461"/>
                  </a:lnTo>
                  <a:lnTo>
                    <a:pt x="18061" y="7159"/>
                  </a:lnTo>
                  <a:lnTo>
                    <a:pt x="17776" y="5207"/>
                  </a:lnTo>
                  <a:lnTo>
                    <a:pt x="17451" y="3254"/>
                  </a:lnTo>
                  <a:lnTo>
                    <a:pt x="17329" y="2481"/>
                  </a:lnTo>
                  <a:lnTo>
                    <a:pt x="17207" y="1587"/>
                  </a:lnTo>
                  <a:lnTo>
                    <a:pt x="17125" y="1180"/>
                  </a:lnTo>
                  <a:lnTo>
                    <a:pt x="17003" y="732"/>
                  </a:lnTo>
                  <a:lnTo>
                    <a:pt x="16881" y="366"/>
                  </a:lnTo>
                  <a:lnTo>
                    <a:pt x="16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9"/>
            <p:cNvSpPr/>
            <p:nvPr/>
          </p:nvSpPr>
          <p:spPr>
            <a:xfrm>
              <a:off x="7239954" y="1348852"/>
              <a:ext cx="1181720" cy="1281662"/>
            </a:xfrm>
            <a:custGeom>
              <a:avLst/>
              <a:gdLst/>
              <a:ahLst/>
              <a:cxnLst/>
              <a:rect l="l" t="t" r="r" b="b"/>
              <a:pathLst>
                <a:path w="18753" h="20339" extrusionOk="0">
                  <a:moveTo>
                    <a:pt x="16825" y="377"/>
                  </a:moveTo>
                  <a:lnTo>
                    <a:pt x="16922" y="570"/>
                  </a:lnTo>
                  <a:lnTo>
                    <a:pt x="17003" y="855"/>
                  </a:lnTo>
                  <a:lnTo>
                    <a:pt x="17206" y="1506"/>
                  </a:lnTo>
                  <a:lnTo>
                    <a:pt x="17288" y="2197"/>
                  </a:lnTo>
                  <a:lnTo>
                    <a:pt x="17369" y="2848"/>
                  </a:lnTo>
                  <a:lnTo>
                    <a:pt x="17613" y="4434"/>
                  </a:lnTo>
                  <a:lnTo>
                    <a:pt x="17898" y="6021"/>
                  </a:lnTo>
                  <a:lnTo>
                    <a:pt x="18101" y="7485"/>
                  </a:lnTo>
                  <a:lnTo>
                    <a:pt x="18305" y="8949"/>
                  </a:lnTo>
                  <a:lnTo>
                    <a:pt x="18386" y="9641"/>
                  </a:lnTo>
                  <a:lnTo>
                    <a:pt x="18386" y="10332"/>
                  </a:lnTo>
                  <a:lnTo>
                    <a:pt x="18345" y="11024"/>
                  </a:lnTo>
                  <a:lnTo>
                    <a:pt x="18305" y="11390"/>
                  </a:lnTo>
                  <a:lnTo>
                    <a:pt x="18223" y="11715"/>
                  </a:lnTo>
                  <a:lnTo>
                    <a:pt x="18061" y="12081"/>
                  </a:lnTo>
                  <a:lnTo>
                    <a:pt x="17898" y="12407"/>
                  </a:lnTo>
                  <a:lnTo>
                    <a:pt x="17735" y="12732"/>
                  </a:lnTo>
                  <a:lnTo>
                    <a:pt x="17491" y="13017"/>
                  </a:lnTo>
                  <a:lnTo>
                    <a:pt x="17247" y="13261"/>
                  </a:lnTo>
                  <a:lnTo>
                    <a:pt x="17003" y="13505"/>
                  </a:lnTo>
                  <a:lnTo>
                    <a:pt x="16678" y="13708"/>
                  </a:lnTo>
                  <a:lnTo>
                    <a:pt x="16393" y="13912"/>
                  </a:lnTo>
                  <a:lnTo>
                    <a:pt x="15742" y="14237"/>
                  </a:lnTo>
                  <a:lnTo>
                    <a:pt x="15051" y="14481"/>
                  </a:lnTo>
                  <a:lnTo>
                    <a:pt x="14318" y="14685"/>
                  </a:lnTo>
                  <a:lnTo>
                    <a:pt x="13627" y="14847"/>
                  </a:lnTo>
                  <a:lnTo>
                    <a:pt x="13220" y="14888"/>
                  </a:lnTo>
                  <a:lnTo>
                    <a:pt x="13017" y="14929"/>
                  </a:lnTo>
                  <a:lnTo>
                    <a:pt x="12813" y="14969"/>
                  </a:lnTo>
                  <a:lnTo>
                    <a:pt x="12732" y="15051"/>
                  </a:lnTo>
                  <a:lnTo>
                    <a:pt x="12691" y="15132"/>
                  </a:lnTo>
                  <a:lnTo>
                    <a:pt x="12651" y="15295"/>
                  </a:lnTo>
                  <a:lnTo>
                    <a:pt x="12651" y="15457"/>
                  </a:lnTo>
                  <a:lnTo>
                    <a:pt x="12651" y="16881"/>
                  </a:lnTo>
                  <a:lnTo>
                    <a:pt x="12651" y="19862"/>
                  </a:lnTo>
                  <a:lnTo>
                    <a:pt x="12651" y="19862"/>
                  </a:lnTo>
                  <a:lnTo>
                    <a:pt x="10698" y="19973"/>
                  </a:lnTo>
                  <a:lnTo>
                    <a:pt x="8502" y="19973"/>
                  </a:lnTo>
                  <a:lnTo>
                    <a:pt x="6346" y="19891"/>
                  </a:lnTo>
                  <a:lnTo>
                    <a:pt x="4333" y="19739"/>
                  </a:lnTo>
                  <a:lnTo>
                    <a:pt x="4333" y="19739"/>
                  </a:lnTo>
                  <a:lnTo>
                    <a:pt x="4231" y="18956"/>
                  </a:lnTo>
                  <a:lnTo>
                    <a:pt x="4027" y="17044"/>
                  </a:lnTo>
                  <a:lnTo>
                    <a:pt x="3621" y="13058"/>
                  </a:lnTo>
                  <a:lnTo>
                    <a:pt x="3539" y="12366"/>
                  </a:lnTo>
                  <a:lnTo>
                    <a:pt x="3539" y="12163"/>
                  </a:lnTo>
                  <a:lnTo>
                    <a:pt x="3539" y="12081"/>
                  </a:lnTo>
                  <a:lnTo>
                    <a:pt x="3498" y="12122"/>
                  </a:lnTo>
                  <a:lnTo>
                    <a:pt x="3498" y="12000"/>
                  </a:lnTo>
                  <a:lnTo>
                    <a:pt x="3458" y="11919"/>
                  </a:lnTo>
                  <a:lnTo>
                    <a:pt x="3336" y="11878"/>
                  </a:lnTo>
                  <a:lnTo>
                    <a:pt x="2400" y="11878"/>
                  </a:lnTo>
                  <a:lnTo>
                    <a:pt x="1953" y="11837"/>
                  </a:lnTo>
                  <a:lnTo>
                    <a:pt x="1465" y="11756"/>
                  </a:lnTo>
                  <a:lnTo>
                    <a:pt x="1261" y="11715"/>
                  </a:lnTo>
                  <a:lnTo>
                    <a:pt x="1058" y="11593"/>
                  </a:lnTo>
                  <a:lnTo>
                    <a:pt x="855" y="11471"/>
                  </a:lnTo>
                  <a:lnTo>
                    <a:pt x="692" y="11349"/>
                  </a:lnTo>
                  <a:lnTo>
                    <a:pt x="570" y="11146"/>
                  </a:lnTo>
                  <a:lnTo>
                    <a:pt x="488" y="10983"/>
                  </a:lnTo>
                  <a:lnTo>
                    <a:pt x="407" y="10739"/>
                  </a:lnTo>
                  <a:lnTo>
                    <a:pt x="366" y="10495"/>
                  </a:lnTo>
                  <a:lnTo>
                    <a:pt x="366" y="10292"/>
                  </a:lnTo>
                  <a:lnTo>
                    <a:pt x="407" y="10048"/>
                  </a:lnTo>
                  <a:lnTo>
                    <a:pt x="448" y="9803"/>
                  </a:lnTo>
                  <a:lnTo>
                    <a:pt x="529" y="9600"/>
                  </a:lnTo>
                  <a:lnTo>
                    <a:pt x="610" y="9397"/>
                  </a:lnTo>
                  <a:lnTo>
                    <a:pt x="773" y="9193"/>
                  </a:lnTo>
                  <a:lnTo>
                    <a:pt x="895" y="8990"/>
                  </a:lnTo>
                  <a:lnTo>
                    <a:pt x="1058" y="8827"/>
                  </a:lnTo>
                  <a:lnTo>
                    <a:pt x="1261" y="8705"/>
                  </a:lnTo>
                  <a:lnTo>
                    <a:pt x="1465" y="8583"/>
                  </a:lnTo>
                  <a:lnTo>
                    <a:pt x="1871" y="8380"/>
                  </a:lnTo>
                  <a:lnTo>
                    <a:pt x="2319" y="8258"/>
                  </a:lnTo>
                  <a:lnTo>
                    <a:pt x="2726" y="8136"/>
                  </a:lnTo>
                  <a:lnTo>
                    <a:pt x="2807" y="8095"/>
                  </a:lnTo>
                  <a:lnTo>
                    <a:pt x="2848" y="8054"/>
                  </a:lnTo>
                  <a:lnTo>
                    <a:pt x="2888" y="7892"/>
                  </a:lnTo>
                  <a:lnTo>
                    <a:pt x="2644" y="6305"/>
                  </a:lnTo>
                  <a:lnTo>
                    <a:pt x="2482" y="4719"/>
                  </a:lnTo>
                  <a:lnTo>
                    <a:pt x="2360" y="3987"/>
                  </a:lnTo>
                  <a:lnTo>
                    <a:pt x="2238" y="3255"/>
                  </a:lnTo>
                  <a:lnTo>
                    <a:pt x="2116" y="2563"/>
                  </a:lnTo>
                  <a:lnTo>
                    <a:pt x="2116" y="2197"/>
                  </a:lnTo>
                  <a:lnTo>
                    <a:pt x="2116" y="1976"/>
                  </a:lnTo>
                  <a:lnTo>
                    <a:pt x="2116" y="1976"/>
                  </a:lnTo>
                  <a:lnTo>
                    <a:pt x="13098" y="773"/>
                  </a:lnTo>
                  <a:lnTo>
                    <a:pt x="16825" y="377"/>
                  </a:lnTo>
                  <a:close/>
                  <a:moveTo>
                    <a:pt x="16922" y="1"/>
                  </a:moveTo>
                  <a:lnTo>
                    <a:pt x="13098" y="407"/>
                  </a:lnTo>
                  <a:lnTo>
                    <a:pt x="13057" y="407"/>
                  </a:lnTo>
                  <a:lnTo>
                    <a:pt x="13052" y="412"/>
                  </a:lnTo>
                  <a:lnTo>
                    <a:pt x="13052" y="412"/>
                  </a:lnTo>
                  <a:lnTo>
                    <a:pt x="1953" y="1628"/>
                  </a:lnTo>
                  <a:lnTo>
                    <a:pt x="1831" y="1668"/>
                  </a:lnTo>
                  <a:lnTo>
                    <a:pt x="1790" y="1750"/>
                  </a:lnTo>
                  <a:lnTo>
                    <a:pt x="1749" y="1831"/>
                  </a:lnTo>
                  <a:lnTo>
                    <a:pt x="1749" y="2197"/>
                  </a:lnTo>
                  <a:lnTo>
                    <a:pt x="1749" y="2563"/>
                  </a:lnTo>
                  <a:lnTo>
                    <a:pt x="1871" y="3295"/>
                  </a:lnTo>
                  <a:lnTo>
                    <a:pt x="1993" y="4027"/>
                  </a:lnTo>
                  <a:lnTo>
                    <a:pt x="2116" y="4800"/>
                  </a:lnTo>
                  <a:lnTo>
                    <a:pt x="2278" y="6387"/>
                  </a:lnTo>
                  <a:lnTo>
                    <a:pt x="2492" y="7815"/>
                  </a:lnTo>
                  <a:lnTo>
                    <a:pt x="2492" y="7815"/>
                  </a:lnTo>
                  <a:lnTo>
                    <a:pt x="2238" y="7892"/>
                  </a:lnTo>
                  <a:lnTo>
                    <a:pt x="1831" y="8014"/>
                  </a:lnTo>
                  <a:lnTo>
                    <a:pt x="1465" y="8176"/>
                  </a:lnTo>
                  <a:lnTo>
                    <a:pt x="1099" y="8380"/>
                  </a:lnTo>
                  <a:lnTo>
                    <a:pt x="814" y="8583"/>
                  </a:lnTo>
                  <a:lnTo>
                    <a:pt x="529" y="8868"/>
                  </a:lnTo>
                  <a:lnTo>
                    <a:pt x="285" y="9234"/>
                  </a:lnTo>
                  <a:lnTo>
                    <a:pt x="122" y="9600"/>
                  </a:lnTo>
                  <a:lnTo>
                    <a:pt x="0" y="10048"/>
                  </a:lnTo>
                  <a:lnTo>
                    <a:pt x="0" y="10454"/>
                  </a:lnTo>
                  <a:lnTo>
                    <a:pt x="41" y="10861"/>
                  </a:lnTo>
                  <a:lnTo>
                    <a:pt x="204" y="11268"/>
                  </a:lnTo>
                  <a:lnTo>
                    <a:pt x="326" y="11431"/>
                  </a:lnTo>
                  <a:lnTo>
                    <a:pt x="448" y="11593"/>
                  </a:lnTo>
                  <a:lnTo>
                    <a:pt x="570" y="11715"/>
                  </a:lnTo>
                  <a:lnTo>
                    <a:pt x="733" y="11837"/>
                  </a:lnTo>
                  <a:lnTo>
                    <a:pt x="1058" y="12041"/>
                  </a:lnTo>
                  <a:lnTo>
                    <a:pt x="1465" y="12122"/>
                  </a:lnTo>
                  <a:lnTo>
                    <a:pt x="1912" y="12203"/>
                  </a:lnTo>
                  <a:lnTo>
                    <a:pt x="2400" y="12244"/>
                  </a:lnTo>
                  <a:lnTo>
                    <a:pt x="3176" y="12278"/>
                  </a:lnTo>
                  <a:lnTo>
                    <a:pt x="3176" y="12278"/>
                  </a:lnTo>
                  <a:lnTo>
                    <a:pt x="3214" y="12773"/>
                  </a:lnTo>
                  <a:lnTo>
                    <a:pt x="3376" y="14522"/>
                  </a:lnTo>
                  <a:lnTo>
                    <a:pt x="3865" y="18752"/>
                  </a:lnTo>
                  <a:lnTo>
                    <a:pt x="3905" y="19362"/>
                  </a:lnTo>
                  <a:lnTo>
                    <a:pt x="3987" y="19973"/>
                  </a:lnTo>
                  <a:lnTo>
                    <a:pt x="4027" y="20013"/>
                  </a:lnTo>
                  <a:lnTo>
                    <a:pt x="4068" y="20054"/>
                  </a:lnTo>
                  <a:lnTo>
                    <a:pt x="4190" y="20095"/>
                  </a:lnTo>
                  <a:lnTo>
                    <a:pt x="6346" y="20257"/>
                  </a:lnTo>
                  <a:lnTo>
                    <a:pt x="8502" y="20339"/>
                  </a:lnTo>
                  <a:lnTo>
                    <a:pt x="10698" y="20339"/>
                  </a:lnTo>
                  <a:lnTo>
                    <a:pt x="12854" y="20217"/>
                  </a:lnTo>
                  <a:lnTo>
                    <a:pt x="12935" y="20217"/>
                  </a:lnTo>
                  <a:lnTo>
                    <a:pt x="12976" y="20176"/>
                  </a:lnTo>
                  <a:lnTo>
                    <a:pt x="13017" y="20095"/>
                  </a:lnTo>
                  <a:lnTo>
                    <a:pt x="13017" y="20013"/>
                  </a:lnTo>
                  <a:lnTo>
                    <a:pt x="13017" y="17247"/>
                  </a:lnTo>
                  <a:lnTo>
                    <a:pt x="13017" y="15702"/>
                  </a:lnTo>
                  <a:lnTo>
                    <a:pt x="13017" y="15335"/>
                  </a:lnTo>
                  <a:lnTo>
                    <a:pt x="13139" y="15335"/>
                  </a:lnTo>
                  <a:lnTo>
                    <a:pt x="13383" y="15254"/>
                  </a:lnTo>
                  <a:lnTo>
                    <a:pt x="13830" y="15173"/>
                  </a:lnTo>
                  <a:lnTo>
                    <a:pt x="14522" y="15010"/>
                  </a:lnTo>
                  <a:lnTo>
                    <a:pt x="15213" y="14807"/>
                  </a:lnTo>
                  <a:lnTo>
                    <a:pt x="15905" y="14563"/>
                  </a:lnTo>
                  <a:lnTo>
                    <a:pt x="16556" y="14237"/>
                  </a:lnTo>
                  <a:lnTo>
                    <a:pt x="16840" y="14074"/>
                  </a:lnTo>
                  <a:lnTo>
                    <a:pt x="17125" y="13871"/>
                  </a:lnTo>
                  <a:lnTo>
                    <a:pt x="17410" y="13627"/>
                  </a:lnTo>
                  <a:lnTo>
                    <a:pt x="17654" y="13383"/>
                  </a:lnTo>
                  <a:lnTo>
                    <a:pt x="17898" y="13139"/>
                  </a:lnTo>
                  <a:lnTo>
                    <a:pt x="18101" y="12814"/>
                  </a:lnTo>
                  <a:lnTo>
                    <a:pt x="18264" y="12529"/>
                  </a:lnTo>
                  <a:lnTo>
                    <a:pt x="18427" y="12163"/>
                  </a:lnTo>
                  <a:lnTo>
                    <a:pt x="18549" y="11837"/>
                  </a:lnTo>
                  <a:lnTo>
                    <a:pt x="18630" y="11512"/>
                  </a:lnTo>
                  <a:lnTo>
                    <a:pt x="18752" y="10820"/>
                  </a:lnTo>
                  <a:lnTo>
                    <a:pt x="18752" y="10129"/>
                  </a:lnTo>
                  <a:lnTo>
                    <a:pt x="18752" y="9437"/>
                  </a:lnTo>
                  <a:lnTo>
                    <a:pt x="18671" y="8746"/>
                  </a:lnTo>
                  <a:lnTo>
                    <a:pt x="18589" y="8014"/>
                  </a:lnTo>
                  <a:lnTo>
                    <a:pt x="18345" y="6631"/>
                  </a:lnTo>
                  <a:lnTo>
                    <a:pt x="18061" y="4800"/>
                  </a:lnTo>
                  <a:lnTo>
                    <a:pt x="17776" y="2929"/>
                  </a:lnTo>
                  <a:lnTo>
                    <a:pt x="17654" y="2197"/>
                  </a:lnTo>
                  <a:lnTo>
                    <a:pt x="17532" y="1465"/>
                  </a:lnTo>
                  <a:lnTo>
                    <a:pt x="17491" y="1099"/>
                  </a:lnTo>
                  <a:lnTo>
                    <a:pt x="17369" y="733"/>
                  </a:lnTo>
                  <a:lnTo>
                    <a:pt x="17247" y="407"/>
                  </a:lnTo>
                  <a:lnTo>
                    <a:pt x="17084" y="82"/>
                  </a:lnTo>
                  <a:lnTo>
                    <a:pt x="17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9"/>
            <p:cNvSpPr/>
            <p:nvPr/>
          </p:nvSpPr>
          <p:spPr>
            <a:xfrm>
              <a:off x="7288664" y="1438586"/>
              <a:ext cx="1148385" cy="948439"/>
            </a:xfrm>
            <a:custGeom>
              <a:avLst/>
              <a:gdLst/>
              <a:ahLst/>
              <a:cxnLst/>
              <a:rect l="l" t="t" r="r" b="b"/>
              <a:pathLst>
                <a:path w="18224" h="15051" extrusionOk="0">
                  <a:moveTo>
                    <a:pt x="3254" y="0"/>
                  </a:moveTo>
                  <a:lnTo>
                    <a:pt x="1749" y="244"/>
                  </a:lnTo>
                  <a:lnTo>
                    <a:pt x="976" y="326"/>
                  </a:lnTo>
                  <a:lnTo>
                    <a:pt x="204" y="366"/>
                  </a:lnTo>
                  <a:lnTo>
                    <a:pt x="122" y="366"/>
                  </a:lnTo>
                  <a:lnTo>
                    <a:pt x="82" y="407"/>
                  </a:lnTo>
                  <a:lnTo>
                    <a:pt x="41" y="488"/>
                  </a:lnTo>
                  <a:lnTo>
                    <a:pt x="0" y="570"/>
                  </a:lnTo>
                  <a:lnTo>
                    <a:pt x="122" y="1627"/>
                  </a:lnTo>
                  <a:lnTo>
                    <a:pt x="244" y="2726"/>
                  </a:lnTo>
                  <a:lnTo>
                    <a:pt x="448" y="3783"/>
                  </a:lnTo>
                  <a:lnTo>
                    <a:pt x="692" y="4841"/>
                  </a:lnTo>
                  <a:lnTo>
                    <a:pt x="692" y="5166"/>
                  </a:lnTo>
                  <a:lnTo>
                    <a:pt x="773" y="5532"/>
                  </a:lnTo>
                  <a:lnTo>
                    <a:pt x="895" y="5858"/>
                  </a:lnTo>
                  <a:lnTo>
                    <a:pt x="1017" y="6142"/>
                  </a:lnTo>
                  <a:lnTo>
                    <a:pt x="1383" y="6915"/>
                  </a:lnTo>
                  <a:lnTo>
                    <a:pt x="1749" y="7647"/>
                  </a:lnTo>
                  <a:lnTo>
                    <a:pt x="2237" y="8339"/>
                  </a:lnTo>
                  <a:lnTo>
                    <a:pt x="2725" y="9030"/>
                  </a:lnTo>
                  <a:lnTo>
                    <a:pt x="3295" y="9640"/>
                  </a:lnTo>
                  <a:lnTo>
                    <a:pt x="3864" y="10251"/>
                  </a:lnTo>
                  <a:lnTo>
                    <a:pt x="4515" y="10861"/>
                  </a:lnTo>
                  <a:lnTo>
                    <a:pt x="5207" y="11430"/>
                  </a:lnTo>
                  <a:lnTo>
                    <a:pt x="6427" y="12488"/>
                  </a:lnTo>
                  <a:lnTo>
                    <a:pt x="7159" y="13098"/>
                  </a:lnTo>
                  <a:lnTo>
                    <a:pt x="7891" y="13667"/>
                  </a:lnTo>
                  <a:lnTo>
                    <a:pt x="8705" y="14155"/>
                  </a:lnTo>
                  <a:lnTo>
                    <a:pt x="9112" y="14359"/>
                  </a:lnTo>
                  <a:lnTo>
                    <a:pt x="9559" y="14522"/>
                  </a:lnTo>
                  <a:lnTo>
                    <a:pt x="10373" y="14806"/>
                  </a:lnTo>
                  <a:lnTo>
                    <a:pt x="11227" y="14969"/>
                  </a:lnTo>
                  <a:lnTo>
                    <a:pt x="12081" y="15050"/>
                  </a:lnTo>
                  <a:lnTo>
                    <a:pt x="12528" y="15050"/>
                  </a:lnTo>
                  <a:lnTo>
                    <a:pt x="12976" y="15010"/>
                  </a:lnTo>
                  <a:lnTo>
                    <a:pt x="13383" y="14969"/>
                  </a:lnTo>
                  <a:lnTo>
                    <a:pt x="13789" y="14888"/>
                  </a:lnTo>
                  <a:lnTo>
                    <a:pt x="14237" y="14806"/>
                  </a:lnTo>
                  <a:lnTo>
                    <a:pt x="14644" y="14644"/>
                  </a:lnTo>
                  <a:lnTo>
                    <a:pt x="15010" y="14481"/>
                  </a:lnTo>
                  <a:lnTo>
                    <a:pt x="15416" y="14318"/>
                  </a:lnTo>
                  <a:lnTo>
                    <a:pt x="15783" y="14074"/>
                  </a:lnTo>
                  <a:lnTo>
                    <a:pt x="16149" y="13830"/>
                  </a:lnTo>
                  <a:lnTo>
                    <a:pt x="16433" y="13586"/>
                  </a:lnTo>
                  <a:lnTo>
                    <a:pt x="16718" y="13301"/>
                  </a:lnTo>
                  <a:lnTo>
                    <a:pt x="16962" y="13017"/>
                  </a:lnTo>
                  <a:lnTo>
                    <a:pt x="17206" y="12732"/>
                  </a:lnTo>
                  <a:lnTo>
                    <a:pt x="17450" y="12406"/>
                  </a:lnTo>
                  <a:lnTo>
                    <a:pt x="17654" y="12081"/>
                  </a:lnTo>
                  <a:lnTo>
                    <a:pt x="17816" y="11715"/>
                  </a:lnTo>
                  <a:lnTo>
                    <a:pt x="17938" y="11349"/>
                  </a:lnTo>
                  <a:lnTo>
                    <a:pt x="18060" y="11023"/>
                  </a:lnTo>
                  <a:lnTo>
                    <a:pt x="18142" y="10617"/>
                  </a:lnTo>
                  <a:lnTo>
                    <a:pt x="18182" y="10251"/>
                  </a:lnTo>
                  <a:lnTo>
                    <a:pt x="18223" y="9885"/>
                  </a:lnTo>
                  <a:lnTo>
                    <a:pt x="18182" y="9478"/>
                  </a:lnTo>
                  <a:lnTo>
                    <a:pt x="18142" y="9112"/>
                  </a:lnTo>
                  <a:lnTo>
                    <a:pt x="18020" y="8746"/>
                  </a:lnTo>
                  <a:lnTo>
                    <a:pt x="17857" y="8420"/>
                  </a:lnTo>
                  <a:lnTo>
                    <a:pt x="17735" y="8217"/>
                  </a:lnTo>
                  <a:lnTo>
                    <a:pt x="17613" y="8095"/>
                  </a:lnTo>
                  <a:lnTo>
                    <a:pt x="17288" y="7851"/>
                  </a:lnTo>
                  <a:lnTo>
                    <a:pt x="16962" y="7647"/>
                  </a:lnTo>
                  <a:lnTo>
                    <a:pt x="16555" y="7566"/>
                  </a:lnTo>
                  <a:lnTo>
                    <a:pt x="16189" y="7485"/>
                  </a:lnTo>
                  <a:lnTo>
                    <a:pt x="15742" y="7485"/>
                  </a:lnTo>
                  <a:lnTo>
                    <a:pt x="14969" y="7525"/>
                  </a:lnTo>
                  <a:lnTo>
                    <a:pt x="14115" y="7607"/>
                  </a:lnTo>
                  <a:lnTo>
                    <a:pt x="13261" y="7810"/>
                  </a:lnTo>
                  <a:lnTo>
                    <a:pt x="12447" y="8054"/>
                  </a:lnTo>
                  <a:lnTo>
                    <a:pt x="11674" y="8379"/>
                  </a:lnTo>
                  <a:lnTo>
                    <a:pt x="10901" y="8746"/>
                  </a:lnTo>
                  <a:lnTo>
                    <a:pt x="10169" y="9193"/>
                  </a:lnTo>
                  <a:lnTo>
                    <a:pt x="9478" y="9722"/>
                  </a:lnTo>
                  <a:lnTo>
                    <a:pt x="8868" y="10291"/>
                  </a:lnTo>
                  <a:lnTo>
                    <a:pt x="8542" y="10576"/>
                  </a:lnTo>
                  <a:lnTo>
                    <a:pt x="8339" y="10698"/>
                  </a:lnTo>
                  <a:lnTo>
                    <a:pt x="8176" y="10820"/>
                  </a:lnTo>
                  <a:lnTo>
                    <a:pt x="7973" y="10901"/>
                  </a:lnTo>
                  <a:lnTo>
                    <a:pt x="7769" y="10942"/>
                  </a:lnTo>
                  <a:lnTo>
                    <a:pt x="7566" y="10942"/>
                  </a:lnTo>
                  <a:lnTo>
                    <a:pt x="7322" y="10861"/>
                  </a:lnTo>
                  <a:lnTo>
                    <a:pt x="7119" y="10779"/>
                  </a:lnTo>
                  <a:lnTo>
                    <a:pt x="6956" y="10698"/>
                  </a:lnTo>
                  <a:lnTo>
                    <a:pt x="6590" y="10413"/>
                  </a:lnTo>
                  <a:lnTo>
                    <a:pt x="6305" y="10088"/>
                  </a:lnTo>
                  <a:lnTo>
                    <a:pt x="6020" y="9762"/>
                  </a:lnTo>
                  <a:lnTo>
                    <a:pt x="5410" y="8868"/>
                  </a:lnTo>
                  <a:lnTo>
                    <a:pt x="4881" y="7973"/>
                  </a:lnTo>
                  <a:lnTo>
                    <a:pt x="4393" y="6997"/>
                  </a:lnTo>
                  <a:lnTo>
                    <a:pt x="3986" y="5980"/>
                  </a:lnTo>
                  <a:lnTo>
                    <a:pt x="3661" y="5044"/>
                  </a:lnTo>
                  <a:lnTo>
                    <a:pt x="3498" y="4515"/>
                  </a:lnTo>
                  <a:lnTo>
                    <a:pt x="3417" y="4027"/>
                  </a:lnTo>
                  <a:lnTo>
                    <a:pt x="3376" y="3661"/>
                  </a:lnTo>
                  <a:lnTo>
                    <a:pt x="3295" y="3254"/>
                  </a:lnTo>
                  <a:lnTo>
                    <a:pt x="3417" y="2481"/>
                  </a:lnTo>
                  <a:lnTo>
                    <a:pt x="3498" y="1709"/>
                  </a:lnTo>
                  <a:lnTo>
                    <a:pt x="3539" y="936"/>
                  </a:lnTo>
                  <a:lnTo>
                    <a:pt x="3539" y="529"/>
                  </a:lnTo>
                  <a:lnTo>
                    <a:pt x="3458" y="122"/>
                  </a:lnTo>
                  <a:lnTo>
                    <a:pt x="3458" y="82"/>
                  </a:lnTo>
                  <a:lnTo>
                    <a:pt x="3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9"/>
            <p:cNvSpPr/>
            <p:nvPr/>
          </p:nvSpPr>
          <p:spPr>
            <a:xfrm>
              <a:off x="7075926" y="2533030"/>
              <a:ext cx="1427731" cy="702428"/>
            </a:xfrm>
            <a:custGeom>
              <a:avLst/>
              <a:gdLst/>
              <a:ahLst/>
              <a:cxnLst/>
              <a:rect l="l" t="t" r="r" b="b"/>
              <a:pathLst>
                <a:path w="22657" h="11147" extrusionOk="0">
                  <a:moveTo>
                    <a:pt x="13627" y="1"/>
                  </a:moveTo>
                  <a:lnTo>
                    <a:pt x="12691" y="42"/>
                  </a:lnTo>
                  <a:lnTo>
                    <a:pt x="11755" y="82"/>
                  </a:lnTo>
                  <a:lnTo>
                    <a:pt x="9844" y="204"/>
                  </a:lnTo>
                  <a:lnTo>
                    <a:pt x="7932" y="245"/>
                  </a:lnTo>
                  <a:lnTo>
                    <a:pt x="7078" y="326"/>
                  </a:lnTo>
                  <a:lnTo>
                    <a:pt x="6224" y="408"/>
                  </a:lnTo>
                  <a:lnTo>
                    <a:pt x="5817" y="489"/>
                  </a:lnTo>
                  <a:lnTo>
                    <a:pt x="5369" y="611"/>
                  </a:lnTo>
                  <a:lnTo>
                    <a:pt x="4963" y="733"/>
                  </a:lnTo>
                  <a:lnTo>
                    <a:pt x="4556" y="936"/>
                  </a:lnTo>
                  <a:lnTo>
                    <a:pt x="4230" y="1099"/>
                  </a:lnTo>
                  <a:lnTo>
                    <a:pt x="3946" y="1303"/>
                  </a:lnTo>
                  <a:lnTo>
                    <a:pt x="3336" y="1750"/>
                  </a:lnTo>
                  <a:lnTo>
                    <a:pt x="2807" y="2279"/>
                  </a:lnTo>
                  <a:lnTo>
                    <a:pt x="2319" y="2848"/>
                  </a:lnTo>
                  <a:lnTo>
                    <a:pt x="2075" y="3214"/>
                  </a:lnTo>
                  <a:lnTo>
                    <a:pt x="1830" y="3621"/>
                  </a:lnTo>
                  <a:lnTo>
                    <a:pt x="1424" y="4435"/>
                  </a:lnTo>
                  <a:lnTo>
                    <a:pt x="1098" y="5248"/>
                  </a:lnTo>
                  <a:lnTo>
                    <a:pt x="814" y="6143"/>
                  </a:lnTo>
                  <a:lnTo>
                    <a:pt x="570" y="7160"/>
                  </a:lnTo>
                  <a:lnTo>
                    <a:pt x="325" y="8217"/>
                  </a:lnTo>
                  <a:lnTo>
                    <a:pt x="163" y="9275"/>
                  </a:lnTo>
                  <a:lnTo>
                    <a:pt x="0" y="10333"/>
                  </a:lnTo>
                  <a:lnTo>
                    <a:pt x="0" y="10414"/>
                  </a:lnTo>
                  <a:lnTo>
                    <a:pt x="41" y="10455"/>
                  </a:lnTo>
                  <a:lnTo>
                    <a:pt x="122" y="10536"/>
                  </a:lnTo>
                  <a:lnTo>
                    <a:pt x="244" y="10577"/>
                  </a:lnTo>
                  <a:lnTo>
                    <a:pt x="285" y="10536"/>
                  </a:lnTo>
                  <a:lnTo>
                    <a:pt x="325" y="10495"/>
                  </a:lnTo>
                  <a:lnTo>
                    <a:pt x="448" y="10455"/>
                  </a:lnTo>
                  <a:lnTo>
                    <a:pt x="2237" y="10455"/>
                  </a:lnTo>
                  <a:lnTo>
                    <a:pt x="4230" y="10577"/>
                  </a:lnTo>
                  <a:lnTo>
                    <a:pt x="6224" y="10699"/>
                  </a:lnTo>
                  <a:lnTo>
                    <a:pt x="9722" y="11024"/>
                  </a:lnTo>
                  <a:lnTo>
                    <a:pt x="10861" y="11105"/>
                  </a:lnTo>
                  <a:lnTo>
                    <a:pt x="12000" y="11146"/>
                  </a:lnTo>
                  <a:lnTo>
                    <a:pt x="13138" y="11146"/>
                  </a:lnTo>
                  <a:lnTo>
                    <a:pt x="14277" y="11065"/>
                  </a:lnTo>
                  <a:lnTo>
                    <a:pt x="16311" y="10902"/>
                  </a:lnTo>
                  <a:lnTo>
                    <a:pt x="18386" y="10658"/>
                  </a:lnTo>
                  <a:lnTo>
                    <a:pt x="20420" y="10414"/>
                  </a:lnTo>
                  <a:lnTo>
                    <a:pt x="22453" y="10251"/>
                  </a:lnTo>
                  <a:lnTo>
                    <a:pt x="22494" y="10251"/>
                  </a:lnTo>
                  <a:lnTo>
                    <a:pt x="22616" y="10170"/>
                  </a:lnTo>
                  <a:lnTo>
                    <a:pt x="22616" y="10129"/>
                  </a:lnTo>
                  <a:lnTo>
                    <a:pt x="22657" y="10048"/>
                  </a:lnTo>
                  <a:lnTo>
                    <a:pt x="22413" y="8299"/>
                  </a:lnTo>
                  <a:lnTo>
                    <a:pt x="22291" y="7404"/>
                  </a:lnTo>
                  <a:lnTo>
                    <a:pt x="22128" y="6550"/>
                  </a:lnTo>
                  <a:lnTo>
                    <a:pt x="21925" y="5696"/>
                  </a:lnTo>
                  <a:lnTo>
                    <a:pt x="21640" y="4841"/>
                  </a:lnTo>
                  <a:lnTo>
                    <a:pt x="21274" y="4028"/>
                  </a:lnTo>
                  <a:lnTo>
                    <a:pt x="21070" y="3621"/>
                  </a:lnTo>
                  <a:lnTo>
                    <a:pt x="20826" y="3255"/>
                  </a:lnTo>
                  <a:lnTo>
                    <a:pt x="20379" y="2604"/>
                  </a:lnTo>
                  <a:lnTo>
                    <a:pt x="19850" y="2035"/>
                  </a:lnTo>
                  <a:lnTo>
                    <a:pt x="19565" y="1750"/>
                  </a:lnTo>
                  <a:lnTo>
                    <a:pt x="19281" y="1506"/>
                  </a:lnTo>
                  <a:lnTo>
                    <a:pt x="18955" y="1262"/>
                  </a:lnTo>
                  <a:lnTo>
                    <a:pt x="18630" y="1058"/>
                  </a:lnTo>
                  <a:lnTo>
                    <a:pt x="18264" y="855"/>
                  </a:lnTo>
                  <a:lnTo>
                    <a:pt x="17898" y="692"/>
                  </a:lnTo>
                  <a:lnTo>
                    <a:pt x="17125" y="408"/>
                  </a:lnTo>
                  <a:lnTo>
                    <a:pt x="16311" y="204"/>
                  </a:lnTo>
                  <a:lnTo>
                    <a:pt x="15498" y="82"/>
                  </a:lnTo>
                  <a:lnTo>
                    <a:pt x="145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9"/>
            <p:cNvSpPr/>
            <p:nvPr/>
          </p:nvSpPr>
          <p:spPr>
            <a:xfrm>
              <a:off x="8055053" y="1733307"/>
              <a:ext cx="125652" cy="194905"/>
            </a:xfrm>
            <a:custGeom>
              <a:avLst/>
              <a:gdLst/>
              <a:ahLst/>
              <a:cxnLst/>
              <a:rect l="l" t="t" r="r" b="b"/>
              <a:pathLst>
                <a:path w="1994" h="3093" extrusionOk="0">
                  <a:moveTo>
                    <a:pt x="611" y="1"/>
                  </a:moveTo>
                  <a:lnTo>
                    <a:pt x="529" y="42"/>
                  </a:lnTo>
                  <a:lnTo>
                    <a:pt x="488" y="82"/>
                  </a:lnTo>
                  <a:lnTo>
                    <a:pt x="448" y="164"/>
                  </a:lnTo>
                  <a:lnTo>
                    <a:pt x="448" y="204"/>
                  </a:lnTo>
                  <a:lnTo>
                    <a:pt x="488" y="286"/>
                  </a:lnTo>
                  <a:lnTo>
                    <a:pt x="1099" y="1384"/>
                  </a:lnTo>
                  <a:lnTo>
                    <a:pt x="1424" y="1872"/>
                  </a:lnTo>
                  <a:lnTo>
                    <a:pt x="1546" y="2116"/>
                  </a:lnTo>
                  <a:lnTo>
                    <a:pt x="1587" y="2279"/>
                  </a:lnTo>
                  <a:lnTo>
                    <a:pt x="1627" y="2401"/>
                  </a:lnTo>
                  <a:lnTo>
                    <a:pt x="1587" y="2482"/>
                  </a:lnTo>
                  <a:lnTo>
                    <a:pt x="1546" y="2564"/>
                  </a:lnTo>
                  <a:lnTo>
                    <a:pt x="1424" y="2645"/>
                  </a:lnTo>
                  <a:lnTo>
                    <a:pt x="1261" y="2726"/>
                  </a:lnTo>
                  <a:lnTo>
                    <a:pt x="1058" y="2726"/>
                  </a:lnTo>
                  <a:lnTo>
                    <a:pt x="855" y="2604"/>
                  </a:lnTo>
                  <a:lnTo>
                    <a:pt x="651" y="2482"/>
                  </a:lnTo>
                  <a:lnTo>
                    <a:pt x="285" y="2116"/>
                  </a:lnTo>
                  <a:lnTo>
                    <a:pt x="244" y="2075"/>
                  </a:lnTo>
                  <a:lnTo>
                    <a:pt x="122" y="2075"/>
                  </a:lnTo>
                  <a:lnTo>
                    <a:pt x="41" y="2116"/>
                  </a:lnTo>
                  <a:lnTo>
                    <a:pt x="0" y="2197"/>
                  </a:lnTo>
                  <a:lnTo>
                    <a:pt x="0" y="2238"/>
                  </a:lnTo>
                  <a:lnTo>
                    <a:pt x="0" y="2320"/>
                  </a:lnTo>
                  <a:lnTo>
                    <a:pt x="41" y="2401"/>
                  </a:lnTo>
                  <a:lnTo>
                    <a:pt x="244" y="2604"/>
                  </a:lnTo>
                  <a:lnTo>
                    <a:pt x="488" y="2808"/>
                  </a:lnTo>
                  <a:lnTo>
                    <a:pt x="733" y="2970"/>
                  </a:lnTo>
                  <a:lnTo>
                    <a:pt x="1017" y="3052"/>
                  </a:lnTo>
                  <a:lnTo>
                    <a:pt x="1261" y="3092"/>
                  </a:lnTo>
                  <a:lnTo>
                    <a:pt x="1546" y="3011"/>
                  </a:lnTo>
                  <a:lnTo>
                    <a:pt x="1749" y="2889"/>
                  </a:lnTo>
                  <a:lnTo>
                    <a:pt x="1831" y="2808"/>
                  </a:lnTo>
                  <a:lnTo>
                    <a:pt x="1912" y="2686"/>
                  </a:lnTo>
                  <a:lnTo>
                    <a:pt x="1993" y="2523"/>
                  </a:lnTo>
                  <a:lnTo>
                    <a:pt x="1993" y="2360"/>
                  </a:lnTo>
                  <a:lnTo>
                    <a:pt x="1953" y="2197"/>
                  </a:lnTo>
                  <a:lnTo>
                    <a:pt x="1912" y="2035"/>
                  </a:lnTo>
                  <a:lnTo>
                    <a:pt x="1749" y="1709"/>
                  </a:lnTo>
                  <a:lnTo>
                    <a:pt x="1587" y="1425"/>
                  </a:lnTo>
                  <a:lnTo>
                    <a:pt x="814" y="123"/>
                  </a:lnTo>
                  <a:lnTo>
                    <a:pt x="733" y="42"/>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9"/>
            <p:cNvSpPr/>
            <p:nvPr/>
          </p:nvSpPr>
          <p:spPr>
            <a:xfrm>
              <a:off x="7337375" y="587568"/>
              <a:ext cx="820266" cy="730596"/>
            </a:xfrm>
            <a:custGeom>
              <a:avLst/>
              <a:gdLst/>
              <a:ahLst/>
              <a:cxnLst/>
              <a:rect l="l" t="t" r="r" b="b"/>
              <a:pathLst>
                <a:path w="13017" h="11594" extrusionOk="0">
                  <a:moveTo>
                    <a:pt x="3783" y="1628"/>
                  </a:moveTo>
                  <a:lnTo>
                    <a:pt x="3905" y="1668"/>
                  </a:lnTo>
                  <a:lnTo>
                    <a:pt x="4149" y="1791"/>
                  </a:lnTo>
                  <a:lnTo>
                    <a:pt x="4393" y="1953"/>
                  </a:lnTo>
                  <a:lnTo>
                    <a:pt x="3864" y="2645"/>
                  </a:lnTo>
                  <a:lnTo>
                    <a:pt x="3417" y="3336"/>
                  </a:lnTo>
                  <a:lnTo>
                    <a:pt x="3376" y="3133"/>
                  </a:lnTo>
                  <a:lnTo>
                    <a:pt x="3213" y="2645"/>
                  </a:lnTo>
                  <a:lnTo>
                    <a:pt x="3173" y="2401"/>
                  </a:lnTo>
                  <a:lnTo>
                    <a:pt x="3213" y="2116"/>
                  </a:lnTo>
                  <a:lnTo>
                    <a:pt x="3213" y="1994"/>
                  </a:lnTo>
                  <a:lnTo>
                    <a:pt x="3295" y="1872"/>
                  </a:lnTo>
                  <a:lnTo>
                    <a:pt x="3335" y="1791"/>
                  </a:lnTo>
                  <a:lnTo>
                    <a:pt x="3417" y="1709"/>
                  </a:lnTo>
                  <a:lnTo>
                    <a:pt x="3539" y="1668"/>
                  </a:lnTo>
                  <a:lnTo>
                    <a:pt x="3661" y="1628"/>
                  </a:lnTo>
                  <a:close/>
                  <a:moveTo>
                    <a:pt x="7078" y="367"/>
                  </a:moveTo>
                  <a:lnTo>
                    <a:pt x="7200" y="408"/>
                  </a:lnTo>
                  <a:lnTo>
                    <a:pt x="7322" y="448"/>
                  </a:lnTo>
                  <a:lnTo>
                    <a:pt x="7403" y="530"/>
                  </a:lnTo>
                  <a:lnTo>
                    <a:pt x="7484" y="652"/>
                  </a:lnTo>
                  <a:lnTo>
                    <a:pt x="7525" y="814"/>
                  </a:lnTo>
                  <a:lnTo>
                    <a:pt x="7525" y="1140"/>
                  </a:lnTo>
                  <a:lnTo>
                    <a:pt x="7484" y="1424"/>
                  </a:lnTo>
                  <a:lnTo>
                    <a:pt x="7362" y="1994"/>
                  </a:lnTo>
                  <a:lnTo>
                    <a:pt x="7037" y="3418"/>
                  </a:lnTo>
                  <a:lnTo>
                    <a:pt x="6874" y="4272"/>
                  </a:lnTo>
                  <a:lnTo>
                    <a:pt x="6834" y="4231"/>
                  </a:lnTo>
                  <a:lnTo>
                    <a:pt x="5735" y="2929"/>
                  </a:lnTo>
                  <a:lnTo>
                    <a:pt x="5329" y="2401"/>
                  </a:lnTo>
                  <a:lnTo>
                    <a:pt x="4881" y="1913"/>
                  </a:lnTo>
                  <a:lnTo>
                    <a:pt x="5247" y="1506"/>
                  </a:lnTo>
                  <a:lnTo>
                    <a:pt x="5613" y="1140"/>
                  </a:lnTo>
                  <a:lnTo>
                    <a:pt x="6061" y="814"/>
                  </a:lnTo>
                  <a:lnTo>
                    <a:pt x="6346" y="611"/>
                  </a:lnTo>
                  <a:lnTo>
                    <a:pt x="6630" y="448"/>
                  </a:lnTo>
                  <a:lnTo>
                    <a:pt x="6915" y="367"/>
                  </a:lnTo>
                  <a:close/>
                  <a:moveTo>
                    <a:pt x="4637" y="2197"/>
                  </a:moveTo>
                  <a:lnTo>
                    <a:pt x="4840" y="2401"/>
                  </a:lnTo>
                  <a:lnTo>
                    <a:pt x="6590" y="4516"/>
                  </a:lnTo>
                  <a:lnTo>
                    <a:pt x="5817" y="4923"/>
                  </a:lnTo>
                  <a:lnTo>
                    <a:pt x="5288" y="4719"/>
                  </a:lnTo>
                  <a:lnTo>
                    <a:pt x="3783" y="4272"/>
                  </a:lnTo>
                  <a:lnTo>
                    <a:pt x="3702" y="4150"/>
                  </a:lnTo>
                  <a:lnTo>
                    <a:pt x="3580" y="3824"/>
                  </a:lnTo>
                  <a:lnTo>
                    <a:pt x="4027" y="3092"/>
                  </a:lnTo>
                  <a:lnTo>
                    <a:pt x="4312" y="2645"/>
                  </a:lnTo>
                  <a:lnTo>
                    <a:pt x="4637" y="2197"/>
                  </a:lnTo>
                  <a:close/>
                  <a:moveTo>
                    <a:pt x="6712" y="4841"/>
                  </a:moveTo>
                  <a:lnTo>
                    <a:pt x="6671" y="5207"/>
                  </a:lnTo>
                  <a:lnTo>
                    <a:pt x="6305" y="5085"/>
                  </a:lnTo>
                  <a:lnTo>
                    <a:pt x="6712" y="4841"/>
                  </a:lnTo>
                  <a:close/>
                  <a:moveTo>
                    <a:pt x="7078" y="5085"/>
                  </a:moveTo>
                  <a:lnTo>
                    <a:pt x="7362" y="5451"/>
                  </a:lnTo>
                  <a:lnTo>
                    <a:pt x="6996" y="5329"/>
                  </a:lnTo>
                  <a:lnTo>
                    <a:pt x="7078" y="5085"/>
                  </a:lnTo>
                  <a:close/>
                  <a:moveTo>
                    <a:pt x="3946" y="4719"/>
                  </a:moveTo>
                  <a:lnTo>
                    <a:pt x="5369" y="5167"/>
                  </a:lnTo>
                  <a:lnTo>
                    <a:pt x="4474" y="5655"/>
                  </a:lnTo>
                  <a:lnTo>
                    <a:pt x="4190" y="5207"/>
                  </a:lnTo>
                  <a:lnTo>
                    <a:pt x="3946" y="4719"/>
                  </a:lnTo>
                  <a:close/>
                  <a:moveTo>
                    <a:pt x="936" y="3987"/>
                  </a:moveTo>
                  <a:lnTo>
                    <a:pt x="1302" y="4109"/>
                  </a:lnTo>
                  <a:lnTo>
                    <a:pt x="2685" y="4394"/>
                  </a:lnTo>
                  <a:lnTo>
                    <a:pt x="2888" y="4434"/>
                  </a:lnTo>
                  <a:lnTo>
                    <a:pt x="2725" y="4841"/>
                  </a:lnTo>
                  <a:lnTo>
                    <a:pt x="2603" y="5207"/>
                  </a:lnTo>
                  <a:lnTo>
                    <a:pt x="2481" y="5695"/>
                  </a:lnTo>
                  <a:lnTo>
                    <a:pt x="2400" y="6224"/>
                  </a:lnTo>
                  <a:lnTo>
                    <a:pt x="2115" y="6102"/>
                  </a:lnTo>
                  <a:lnTo>
                    <a:pt x="1586" y="5817"/>
                  </a:lnTo>
                  <a:lnTo>
                    <a:pt x="1139" y="5451"/>
                  </a:lnTo>
                  <a:lnTo>
                    <a:pt x="895" y="5248"/>
                  </a:lnTo>
                  <a:lnTo>
                    <a:pt x="692" y="5045"/>
                  </a:lnTo>
                  <a:lnTo>
                    <a:pt x="529" y="4801"/>
                  </a:lnTo>
                  <a:lnTo>
                    <a:pt x="407" y="4516"/>
                  </a:lnTo>
                  <a:lnTo>
                    <a:pt x="366" y="4394"/>
                  </a:lnTo>
                  <a:lnTo>
                    <a:pt x="407" y="4272"/>
                  </a:lnTo>
                  <a:lnTo>
                    <a:pt x="447" y="4109"/>
                  </a:lnTo>
                  <a:lnTo>
                    <a:pt x="529" y="4028"/>
                  </a:lnTo>
                  <a:lnTo>
                    <a:pt x="732" y="3987"/>
                  </a:lnTo>
                  <a:close/>
                  <a:moveTo>
                    <a:pt x="3254" y="4556"/>
                  </a:moveTo>
                  <a:lnTo>
                    <a:pt x="3498" y="4597"/>
                  </a:lnTo>
                  <a:lnTo>
                    <a:pt x="3783" y="5248"/>
                  </a:lnTo>
                  <a:lnTo>
                    <a:pt x="3986" y="5533"/>
                  </a:lnTo>
                  <a:lnTo>
                    <a:pt x="4190" y="5817"/>
                  </a:lnTo>
                  <a:lnTo>
                    <a:pt x="3173" y="6468"/>
                  </a:lnTo>
                  <a:lnTo>
                    <a:pt x="2725" y="6346"/>
                  </a:lnTo>
                  <a:lnTo>
                    <a:pt x="2807" y="5899"/>
                  </a:lnTo>
                  <a:lnTo>
                    <a:pt x="2929" y="5451"/>
                  </a:lnTo>
                  <a:lnTo>
                    <a:pt x="3051" y="4963"/>
                  </a:lnTo>
                  <a:lnTo>
                    <a:pt x="3254" y="4556"/>
                  </a:lnTo>
                  <a:close/>
                  <a:moveTo>
                    <a:pt x="11064" y="3214"/>
                  </a:moveTo>
                  <a:lnTo>
                    <a:pt x="11389" y="3255"/>
                  </a:lnTo>
                  <a:lnTo>
                    <a:pt x="11674" y="3336"/>
                  </a:lnTo>
                  <a:lnTo>
                    <a:pt x="11918" y="3458"/>
                  </a:lnTo>
                  <a:lnTo>
                    <a:pt x="12162" y="3621"/>
                  </a:lnTo>
                  <a:lnTo>
                    <a:pt x="12406" y="3865"/>
                  </a:lnTo>
                  <a:lnTo>
                    <a:pt x="12528" y="4109"/>
                  </a:lnTo>
                  <a:lnTo>
                    <a:pt x="12650" y="4353"/>
                  </a:lnTo>
                  <a:lnTo>
                    <a:pt x="12650" y="4597"/>
                  </a:lnTo>
                  <a:lnTo>
                    <a:pt x="12650" y="4882"/>
                  </a:lnTo>
                  <a:lnTo>
                    <a:pt x="12528" y="5126"/>
                  </a:lnTo>
                  <a:lnTo>
                    <a:pt x="12366" y="5329"/>
                  </a:lnTo>
                  <a:lnTo>
                    <a:pt x="12162" y="5533"/>
                  </a:lnTo>
                  <a:lnTo>
                    <a:pt x="11918" y="5695"/>
                  </a:lnTo>
                  <a:lnTo>
                    <a:pt x="11430" y="5939"/>
                  </a:lnTo>
                  <a:lnTo>
                    <a:pt x="10901" y="6184"/>
                  </a:lnTo>
                  <a:lnTo>
                    <a:pt x="10372" y="6346"/>
                  </a:lnTo>
                  <a:lnTo>
                    <a:pt x="9803" y="6509"/>
                  </a:lnTo>
                  <a:lnTo>
                    <a:pt x="9437" y="6306"/>
                  </a:lnTo>
                  <a:lnTo>
                    <a:pt x="9071" y="6102"/>
                  </a:lnTo>
                  <a:lnTo>
                    <a:pt x="8298" y="5817"/>
                  </a:lnTo>
                  <a:lnTo>
                    <a:pt x="8054" y="5695"/>
                  </a:lnTo>
                  <a:lnTo>
                    <a:pt x="7159" y="4638"/>
                  </a:lnTo>
                  <a:lnTo>
                    <a:pt x="7606" y="4394"/>
                  </a:lnTo>
                  <a:lnTo>
                    <a:pt x="8867" y="3784"/>
                  </a:lnTo>
                  <a:lnTo>
                    <a:pt x="9518" y="3540"/>
                  </a:lnTo>
                  <a:lnTo>
                    <a:pt x="10169" y="3296"/>
                  </a:lnTo>
                  <a:lnTo>
                    <a:pt x="10454" y="3255"/>
                  </a:lnTo>
                  <a:lnTo>
                    <a:pt x="10779" y="3214"/>
                  </a:lnTo>
                  <a:close/>
                  <a:moveTo>
                    <a:pt x="8542" y="6306"/>
                  </a:moveTo>
                  <a:lnTo>
                    <a:pt x="9315" y="6631"/>
                  </a:lnTo>
                  <a:lnTo>
                    <a:pt x="8908" y="6712"/>
                  </a:lnTo>
                  <a:lnTo>
                    <a:pt x="8542" y="6306"/>
                  </a:lnTo>
                  <a:close/>
                  <a:moveTo>
                    <a:pt x="4434" y="6143"/>
                  </a:moveTo>
                  <a:lnTo>
                    <a:pt x="4434" y="6184"/>
                  </a:lnTo>
                  <a:lnTo>
                    <a:pt x="4800" y="6509"/>
                  </a:lnTo>
                  <a:lnTo>
                    <a:pt x="5166" y="6753"/>
                  </a:lnTo>
                  <a:lnTo>
                    <a:pt x="4393" y="6712"/>
                  </a:lnTo>
                  <a:lnTo>
                    <a:pt x="3661" y="6590"/>
                  </a:lnTo>
                  <a:lnTo>
                    <a:pt x="4434" y="6143"/>
                  </a:lnTo>
                  <a:close/>
                  <a:moveTo>
                    <a:pt x="5857" y="5329"/>
                  </a:moveTo>
                  <a:lnTo>
                    <a:pt x="6590" y="5533"/>
                  </a:lnTo>
                  <a:lnTo>
                    <a:pt x="6427" y="6265"/>
                  </a:lnTo>
                  <a:lnTo>
                    <a:pt x="6305" y="6753"/>
                  </a:lnTo>
                  <a:lnTo>
                    <a:pt x="6183" y="6753"/>
                  </a:lnTo>
                  <a:lnTo>
                    <a:pt x="6142" y="6712"/>
                  </a:lnTo>
                  <a:lnTo>
                    <a:pt x="6061" y="6672"/>
                  </a:lnTo>
                  <a:lnTo>
                    <a:pt x="5939" y="6712"/>
                  </a:lnTo>
                  <a:lnTo>
                    <a:pt x="5613" y="6590"/>
                  </a:lnTo>
                  <a:lnTo>
                    <a:pt x="5329" y="6428"/>
                  </a:lnTo>
                  <a:lnTo>
                    <a:pt x="5044" y="6224"/>
                  </a:lnTo>
                  <a:lnTo>
                    <a:pt x="4759" y="5980"/>
                  </a:lnTo>
                  <a:lnTo>
                    <a:pt x="4759" y="5939"/>
                  </a:lnTo>
                  <a:lnTo>
                    <a:pt x="5207" y="5655"/>
                  </a:lnTo>
                  <a:lnTo>
                    <a:pt x="5857" y="5329"/>
                  </a:lnTo>
                  <a:close/>
                  <a:moveTo>
                    <a:pt x="2766" y="6753"/>
                  </a:moveTo>
                  <a:lnTo>
                    <a:pt x="2725" y="6794"/>
                  </a:lnTo>
                  <a:lnTo>
                    <a:pt x="2725" y="6753"/>
                  </a:lnTo>
                  <a:close/>
                  <a:moveTo>
                    <a:pt x="6915" y="5695"/>
                  </a:moveTo>
                  <a:lnTo>
                    <a:pt x="7851" y="6021"/>
                  </a:lnTo>
                  <a:lnTo>
                    <a:pt x="8501" y="6794"/>
                  </a:lnTo>
                  <a:lnTo>
                    <a:pt x="7606" y="6875"/>
                  </a:lnTo>
                  <a:lnTo>
                    <a:pt x="7606" y="6834"/>
                  </a:lnTo>
                  <a:lnTo>
                    <a:pt x="7606" y="6753"/>
                  </a:lnTo>
                  <a:lnTo>
                    <a:pt x="7525" y="6712"/>
                  </a:lnTo>
                  <a:lnTo>
                    <a:pt x="7444" y="6672"/>
                  </a:lnTo>
                  <a:lnTo>
                    <a:pt x="6712" y="6712"/>
                  </a:lnTo>
                  <a:lnTo>
                    <a:pt x="6712" y="6712"/>
                  </a:lnTo>
                  <a:lnTo>
                    <a:pt x="6752" y="6509"/>
                  </a:lnTo>
                  <a:lnTo>
                    <a:pt x="6915" y="5695"/>
                  </a:lnTo>
                  <a:close/>
                  <a:moveTo>
                    <a:pt x="9762" y="6916"/>
                  </a:moveTo>
                  <a:lnTo>
                    <a:pt x="10088" y="7160"/>
                  </a:lnTo>
                  <a:lnTo>
                    <a:pt x="10250" y="7322"/>
                  </a:lnTo>
                  <a:lnTo>
                    <a:pt x="10372" y="7485"/>
                  </a:lnTo>
                  <a:lnTo>
                    <a:pt x="10454" y="7648"/>
                  </a:lnTo>
                  <a:lnTo>
                    <a:pt x="10535" y="7851"/>
                  </a:lnTo>
                  <a:lnTo>
                    <a:pt x="10576" y="8014"/>
                  </a:lnTo>
                  <a:lnTo>
                    <a:pt x="10576" y="8217"/>
                  </a:lnTo>
                  <a:lnTo>
                    <a:pt x="10535" y="8421"/>
                  </a:lnTo>
                  <a:lnTo>
                    <a:pt x="10454" y="8583"/>
                  </a:lnTo>
                  <a:lnTo>
                    <a:pt x="9152" y="7038"/>
                  </a:lnTo>
                  <a:lnTo>
                    <a:pt x="9640" y="6916"/>
                  </a:lnTo>
                  <a:close/>
                  <a:moveTo>
                    <a:pt x="8745" y="7119"/>
                  </a:moveTo>
                  <a:lnTo>
                    <a:pt x="10250" y="8909"/>
                  </a:lnTo>
                  <a:lnTo>
                    <a:pt x="10047" y="9072"/>
                  </a:lnTo>
                  <a:lnTo>
                    <a:pt x="9844" y="9234"/>
                  </a:lnTo>
                  <a:lnTo>
                    <a:pt x="9356" y="9478"/>
                  </a:lnTo>
                  <a:lnTo>
                    <a:pt x="8867" y="9682"/>
                  </a:lnTo>
                  <a:lnTo>
                    <a:pt x="8379" y="9844"/>
                  </a:lnTo>
                  <a:lnTo>
                    <a:pt x="8176" y="9926"/>
                  </a:lnTo>
                  <a:lnTo>
                    <a:pt x="7606" y="9356"/>
                  </a:lnTo>
                  <a:lnTo>
                    <a:pt x="7159" y="8746"/>
                  </a:lnTo>
                  <a:lnTo>
                    <a:pt x="6793" y="8177"/>
                  </a:lnTo>
                  <a:lnTo>
                    <a:pt x="6468" y="7567"/>
                  </a:lnTo>
                  <a:lnTo>
                    <a:pt x="6590" y="7241"/>
                  </a:lnTo>
                  <a:lnTo>
                    <a:pt x="7118" y="7282"/>
                  </a:lnTo>
                  <a:lnTo>
                    <a:pt x="7647" y="7241"/>
                  </a:lnTo>
                  <a:lnTo>
                    <a:pt x="8217" y="7200"/>
                  </a:lnTo>
                  <a:lnTo>
                    <a:pt x="8745" y="7119"/>
                  </a:lnTo>
                  <a:close/>
                  <a:moveTo>
                    <a:pt x="3254" y="6875"/>
                  </a:moveTo>
                  <a:lnTo>
                    <a:pt x="3742" y="6997"/>
                  </a:lnTo>
                  <a:lnTo>
                    <a:pt x="4230" y="7078"/>
                  </a:lnTo>
                  <a:lnTo>
                    <a:pt x="5085" y="7119"/>
                  </a:lnTo>
                  <a:lnTo>
                    <a:pt x="5939" y="7119"/>
                  </a:lnTo>
                  <a:lnTo>
                    <a:pt x="6101" y="7567"/>
                  </a:lnTo>
                  <a:lnTo>
                    <a:pt x="5857" y="8258"/>
                  </a:lnTo>
                  <a:lnTo>
                    <a:pt x="5573" y="8909"/>
                  </a:lnTo>
                  <a:lnTo>
                    <a:pt x="5410" y="9234"/>
                  </a:lnTo>
                  <a:lnTo>
                    <a:pt x="5207" y="9519"/>
                  </a:lnTo>
                  <a:lnTo>
                    <a:pt x="5003" y="9804"/>
                  </a:lnTo>
                  <a:lnTo>
                    <a:pt x="4759" y="10048"/>
                  </a:lnTo>
                  <a:lnTo>
                    <a:pt x="4312" y="9844"/>
                  </a:lnTo>
                  <a:lnTo>
                    <a:pt x="4108" y="9722"/>
                  </a:lnTo>
                  <a:lnTo>
                    <a:pt x="3905" y="9600"/>
                  </a:lnTo>
                  <a:lnTo>
                    <a:pt x="3702" y="9397"/>
                  </a:lnTo>
                  <a:lnTo>
                    <a:pt x="3498" y="9194"/>
                  </a:lnTo>
                  <a:lnTo>
                    <a:pt x="3213" y="8746"/>
                  </a:lnTo>
                  <a:lnTo>
                    <a:pt x="2969" y="8258"/>
                  </a:lnTo>
                  <a:lnTo>
                    <a:pt x="2807" y="7729"/>
                  </a:lnTo>
                  <a:lnTo>
                    <a:pt x="2725" y="7241"/>
                  </a:lnTo>
                  <a:lnTo>
                    <a:pt x="2929" y="7119"/>
                  </a:lnTo>
                  <a:lnTo>
                    <a:pt x="3254" y="6875"/>
                  </a:lnTo>
                  <a:close/>
                  <a:moveTo>
                    <a:pt x="6305" y="8095"/>
                  </a:moveTo>
                  <a:lnTo>
                    <a:pt x="6630" y="8624"/>
                  </a:lnTo>
                  <a:lnTo>
                    <a:pt x="6956" y="9112"/>
                  </a:lnTo>
                  <a:lnTo>
                    <a:pt x="7322" y="9600"/>
                  </a:lnTo>
                  <a:lnTo>
                    <a:pt x="7729" y="10007"/>
                  </a:lnTo>
                  <a:lnTo>
                    <a:pt x="7322" y="10129"/>
                  </a:lnTo>
                  <a:lnTo>
                    <a:pt x="6915" y="10210"/>
                  </a:lnTo>
                  <a:lnTo>
                    <a:pt x="6468" y="10251"/>
                  </a:lnTo>
                  <a:lnTo>
                    <a:pt x="6061" y="10292"/>
                  </a:lnTo>
                  <a:lnTo>
                    <a:pt x="5613" y="10251"/>
                  </a:lnTo>
                  <a:lnTo>
                    <a:pt x="5166" y="10170"/>
                  </a:lnTo>
                  <a:lnTo>
                    <a:pt x="5532" y="9722"/>
                  </a:lnTo>
                  <a:lnTo>
                    <a:pt x="5817" y="9234"/>
                  </a:lnTo>
                  <a:lnTo>
                    <a:pt x="6101" y="8665"/>
                  </a:lnTo>
                  <a:lnTo>
                    <a:pt x="6305" y="8095"/>
                  </a:lnTo>
                  <a:close/>
                  <a:moveTo>
                    <a:pt x="2400" y="7526"/>
                  </a:moveTo>
                  <a:lnTo>
                    <a:pt x="2481" y="7851"/>
                  </a:lnTo>
                  <a:lnTo>
                    <a:pt x="2563" y="8177"/>
                  </a:lnTo>
                  <a:lnTo>
                    <a:pt x="2685" y="8502"/>
                  </a:lnTo>
                  <a:lnTo>
                    <a:pt x="2807" y="8827"/>
                  </a:lnTo>
                  <a:lnTo>
                    <a:pt x="2969" y="9112"/>
                  </a:lnTo>
                  <a:lnTo>
                    <a:pt x="3173" y="9397"/>
                  </a:lnTo>
                  <a:lnTo>
                    <a:pt x="3417" y="9641"/>
                  </a:lnTo>
                  <a:lnTo>
                    <a:pt x="3702" y="9885"/>
                  </a:lnTo>
                  <a:lnTo>
                    <a:pt x="4068" y="10129"/>
                  </a:lnTo>
                  <a:lnTo>
                    <a:pt x="4434" y="10332"/>
                  </a:lnTo>
                  <a:lnTo>
                    <a:pt x="4149" y="10536"/>
                  </a:lnTo>
                  <a:lnTo>
                    <a:pt x="3905" y="10658"/>
                  </a:lnTo>
                  <a:lnTo>
                    <a:pt x="3661" y="10780"/>
                  </a:lnTo>
                  <a:lnTo>
                    <a:pt x="3376" y="10821"/>
                  </a:lnTo>
                  <a:lnTo>
                    <a:pt x="3132" y="10861"/>
                  </a:lnTo>
                  <a:lnTo>
                    <a:pt x="2847" y="10861"/>
                  </a:lnTo>
                  <a:lnTo>
                    <a:pt x="2603" y="10821"/>
                  </a:lnTo>
                  <a:lnTo>
                    <a:pt x="2319" y="10780"/>
                  </a:lnTo>
                  <a:lnTo>
                    <a:pt x="2075" y="10658"/>
                  </a:lnTo>
                  <a:lnTo>
                    <a:pt x="1830" y="10495"/>
                  </a:lnTo>
                  <a:lnTo>
                    <a:pt x="1668" y="10332"/>
                  </a:lnTo>
                  <a:lnTo>
                    <a:pt x="1505" y="10088"/>
                  </a:lnTo>
                  <a:lnTo>
                    <a:pt x="1383" y="9885"/>
                  </a:lnTo>
                  <a:lnTo>
                    <a:pt x="1302" y="9641"/>
                  </a:lnTo>
                  <a:lnTo>
                    <a:pt x="1302" y="9397"/>
                  </a:lnTo>
                  <a:lnTo>
                    <a:pt x="1302" y="9112"/>
                  </a:lnTo>
                  <a:lnTo>
                    <a:pt x="1383" y="8868"/>
                  </a:lnTo>
                  <a:lnTo>
                    <a:pt x="1546" y="8461"/>
                  </a:lnTo>
                  <a:lnTo>
                    <a:pt x="1790" y="8136"/>
                  </a:lnTo>
                  <a:lnTo>
                    <a:pt x="2075" y="7811"/>
                  </a:lnTo>
                  <a:lnTo>
                    <a:pt x="2400" y="7526"/>
                  </a:lnTo>
                  <a:close/>
                  <a:moveTo>
                    <a:pt x="10494" y="9194"/>
                  </a:moveTo>
                  <a:lnTo>
                    <a:pt x="10942" y="9722"/>
                  </a:lnTo>
                  <a:lnTo>
                    <a:pt x="11145" y="10007"/>
                  </a:lnTo>
                  <a:lnTo>
                    <a:pt x="11349" y="10292"/>
                  </a:lnTo>
                  <a:lnTo>
                    <a:pt x="11430" y="10414"/>
                  </a:lnTo>
                  <a:lnTo>
                    <a:pt x="11430" y="10577"/>
                  </a:lnTo>
                  <a:lnTo>
                    <a:pt x="11430" y="10699"/>
                  </a:lnTo>
                  <a:lnTo>
                    <a:pt x="11389" y="10861"/>
                  </a:lnTo>
                  <a:lnTo>
                    <a:pt x="11308" y="10943"/>
                  </a:lnTo>
                  <a:lnTo>
                    <a:pt x="11186" y="11065"/>
                  </a:lnTo>
                  <a:lnTo>
                    <a:pt x="11064" y="11146"/>
                  </a:lnTo>
                  <a:lnTo>
                    <a:pt x="10901" y="11187"/>
                  </a:lnTo>
                  <a:lnTo>
                    <a:pt x="10739" y="11227"/>
                  </a:lnTo>
                  <a:lnTo>
                    <a:pt x="10576" y="11227"/>
                  </a:lnTo>
                  <a:lnTo>
                    <a:pt x="10291" y="11146"/>
                  </a:lnTo>
                  <a:lnTo>
                    <a:pt x="9966" y="11065"/>
                  </a:lnTo>
                  <a:lnTo>
                    <a:pt x="9681" y="10902"/>
                  </a:lnTo>
                  <a:lnTo>
                    <a:pt x="9193" y="10658"/>
                  </a:lnTo>
                  <a:lnTo>
                    <a:pt x="8705" y="10373"/>
                  </a:lnTo>
                  <a:lnTo>
                    <a:pt x="8501" y="10210"/>
                  </a:lnTo>
                  <a:lnTo>
                    <a:pt x="8664" y="10129"/>
                  </a:lnTo>
                  <a:lnTo>
                    <a:pt x="9152" y="9966"/>
                  </a:lnTo>
                  <a:lnTo>
                    <a:pt x="9640" y="9763"/>
                  </a:lnTo>
                  <a:lnTo>
                    <a:pt x="10088" y="9519"/>
                  </a:lnTo>
                  <a:lnTo>
                    <a:pt x="10291" y="9356"/>
                  </a:lnTo>
                  <a:lnTo>
                    <a:pt x="10494" y="9194"/>
                  </a:lnTo>
                  <a:close/>
                  <a:moveTo>
                    <a:pt x="7118" y="1"/>
                  </a:moveTo>
                  <a:lnTo>
                    <a:pt x="6834" y="41"/>
                  </a:lnTo>
                  <a:lnTo>
                    <a:pt x="6549" y="123"/>
                  </a:lnTo>
                  <a:lnTo>
                    <a:pt x="6264" y="245"/>
                  </a:lnTo>
                  <a:lnTo>
                    <a:pt x="5979" y="367"/>
                  </a:lnTo>
                  <a:lnTo>
                    <a:pt x="5735" y="530"/>
                  </a:lnTo>
                  <a:lnTo>
                    <a:pt x="5451" y="774"/>
                  </a:lnTo>
                  <a:lnTo>
                    <a:pt x="5125" y="1058"/>
                  </a:lnTo>
                  <a:lnTo>
                    <a:pt x="4596" y="1628"/>
                  </a:lnTo>
                  <a:lnTo>
                    <a:pt x="4393" y="1506"/>
                  </a:lnTo>
                  <a:lnTo>
                    <a:pt x="4149" y="1343"/>
                  </a:lnTo>
                  <a:lnTo>
                    <a:pt x="3905" y="1262"/>
                  </a:lnTo>
                  <a:lnTo>
                    <a:pt x="3620" y="1262"/>
                  </a:lnTo>
                  <a:lnTo>
                    <a:pt x="3376" y="1302"/>
                  </a:lnTo>
                  <a:lnTo>
                    <a:pt x="3173" y="1424"/>
                  </a:lnTo>
                  <a:lnTo>
                    <a:pt x="3010" y="1628"/>
                  </a:lnTo>
                  <a:lnTo>
                    <a:pt x="2888" y="1831"/>
                  </a:lnTo>
                  <a:lnTo>
                    <a:pt x="2847" y="2116"/>
                  </a:lnTo>
                  <a:lnTo>
                    <a:pt x="2807" y="2360"/>
                  </a:lnTo>
                  <a:lnTo>
                    <a:pt x="2847" y="2645"/>
                  </a:lnTo>
                  <a:lnTo>
                    <a:pt x="2929" y="2929"/>
                  </a:lnTo>
                  <a:lnTo>
                    <a:pt x="3051" y="3377"/>
                  </a:lnTo>
                  <a:lnTo>
                    <a:pt x="3173" y="3784"/>
                  </a:lnTo>
                  <a:lnTo>
                    <a:pt x="3010" y="4109"/>
                  </a:lnTo>
                  <a:lnTo>
                    <a:pt x="2156" y="3906"/>
                  </a:lnTo>
                  <a:lnTo>
                    <a:pt x="1383" y="3743"/>
                  </a:lnTo>
                  <a:lnTo>
                    <a:pt x="1017" y="3662"/>
                  </a:lnTo>
                  <a:lnTo>
                    <a:pt x="814" y="3621"/>
                  </a:lnTo>
                  <a:lnTo>
                    <a:pt x="610" y="3621"/>
                  </a:lnTo>
                  <a:lnTo>
                    <a:pt x="488" y="3662"/>
                  </a:lnTo>
                  <a:lnTo>
                    <a:pt x="366" y="3702"/>
                  </a:lnTo>
                  <a:lnTo>
                    <a:pt x="244" y="3784"/>
                  </a:lnTo>
                  <a:lnTo>
                    <a:pt x="163" y="3906"/>
                  </a:lnTo>
                  <a:lnTo>
                    <a:pt x="41" y="4150"/>
                  </a:lnTo>
                  <a:lnTo>
                    <a:pt x="0" y="4394"/>
                  </a:lnTo>
                  <a:lnTo>
                    <a:pt x="41" y="4556"/>
                  </a:lnTo>
                  <a:lnTo>
                    <a:pt x="81" y="4719"/>
                  </a:lnTo>
                  <a:lnTo>
                    <a:pt x="203" y="4963"/>
                  </a:lnTo>
                  <a:lnTo>
                    <a:pt x="366" y="5207"/>
                  </a:lnTo>
                  <a:lnTo>
                    <a:pt x="570" y="5451"/>
                  </a:lnTo>
                  <a:lnTo>
                    <a:pt x="814" y="5695"/>
                  </a:lnTo>
                  <a:lnTo>
                    <a:pt x="1058" y="5899"/>
                  </a:lnTo>
                  <a:lnTo>
                    <a:pt x="1627" y="6265"/>
                  </a:lnTo>
                  <a:lnTo>
                    <a:pt x="1993" y="6428"/>
                  </a:lnTo>
                  <a:lnTo>
                    <a:pt x="2359" y="6590"/>
                  </a:lnTo>
                  <a:lnTo>
                    <a:pt x="2359" y="7078"/>
                  </a:lnTo>
                  <a:lnTo>
                    <a:pt x="1912" y="7444"/>
                  </a:lnTo>
                  <a:lnTo>
                    <a:pt x="1505" y="7892"/>
                  </a:lnTo>
                  <a:lnTo>
                    <a:pt x="1342" y="8136"/>
                  </a:lnTo>
                  <a:lnTo>
                    <a:pt x="1180" y="8380"/>
                  </a:lnTo>
                  <a:lnTo>
                    <a:pt x="1058" y="8665"/>
                  </a:lnTo>
                  <a:lnTo>
                    <a:pt x="976" y="8909"/>
                  </a:lnTo>
                  <a:lnTo>
                    <a:pt x="936" y="9234"/>
                  </a:lnTo>
                  <a:lnTo>
                    <a:pt x="936" y="9519"/>
                  </a:lnTo>
                  <a:lnTo>
                    <a:pt x="976" y="9763"/>
                  </a:lnTo>
                  <a:lnTo>
                    <a:pt x="1058" y="10048"/>
                  </a:lnTo>
                  <a:lnTo>
                    <a:pt x="1180" y="10292"/>
                  </a:lnTo>
                  <a:lnTo>
                    <a:pt x="1342" y="10536"/>
                  </a:lnTo>
                  <a:lnTo>
                    <a:pt x="1546" y="10739"/>
                  </a:lnTo>
                  <a:lnTo>
                    <a:pt x="1790" y="10902"/>
                  </a:lnTo>
                  <a:lnTo>
                    <a:pt x="2034" y="11065"/>
                  </a:lnTo>
                  <a:lnTo>
                    <a:pt x="2319" y="11146"/>
                  </a:lnTo>
                  <a:lnTo>
                    <a:pt x="2603" y="11227"/>
                  </a:lnTo>
                  <a:lnTo>
                    <a:pt x="2888" y="11268"/>
                  </a:lnTo>
                  <a:lnTo>
                    <a:pt x="3173" y="11227"/>
                  </a:lnTo>
                  <a:lnTo>
                    <a:pt x="3458" y="11227"/>
                  </a:lnTo>
                  <a:lnTo>
                    <a:pt x="3742" y="11146"/>
                  </a:lnTo>
                  <a:lnTo>
                    <a:pt x="3986" y="11024"/>
                  </a:lnTo>
                  <a:lnTo>
                    <a:pt x="4434" y="10780"/>
                  </a:lnTo>
                  <a:lnTo>
                    <a:pt x="4840" y="10495"/>
                  </a:lnTo>
                  <a:lnTo>
                    <a:pt x="5247" y="10577"/>
                  </a:lnTo>
                  <a:lnTo>
                    <a:pt x="5654" y="10617"/>
                  </a:lnTo>
                  <a:lnTo>
                    <a:pt x="6061" y="10658"/>
                  </a:lnTo>
                  <a:lnTo>
                    <a:pt x="6468" y="10617"/>
                  </a:lnTo>
                  <a:lnTo>
                    <a:pt x="6874" y="10577"/>
                  </a:lnTo>
                  <a:lnTo>
                    <a:pt x="7281" y="10495"/>
                  </a:lnTo>
                  <a:lnTo>
                    <a:pt x="8054" y="10332"/>
                  </a:lnTo>
                  <a:lnTo>
                    <a:pt x="8420" y="10617"/>
                  </a:lnTo>
                  <a:lnTo>
                    <a:pt x="8827" y="10861"/>
                  </a:lnTo>
                  <a:lnTo>
                    <a:pt x="9356" y="11187"/>
                  </a:lnTo>
                  <a:lnTo>
                    <a:pt x="9681" y="11349"/>
                  </a:lnTo>
                  <a:lnTo>
                    <a:pt x="9966" y="11471"/>
                  </a:lnTo>
                  <a:lnTo>
                    <a:pt x="10291" y="11553"/>
                  </a:lnTo>
                  <a:lnTo>
                    <a:pt x="10617" y="11593"/>
                  </a:lnTo>
                  <a:lnTo>
                    <a:pt x="10942" y="11553"/>
                  </a:lnTo>
                  <a:lnTo>
                    <a:pt x="11227" y="11471"/>
                  </a:lnTo>
                  <a:lnTo>
                    <a:pt x="11471" y="11309"/>
                  </a:lnTo>
                  <a:lnTo>
                    <a:pt x="11674" y="11105"/>
                  </a:lnTo>
                  <a:lnTo>
                    <a:pt x="11796" y="10861"/>
                  </a:lnTo>
                  <a:lnTo>
                    <a:pt x="11796" y="10699"/>
                  </a:lnTo>
                  <a:lnTo>
                    <a:pt x="11837" y="10577"/>
                  </a:lnTo>
                  <a:lnTo>
                    <a:pt x="11796" y="10414"/>
                  </a:lnTo>
                  <a:lnTo>
                    <a:pt x="11755" y="10251"/>
                  </a:lnTo>
                  <a:lnTo>
                    <a:pt x="11593" y="9966"/>
                  </a:lnTo>
                  <a:lnTo>
                    <a:pt x="11389" y="9682"/>
                  </a:lnTo>
                  <a:lnTo>
                    <a:pt x="11186" y="9438"/>
                  </a:lnTo>
                  <a:lnTo>
                    <a:pt x="10739" y="8909"/>
                  </a:lnTo>
                  <a:lnTo>
                    <a:pt x="10861" y="8665"/>
                  </a:lnTo>
                  <a:lnTo>
                    <a:pt x="10942" y="8421"/>
                  </a:lnTo>
                  <a:lnTo>
                    <a:pt x="10942" y="8177"/>
                  </a:lnTo>
                  <a:lnTo>
                    <a:pt x="10942" y="7933"/>
                  </a:lnTo>
                  <a:lnTo>
                    <a:pt x="10901" y="7689"/>
                  </a:lnTo>
                  <a:lnTo>
                    <a:pt x="10779" y="7444"/>
                  </a:lnTo>
                  <a:lnTo>
                    <a:pt x="10657" y="7241"/>
                  </a:lnTo>
                  <a:lnTo>
                    <a:pt x="10494" y="7038"/>
                  </a:lnTo>
                  <a:lnTo>
                    <a:pt x="10210" y="6794"/>
                  </a:lnTo>
                  <a:lnTo>
                    <a:pt x="11145" y="6468"/>
                  </a:lnTo>
                  <a:lnTo>
                    <a:pt x="11755" y="6224"/>
                  </a:lnTo>
                  <a:lnTo>
                    <a:pt x="12040" y="6061"/>
                  </a:lnTo>
                  <a:lnTo>
                    <a:pt x="12325" y="5858"/>
                  </a:lnTo>
                  <a:lnTo>
                    <a:pt x="12528" y="5695"/>
                  </a:lnTo>
                  <a:lnTo>
                    <a:pt x="12732" y="5451"/>
                  </a:lnTo>
                  <a:lnTo>
                    <a:pt x="12854" y="5248"/>
                  </a:lnTo>
                  <a:lnTo>
                    <a:pt x="12976" y="5004"/>
                  </a:lnTo>
                  <a:lnTo>
                    <a:pt x="13016" y="4719"/>
                  </a:lnTo>
                  <a:lnTo>
                    <a:pt x="13016" y="4475"/>
                  </a:lnTo>
                  <a:lnTo>
                    <a:pt x="12976" y="4190"/>
                  </a:lnTo>
                  <a:lnTo>
                    <a:pt x="12854" y="3906"/>
                  </a:lnTo>
                  <a:lnTo>
                    <a:pt x="12691" y="3621"/>
                  </a:lnTo>
                  <a:lnTo>
                    <a:pt x="12488" y="3418"/>
                  </a:lnTo>
                  <a:lnTo>
                    <a:pt x="12244" y="3214"/>
                  </a:lnTo>
                  <a:lnTo>
                    <a:pt x="12000" y="3051"/>
                  </a:lnTo>
                  <a:lnTo>
                    <a:pt x="11715" y="2929"/>
                  </a:lnTo>
                  <a:lnTo>
                    <a:pt x="11389" y="2889"/>
                  </a:lnTo>
                  <a:lnTo>
                    <a:pt x="11105" y="2848"/>
                  </a:lnTo>
                  <a:lnTo>
                    <a:pt x="10779" y="2848"/>
                  </a:lnTo>
                  <a:lnTo>
                    <a:pt x="10413" y="2889"/>
                  </a:lnTo>
                  <a:lnTo>
                    <a:pt x="10047" y="2970"/>
                  </a:lnTo>
                  <a:lnTo>
                    <a:pt x="9640" y="3051"/>
                  </a:lnTo>
                  <a:lnTo>
                    <a:pt x="9315" y="3214"/>
                  </a:lnTo>
                  <a:lnTo>
                    <a:pt x="8583" y="3540"/>
                  </a:lnTo>
                  <a:lnTo>
                    <a:pt x="7891" y="3865"/>
                  </a:lnTo>
                  <a:lnTo>
                    <a:pt x="7281" y="4190"/>
                  </a:lnTo>
                  <a:lnTo>
                    <a:pt x="7484" y="3214"/>
                  </a:lnTo>
                  <a:lnTo>
                    <a:pt x="7851" y="1587"/>
                  </a:lnTo>
                  <a:lnTo>
                    <a:pt x="7891" y="1343"/>
                  </a:lnTo>
                  <a:lnTo>
                    <a:pt x="7891" y="1058"/>
                  </a:lnTo>
                  <a:lnTo>
                    <a:pt x="7891" y="774"/>
                  </a:lnTo>
                  <a:lnTo>
                    <a:pt x="7810" y="489"/>
                  </a:lnTo>
                  <a:lnTo>
                    <a:pt x="7729" y="367"/>
                  </a:lnTo>
                  <a:lnTo>
                    <a:pt x="7606" y="245"/>
                  </a:lnTo>
                  <a:lnTo>
                    <a:pt x="7525" y="123"/>
                  </a:lnTo>
                  <a:lnTo>
                    <a:pt x="7403" y="82"/>
                  </a:lnTo>
                  <a:lnTo>
                    <a:pt x="7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9"/>
            <p:cNvSpPr/>
            <p:nvPr/>
          </p:nvSpPr>
          <p:spPr>
            <a:xfrm>
              <a:off x="7483444" y="2502279"/>
              <a:ext cx="576776" cy="258992"/>
            </a:xfrm>
            <a:custGeom>
              <a:avLst/>
              <a:gdLst/>
              <a:ahLst/>
              <a:cxnLst/>
              <a:rect l="l" t="t" r="r" b="b"/>
              <a:pathLst>
                <a:path w="9153" h="4110" extrusionOk="0">
                  <a:moveTo>
                    <a:pt x="8868" y="1"/>
                  </a:moveTo>
                  <a:lnTo>
                    <a:pt x="8827" y="41"/>
                  </a:lnTo>
                  <a:lnTo>
                    <a:pt x="8746" y="82"/>
                  </a:lnTo>
                  <a:lnTo>
                    <a:pt x="8746" y="163"/>
                  </a:lnTo>
                  <a:lnTo>
                    <a:pt x="8746" y="2993"/>
                  </a:lnTo>
                  <a:lnTo>
                    <a:pt x="6997" y="1587"/>
                  </a:lnTo>
                  <a:lnTo>
                    <a:pt x="6590" y="1262"/>
                  </a:lnTo>
                  <a:lnTo>
                    <a:pt x="6346" y="1058"/>
                  </a:lnTo>
                  <a:lnTo>
                    <a:pt x="6102" y="896"/>
                  </a:lnTo>
                  <a:lnTo>
                    <a:pt x="5858" y="814"/>
                  </a:lnTo>
                  <a:lnTo>
                    <a:pt x="5614" y="733"/>
                  </a:lnTo>
                  <a:lnTo>
                    <a:pt x="5370" y="733"/>
                  </a:lnTo>
                  <a:lnTo>
                    <a:pt x="5085" y="814"/>
                  </a:lnTo>
                  <a:lnTo>
                    <a:pt x="4841" y="936"/>
                  </a:lnTo>
                  <a:lnTo>
                    <a:pt x="4597" y="1099"/>
                  </a:lnTo>
                  <a:lnTo>
                    <a:pt x="4190" y="1465"/>
                  </a:lnTo>
                  <a:lnTo>
                    <a:pt x="3173" y="2319"/>
                  </a:lnTo>
                  <a:lnTo>
                    <a:pt x="2156" y="3174"/>
                  </a:lnTo>
                  <a:lnTo>
                    <a:pt x="1953" y="3336"/>
                  </a:lnTo>
                  <a:lnTo>
                    <a:pt x="1668" y="3580"/>
                  </a:lnTo>
                  <a:lnTo>
                    <a:pt x="1546" y="3662"/>
                  </a:lnTo>
                  <a:lnTo>
                    <a:pt x="1384" y="3702"/>
                  </a:lnTo>
                  <a:lnTo>
                    <a:pt x="1221" y="3702"/>
                  </a:lnTo>
                  <a:lnTo>
                    <a:pt x="1099" y="3662"/>
                  </a:lnTo>
                  <a:lnTo>
                    <a:pt x="1017" y="3540"/>
                  </a:lnTo>
                  <a:lnTo>
                    <a:pt x="977" y="3418"/>
                  </a:lnTo>
                  <a:lnTo>
                    <a:pt x="895" y="3133"/>
                  </a:lnTo>
                  <a:lnTo>
                    <a:pt x="733" y="2441"/>
                  </a:lnTo>
                  <a:lnTo>
                    <a:pt x="367" y="936"/>
                  </a:lnTo>
                  <a:lnTo>
                    <a:pt x="326" y="855"/>
                  </a:lnTo>
                  <a:lnTo>
                    <a:pt x="245" y="814"/>
                  </a:lnTo>
                  <a:lnTo>
                    <a:pt x="123" y="814"/>
                  </a:lnTo>
                  <a:lnTo>
                    <a:pt x="82" y="855"/>
                  </a:lnTo>
                  <a:lnTo>
                    <a:pt x="1" y="896"/>
                  </a:lnTo>
                  <a:lnTo>
                    <a:pt x="1" y="936"/>
                  </a:lnTo>
                  <a:lnTo>
                    <a:pt x="1" y="1018"/>
                  </a:lnTo>
                  <a:lnTo>
                    <a:pt x="326" y="2360"/>
                  </a:lnTo>
                  <a:lnTo>
                    <a:pt x="489" y="2970"/>
                  </a:lnTo>
                  <a:lnTo>
                    <a:pt x="651" y="3580"/>
                  </a:lnTo>
                  <a:lnTo>
                    <a:pt x="733" y="3784"/>
                  </a:lnTo>
                  <a:lnTo>
                    <a:pt x="895" y="3946"/>
                  </a:lnTo>
                  <a:lnTo>
                    <a:pt x="1058" y="4068"/>
                  </a:lnTo>
                  <a:lnTo>
                    <a:pt x="1262" y="4109"/>
                  </a:lnTo>
                  <a:lnTo>
                    <a:pt x="1506" y="4068"/>
                  </a:lnTo>
                  <a:lnTo>
                    <a:pt x="1750" y="3946"/>
                  </a:lnTo>
                  <a:lnTo>
                    <a:pt x="1953" y="3824"/>
                  </a:lnTo>
                  <a:lnTo>
                    <a:pt x="2156" y="3662"/>
                  </a:lnTo>
                  <a:lnTo>
                    <a:pt x="4231" y="1913"/>
                  </a:lnTo>
                  <a:lnTo>
                    <a:pt x="4719" y="1465"/>
                  </a:lnTo>
                  <a:lnTo>
                    <a:pt x="4963" y="1262"/>
                  </a:lnTo>
                  <a:lnTo>
                    <a:pt x="5248" y="1140"/>
                  </a:lnTo>
                  <a:lnTo>
                    <a:pt x="5411" y="1099"/>
                  </a:lnTo>
                  <a:lnTo>
                    <a:pt x="5573" y="1099"/>
                  </a:lnTo>
                  <a:lnTo>
                    <a:pt x="5736" y="1140"/>
                  </a:lnTo>
                  <a:lnTo>
                    <a:pt x="5858" y="1180"/>
                  </a:lnTo>
                  <a:lnTo>
                    <a:pt x="6143" y="1384"/>
                  </a:lnTo>
                  <a:lnTo>
                    <a:pt x="6387" y="1587"/>
                  </a:lnTo>
                  <a:lnTo>
                    <a:pt x="8827" y="3499"/>
                  </a:lnTo>
                  <a:lnTo>
                    <a:pt x="8909" y="3540"/>
                  </a:lnTo>
                  <a:lnTo>
                    <a:pt x="9031" y="3540"/>
                  </a:lnTo>
                  <a:lnTo>
                    <a:pt x="9112" y="3458"/>
                  </a:lnTo>
                  <a:lnTo>
                    <a:pt x="9153" y="3377"/>
                  </a:lnTo>
                  <a:lnTo>
                    <a:pt x="9112" y="163"/>
                  </a:lnTo>
                  <a:lnTo>
                    <a:pt x="9112" y="82"/>
                  </a:lnTo>
                  <a:lnTo>
                    <a:pt x="9071" y="41"/>
                  </a:lnTo>
                  <a:lnTo>
                    <a:pt x="89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9"/>
            <p:cNvSpPr/>
            <p:nvPr/>
          </p:nvSpPr>
          <p:spPr>
            <a:xfrm>
              <a:off x="7819250" y="2550989"/>
              <a:ext cx="138444" cy="661405"/>
            </a:xfrm>
            <a:custGeom>
              <a:avLst/>
              <a:gdLst/>
              <a:ahLst/>
              <a:cxnLst/>
              <a:rect l="l" t="t" r="r" b="b"/>
              <a:pathLst>
                <a:path w="2197" h="10496" extrusionOk="0">
                  <a:moveTo>
                    <a:pt x="122" y="1"/>
                  </a:moveTo>
                  <a:lnTo>
                    <a:pt x="41" y="41"/>
                  </a:lnTo>
                  <a:lnTo>
                    <a:pt x="0" y="82"/>
                  </a:lnTo>
                  <a:lnTo>
                    <a:pt x="0" y="163"/>
                  </a:lnTo>
                  <a:lnTo>
                    <a:pt x="0" y="245"/>
                  </a:lnTo>
                  <a:lnTo>
                    <a:pt x="407" y="1465"/>
                  </a:lnTo>
                  <a:lnTo>
                    <a:pt x="773" y="2685"/>
                  </a:lnTo>
                  <a:lnTo>
                    <a:pt x="1058" y="3946"/>
                  </a:lnTo>
                  <a:lnTo>
                    <a:pt x="1342" y="5207"/>
                  </a:lnTo>
                  <a:lnTo>
                    <a:pt x="1546" y="6468"/>
                  </a:lnTo>
                  <a:lnTo>
                    <a:pt x="1668" y="7770"/>
                  </a:lnTo>
                  <a:lnTo>
                    <a:pt x="1790" y="9031"/>
                  </a:lnTo>
                  <a:lnTo>
                    <a:pt x="1831" y="10332"/>
                  </a:lnTo>
                  <a:lnTo>
                    <a:pt x="1831" y="10414"/>
                  </a:lnTo>
                  <a:lnTo>
                    <a:pt x="1871" y="10454"/>
                  </a:lnTo>
                  <a:lnTo>
                    <a:pt x="1912" y="10495"/>
                  </a:lnTo>
                  <a:lnTo>
                    <a:pt x="2075" y="10495"/>
                  </a:lnTo>
                  <a:lnTo>
                    <a:pt x="2115" y="10454"/>
                  </a:lnTo>
                  <a:lnTo>
                    <a:pt x="2156" y="10414"/>
                  </a:lnTo>
                  <a:lnTo>
                    <a:pt x="2197" y="10332"/>
                  </a:lnTo>
                  <a:lnTo>
                    <a:pt x="2156" y="9031"/>
                  </a:lnTo>
                  <a:lnTo>
                    <a:pt x="2034" y="7729"/>
                  </a:lnTo>
                  <a:lnTo>
                    <a:pt x="1912" y="6427"/>
                  </a:lnTo>
                  <a:lnTo>
                    <a:pt x="1709" y="5167"/>
                  </a:lnTo>
                  <a:lnTo>
                    <a:pt x="1424" y="3865"/>
                  </a:lnTo>
                  <a:lnTo>
                    <a:pt x="1139" y="2604"/>
                  </a:lnTo>
                  <a:lnTo>
                    <a:pt x="773" y="1384"/>
                  </a:lnTo>
                  <a:lnTo>
                    <a:pt x="366" y="123"/>
                  </a:lnTo>
                  <a:lnTo>
                    <a:pt x="326" y="82"/>
                  </a:lnTo>
                  <a:lnTo>
                    <a:pt x="244" y="41"/>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9"/>
            <p:cNvSpPr/>
            <p:nvPr/>
          </p:nvSpPr>
          <p:spPr>
            <a:xfrm>
              <a:off x="8588223" y="2120408"/>
              <a:ext cx="430645" cy="586985"/>
            </a:xfrm>
            <a:custGeom>
              <a:avLst/>
              <a:gdLst/>
              <a:ahLst/>
              <a:cxnLst/>
              <a:rect l="l" t="t" r="r" b="b"/>
              <a:pathLst>
                <a:path w="6834" h="9315" extrusionOk="0">
                  <a:moveTo>
                    <a:pt x="1871" y="0"/>
                  </a:moveTo>
                  <a:lnTo>
                    <a:pt x="1749" y="81"/>
                  </a:lnTo>
                  <a:lnTo>
                    <a:pt x="1668" y="244"/>
                  </a:lnTo>
                  <a:lnTo>
                    <a:pt x="1586" y="366"/>
                  </a:lnTo>
                  <a:lnTo>
                    <a:pt x="1546" y="529"/>
                  </a:lnTo>
                  <a:lnTo>
                    <a:pt x="1424" y="1383"/>
                  </a:lnTo>
                  <a:lnTo>
                    <a:pt x="1383" y="2278"/>
                  </a:lnTo>
                  <a:lnTo>
                    <a:pt x="1424" y="3132"/>
                  </a:lnTo>
                  <a:lnTo>
                    <a:pt x="1546" y="3986"/>
                  </a:lnTo>
                  <a:lnTo>
                    <a:pt x="1098" y="1790"/>
                  </a:lnTo>
                  <a:lnTo>
                    <a:pt x="1058" y="1383"/>
                  </a:lnTo>
                  <a:lnTo>
                    <a:pt x="976" y="854"/>
                  </a:lnTo>
                  <a:lnTo>
                    <a:pt x="895" y="570"/>
                  </a:lnTo>
                  <a:lnTo>
                    <a:pt x="773" y="366"/>
                  </a:lnTo>
                  <a:lnTo>
                    <a:pt x="610" y="244"/>
                  </a:lnTo>
                  <a:lnTo>
                    <a:pt x="529" y="203"/>
                  </a:lnTo>
                  <a:lnTo>
                    <a:pt x="407" y="203"/>
                  </a:lnTo>
                  <a:lnTo>
                    <a:pt x="285" y="244"/>
                  </a:lnTo>
                  <a:lnTo>
                    <a:pt x="163" y="325"/>
                  </a:lnTo>
                  <a:lnTo>
                    <a:pt x="81" y="407"/>
                  </a:lnTo>
                  <a:lnTo>
                    <a:pt x="41" y="529"/>
                  </a:lnTo>
                  <a:lnTo>
                    <a:pt x="0" y="814"/>
                  </a:lnTo>
                  <a:lnTo>
                    <a:pt x="0" y="1098"/>
                  </a:lnTo>
                  <a:lnTo>
                    <a:pt x="122" y="3132"/>
                  </a:lnTo>
                  <a:lnTo>
                    <a:pt x="203" y="4149"/>
                  </a:lnTo>
                  <a:lnTo>
                    <a:pt x="366" y="5125"/>
                  </a:lnTo>
                  <a:lnTo>
                    <a:pt x="569" y="6183"/>
                  </a:lnTo>
                  <a:lnTo>
                    <a:pt x="773" y="7200"/>
                  </a:lnTo>
                  <a:lnTo>
                    <a:pt x="1261" y="9234"/>
                  </a:lnTo>
                  <a:lnTo>
                    <a:pt x="1383" y="9274"/>
                  </a:lnTo>
                  <a:lnTo>
                    <a:pt x="1668" y="9315"/>
                  </a:lnTo>
                  <a:lnTo>
                    <a:pt x="4759" y="9315"/>
                  </a:lnTo>
                  <a:lnTo>
                    <a:pt x="5491" y="9193"/>
                  </a:lnTo>
                  <a:lnTo>
                    <a:pt x="6183" y="8989"/>
                  </a:lnTo>
                  <a:lnTo>
                    <a:pt x="6834" y="8705"/>
                  </a:lnTo>
                  <a:lnTo>
                    <a:pt x="6793" y="7688"/>
                  </a:lnTo>
                  <a:lnTo>
                    <a:pt x="6752" y="6630"/>
                  </a:lnTo>
                  <a:lnTo>
                    <a:pt x="6630" y="5573"/>
                  </a:lnTo>
                  <a:lnTo>
                    <a:pt x="6468" y="4556"/>
                  </a:lnTo>
                  <a:lnTo>
                    <a:pt x="6264" y="3498"/>
                  </a:lnTo>
                  <a:lnTo>
                    <a:pt x="5979" y="2481"/>
                  </a:lnTo>
                  <a:lnTo>
                    <a:pt x="5695" y="1505"/>
                  </a:lnTo>
                  <a:lnTo>
                    <a:pt x="5369" y="488"/>
                  </a:lnTo>
                  <a:lnTo>
                    <a:pt x="5288" y="366"/>
                  </a:lnTo>
                  <a:lnTo>
                    <a:pt x="5207" y="244"/>
                  </a:lnTo>
                  <a:lnTo>
                    <a:pt x="5125" y="163"/>
                  </a:lnTo>
                  <a:lnTo>
                    <a:pt x="5003" y="163"/>
                  </a:lnTo>
                  <a:lnTo>
                    <a:pt x="4881" y="203"/>
                  </a:lnTo>
                  <a:lnTo>
                    <a:pt x="4840" y="285"/>
                  </a:lnTo>
                  <a:lnTo>
                    <a:pt x="4759" y="488"/>
                  </a:lnTo>
                  <a:lnTo>
                    <a:pt x="4637" y="1342"/>
                  </a:lnTo>
                  <a:lnTo>
                    <a:pt x="4515" y="2156"/>
                  </a:lnTo>
                  <a:lnTo>
                    <a:pt x="4474" y="3010"/>
                  </a:lnTo>
                  <a:lnTo>
                    <a:pt x="4515" y="3824"/>
                  </a:lnTo>
                  <a:lnTo>
                    <a:pt x="4515" y="3824"/>
                  </a:lnTo>
                  <a:lnTo>
                    <a:pt x="4149" y="854"/>
                  </a:lnTo>
                  <a:lnTo>
                    <a:pt x="4108" y="651"/>
                  </a:lnTo>
                  <a:lnTo>
                    <a:pt x="4027" y="447"/>
                  </a:lnTo>
                  <a:lnTo>
                    <a:pt x="3946" y="366"/>
                  </a:lnTo>
                  <a:lnTo>
                    <a:pt x="3864" y="285"/>
                  </a:lnTo>
                  <a:lnTo>
                    <a:pt x="3742" y="244"/>
                  </a:lnTo>
                  <a:lnTo>
                    <a:pt x="3620" y="285"/>
                  </a:lnTo>
                  <a:lnTo>
                    <a:pt x="3539" y="325"/>
                  </a:lnTo>
                  <a:lnTo>
                    <a:pt x="3498" y="407"/>
                  </a:lnTo>
                  <a:lnTo>
                    <a:pt x="3376" y="610"/>
                  </a:lnTo>
                  <a:lnTo>
                    <a:pt x="3254" y="1017"/>
                  </a:lnTo>
                  <a:lnTo>
                    <a:pt x="3132" y="1464"/>
                  </a:lnTo>
                  <a:lnTo>
                    <a:pt x="3051" y="1912"/>
                  </a:lnTo>
                  <a:lnTo>
                    <a:pt x="3010" y="2359"/>
                  </a:lnTo>
                  <a:lnTo>
                    <a:pt x="2969" y="2807"/>
                  </a:lnTo>
                  <a:lnTo>
                    <a:pt x="2969" y="3254"/>
                  </a:lnTo>
                  <a:lnTo>
                    <a:pt x="2969" y="3702"/>
                  </a:lnTo>
                  <a:lnTo>
                    <a:pt x="3010" y="4149"/>
                  </a:lnTo>
                  <a:lnTo>
                    <a:pt x="2522" y="773"/>
                  </a:lnTo>
                  <a:lnTo>
                    <a:pt x="2481" y="488"/>
                  </a:lnTo>
                  <a:lnTo>
                    <a:pt x="2441" y="325"/>
                  </a:lnTo>
                  <a:lnTo>
                    <a:pt x="2359" y="203"/>
                  </a:lnTo>
                  <a:lnTo>
                    <a:pt x="2278" y="122"/>
                  </a:lnTo>
                  <a:lnTo>
                    <a:pt x="2156" y="41"/>
                  </a:lnTo>
                  <a:lnTo>
                    <a:pt x="2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9"/>
            <p:cNvSpPr/>
            <p:nvPr/>
          </p:nvSpPr>
          <p:spPr>
            <a:xfrm>
              <a:off x="8575367" y="2107553"/>
              <a:ext cx="456292" cy="612695"/>
            </a:xfrm>
            <a:custGeom>
              <a:avLst/>
              <a:gdLst/>
              <a:ahLst/>
              <a:cxnLst/>
              <a:rect l="l" t="t" r="r" b="b"/>
              <a:pathLst>
                <a:path w="7241" h="9723" extrusionOk="0">
                  <a:moveTo>
                    <a:pt x="2238" y="407"/>
                  </a:moveTo>
                  <a:lnTo>
                    <a:pt x="2360" y="448"/>
                  </a:lnTo>
                  <a:lnTo>
                    <a:pt x="2441" y="529"/>
                  </a:lnTo>
                  <a:lnTo>
                    <a:pt x="2523" y="774"/>
                  </a:lnTo>
                  <a:lnTo>
                    <a:pt x="2563" y="1018"/>
                  </a:lnTo>
                  <a:lnTo>
                    <a:pt x="2563" y="1221"/>
                  </a:lnTo>
                  <a:lnTo>
                    <a:pt x="2726" y="2279"/>
                  </a:lnTo>
                  <a:lnTo>
                    <a:pt x="3051" y="4394"/>
                  </a:lnTo>
                  <a:lnTo>
                    <a:pt x="3051" y="4434"/>
                  </a:lnTo>
                  <a:lnTo>
                    <a:pt x="3133" y="4516"/>
                  </a:lnTo>
                  <a:lnTo>
                    <a:pt x="3255" y="4516"/>
                  </a:lnTo>
                  <a:lnTo>
                    <a:pt x="3377" y="4475"/>
                  </a:lnTo>
                  <a:lnTo>
                    <a:pt x="3377" y="4394"/>
                  </a:lnTo>
                  <a:lnTo>
                    <a:pt x="3417" y="4353"/>
                  </a:lnTo>
                  <a:lnTo>
                    <a:pt x="3410" y="4273"/>
                  </a:lnTo>
                  <a:lnTo>
                    <a:pt x="3410" y="4273"/>
                  </a:lnTo>
                  <a:lnTo>
                    <a:pt x="3417" y="4272"/>
                  </a:lnTo>
                  <a:lnTo>
                    <a:pt x="3399" y="4154"/>
                  </a:lnTo>
                  <a:lnTo>
                    <a:pt x="3336" y="3458"/>
                  </a:lnTo>
                  <a:lnTo>
                    <a:pt x="3336" y="3011"/>
                  </a:lnTo>
                  <a:lnTo>
                    <a:pt x="3377" y="2563"/>
                  </a:lnTo>
                  <a:lnTo>
                    <a:pt x="3417" y="2116"/>
                  </a:lnTo>
                  <a:lnTo>
                    <a:pt x="3499" y="1668"/>
                  </a:lnTo>
                  <a:lnTo>
                    <a:pt x="3621" y="1221"/>
                  </a:lnTo>
                  <a:lnTo>
                    <a:pt x="3784" y="814"/>
                  </a:lnTo>
                  <a:lnTo>
                    <a:pt x="3824" y="733"/>
                  </a:lnTo>
                  <a:lnTo>
                    <a:pt x="3906" y="651"/>
                  </a:lnTo>
                  <a:lnTo>
                    <a:pt x="3987" y="692"/>
                  </a:lnTo>
                  <a:lnTo>
                    <a:pt x="4068" y="774"/>
                  </a:lnTo>
                  <a:lnTo>
                    <a:pt x="4150" y="977"/>
                  </a:lnTo>
                  <a:lnTo>
                    <a:pt x="4190" y="1221"/>
                  </a:lnTo>
                  <a:lnTo>
                    <a:pt x="4312" y="2157"/>
                  </a:lnTo>
                  <a:lnTo>
                    <a:pt x="4516" y="4028"/>
                  </a:lnTo>
                  <a:lnTo>
                    <a:pt x="4556" y="4109"/>
                  </a:lnTo>
                  <a:lnTo>
                    <a:pt x="4597" y="4150"/>
                  </a:lnTo>
                  <a:lnTo>
                    <a:pt x="4719" y="4231"/>
                  </a:lnTo>
                  <a:lnTo>
                    <a:pt x="4800" y="4190"/>
                  </a:lnTo>
                  <a:lnTo>
                    <a:pt x="4841" y="4150"/>
                  </a:lnTo>
                  <a:lnTo>
                    <a:pt x="4882" y="4109"/>
                  </a:lnTo>
                  <a:lnTo>
                    <a:pt x="4882" y="4028"/>
                  </a:lnTo>
                  <a:lnTo>
                    <a:pt x="4882" y="3417"/>
                  </a:lnTo>
                  <a:lnTo>
                    <a:pt x="4882" y="2807"/>
                  </a:lnTo>
                  <a:lnTo>
                    <a:pt x="4922" y="2197"/>
                  </a:lnTo>
                  <a:lnTo>
                    <a:pt x="5004" y="1587"/>
                  </a:lnTo>
                  <a:lnTo>
                    <a:pt x="5085" y="1018"/>
                  </a:lnTo>
                  <a:lnTo>
                    <a:pt x="5166" y="692"/>
                  </a:lnTo>
                  <a:lnTo>
                    <a:pt x="5207" y="611"/>
                  </a:lnTo>
                  <a:lnTo>
                    <a:pt x="5248" y="570"/>
                  </a:lnTo>
                  <a:lnTo>
                    <a:pt x="5329" y="651"/>
                  </a:lnTo>
                  <a:lnTo>
                    <a:pt x="5411" y="774"/>
                  </a:lnTo>
                  <a:lnTo>
                    <a:pt x="5492" y="1018"/>
                  </a:lnTo>
                  <a:lnTo>
                    <a:pt x="5695" y="1628"/>
                  </a:lnTo>
                  <a:lnTo>
                    <a:pt x="6021" y="2767"/>
                  </a:lnTo>
                  <a:lnTo>
                    <a:pt x="6305" y="3906"/>
                  </a:lnTo>
                  <a:lnTo>
                    <a:pt x="6549" y="5085"/>
                  </a:lnTo>
                  <a:lnTo>
                    <a:pt x="6712" y="6265"/>
                  </a:lnTo>
                  <a:lnTo>
                    <a:pt x="6834" y="7566"/>
                  </a:lnTo>
                  <a:lnTo>
                    <a:pt x="6834" y="8830"/>
                  </a:lnTo>
                  <a:lnTo>
                    <a:pt x="6834" y="8830"/>
                  </a:lnTo>
                  <a:lnTo>
                    <a:pt x="6387" y="8990"/>
                  </a:lnTo>
                  <a:lnTo>
                    <a:pt x="5817" y="9153"/>
                  </a:lnTo>
                  <a:lnTo>
                    <a:pt x="5248" y="9275"/>
                  </a:lnTo>
                  <a:lnTo>
                    <a:pt x="4678" y="9356"/>
                  </a:lnTo>
                  <a:lnTo>
                    <a:pt x="2360" y="9356"/>
                  </a:lnTo>
                  <a:lnTo>
                    <a:pt x="1790" y="9315"/>
                  </a:lnTo>
                  <a:lnTo>
                    <a:pt x="1668" y="9315"/>
                  </a:lnTo>
                  <a:lnTo>
                    <a:pt x="1628" y="9302"/>
                  </a:lnTo>
                  <a:lnTo>
                    <a:pt x="1628" y="9275"/>
                  </a:lnTo>
                  <a:lnTo>
                    <a:pt x="1587" y="9112"/>
                  </a:lnTo>
                  <a:lnTo>
                    <a:pt x="1506" y="8827"/>
                  </a:lnTo>
                  <a:lnTo>
                    <a:pt x="1384" y="8217"/>
                  </a:lnTo>
                  <a:lnTo>
                    <a:pt x="1099" y="7038"/>
                  </a:lnTo>
                  <a:lnTo>
                    <a:pt x="855" y="5858"/>
                  </a:lnTo>
                  <a:lnTo>
                    <a:pt x="733" y="5248"/>
                  </a:lnTo>
                  <a:lnTo>
                    <a:pt x="651" y="4638"/>
                  </a:lnTo>
                  <a:lnTo>
                    <a:pt x="529" y="3458"/>
                  </a:lnTo>
                  <a:lnTo>
                    <a:pt x="448" y="2279"/>
                  </a:lnTo>
                  <a:lnTo>
                    <a:pt x="407" y="1668"/>
                  </a:lnTo>
                  <a:lnTo>
                    <a:pt x="367" y="1099"/>
                  </a:lnTo>
                  <a:lnTo>
                    <a:pt x="407" y="936"/>
                  </a:lnTo>
                  <a:lnTo>
                    <a:pt x="489" y="733"/>
                  </a:lnTo>
                  <a:lnTo>
                    <a:pt x="529" y="651"/>
                  </a:lnTo>
                  <a:lnTo>
                    <a:pt x="611" y="570"/>
                  </a:lnTo>
                  <a:lnTo>
                    <a:pt x="692" y="570"/>
                  </a:lnTo>
                  <a:lnTo>
                    <a:pt x="773" y="611"/>
                  </a:lnTo>
                  <a:lnTo>
                    <a:pt x="855" y="733"/>
                  </a:lnTo>
                  <a:lnTo>
                    <a:pt x="936" y="896"/>
                  </a:lnTo>
                  <a:lnTo>
                    <a:pt x="1018" y="1221"/>
                  </a:lnTo>
                  <a:lnTo>
                    <a:pt x="1099" y="1872"/>
                  </a:lnTo>
                  <a:lnTo>
                    <a:pt x="1180" y="2441"/>
                  </a:lnTo>
                  <a:lnTo>
                    <a:pt x="1302" y="3051"/>
                  </a:lnTo>
                  <a:lnTo>
                    <a:pt x="1546" y="4231"/>
                  </a:lnTo>
                  <a:lnTo>
                    <a:pt x="1587" y="4312"/>
                  </a:lnTo>
                  <a:lnTo>
                    <a:pt x="1628" y="4353"/>
                  </a:lnTo>
                  <a:lnTo>
                    <a:pt x="1709" y="4394"/>
                  </a:lnTo>
                  <a:lnTo>
                    <a:pt x="1790" y="4353"/>
                  </a:lnTo>
                  <a:lnTo>
                    <a:pt x="1872" y="4312"/>
                  </a:lnTo>
                  <a:lnTo>
                    <a:pt x="1912" y="4231"/>
                  </a:lnTo>
                  <a:lnTo>
                    <a:pt x="1912" y="4150"/>
                  </a:lnTo>
                  <a:lnTo>
                    <a:pt x="1831" y="3621"/>
                  </a:lnTo>
                  <a:lnTo>
                    <a:pt x="1790" y="3133"/>
                  </a:lnTo>
                  <a:lnTo>
                    <a:pt x="1750" y="2604"/>
                  </a:lnTo>
                  <a:lnTo>
                    <a:pt x="1790" y="2075"/>
                  </a:lnTo>
                  <a:lnTo>
                    <a:pt x="1790" y="1709"/>
                  </a:lnTo>
                  <a:lnTo>
                    <a:pt x="1872" y="1099"/>
                  </a:lnTo>
                  <a:lnTo>
                    <a:pt x="1912" y="814"/>
                  </a:lnTo>
                  <a:lnTo>
                    <a:pt x="1994" y="570"/>
                  </a:lnTo>
                  <a:lnTo>
                    <a:pt x="2116" y="448"/>
                  </a:lnTo>
                  <a:lnTo>
                    <a:pt x="2197" y="407"/>
                  </a:lnTo>
                  <a:close/>
                  <a:moveTo>
                    <a:pt x="2278" y="1"/>
                  </a:moveTo>
                  <a:lnTo>
                    <a:pt x="2116" y="41"/>
                  </a:lnTo>
                  <a:lnTo>
                    <a:pt x="1912" y="82"/>
                  </a:lnTo>
                  <a:lnTo>
                    <a:pt x="1790" y="204"/>
                  </a:lnTo>
                  <a:lnTo>
                    <a:pt x="1668" y="407"/>
                  </a:lnTo>
                  <a:lnTo>
                    <a:pt x="1587" y="570"/>
                  </a:lnTo>
                  <a:lnTo>
                    <a:pt x="1506" y="1140"/>
                  </a:lnTo>
                  <a:lnTo>
                    <a:pt x="1441" y="1590"/>
                  </a:lnTo>
                  <a:lnTo>
                    <a:pt x="1384" y="1099"/>
                  </a:lnTo>
                  <a:lnTo>
                    <a:pt x="1262" y="774"/>
                  </a:lnTo>
                  <a:lnTo>
                    <a:pt x="1140" y="489"/>
                  </a:lnTo>
                  <a:lnTo>
                    <a:pt x="977" y="326"/>
                  </a:lnTo>
                  <a:lnTo>
                    <a:pt x="814" y="245"/>
                  </a:lnTo>
                  <a:lnTo>
                    <a:pt x="651" y="204"/>
                  </a:lnTo>
                  <a:lnTo>
                    <a:pt x="489" y="245"/>
                  </a:lnTo>
                  <a:lnTo>
                    <a:pt x="326" y="326"/>
                  </a:lnTo>
                  <a:lnTo>
                    <a:pt x="204" y="448"/>
                  </a:lnTo>
                  <a:lnTo>
                    <a:pt x="123" y="611"/>
                  </a:lnTo>
                  <a:lnTo>
                    <a:pt x="41" y="774"/>
                  </a:lnTo>
                  <a:lnTo>
                    <a:pt x="1" y="1099"/>
                  </a:lnTo>
                  <a:lnTo>
                    <a:pt x="1" y="1424"/>
                  </a:lnTo>
                  <a:lnTo>
                    <a:pt x="82" y="2034"/>
                  </a:lnTo>
                  <a:lnTo>
                    <a:pt x="163" y="3417"/>
                  </a:lnTo>
                  <a:lnTo>
                    <a:pt x="285" y="4760"/>
                  </a:lnTo>
                  <a:lnTo>
                    <a:pt x="367" y="5411"/>
                  </a:lnTo>
                  <a:lnTo>
                    <a:pt x="489" y="6061"/>
                  </a:lnTo>
                  <a:lnTo>
                    <a:pt x="814" y="7404"/>
                  </a:lnTo>
                  <a:lnTo>
                    <a:pt x="1140" y="8746"/>
                  </a:lnTo>
                  <a:lnTo>
                    <a:pt x="1262" y="9438"/>
                  </a:lnTo>
                  <a:lnTo>
                    <a:pt x="1302" y="9560"/>
                  </a:lnTo>
                  <a:lnTo>
                    <a:pt x="1424" y="9641"/>
                  </a:lnTo>
                  <a:lnTo>
                    <a:pt x="1587" y="9682"/>
                  </a:lnTo>
                  <a:lnTo>
                    <a:pt x="1750" y="9682"/>
                  </a:lnTo>
                  <a:lnTo>
                    <a:pt x="2441" y="9722"/>
                  </a:lnTo>
                  <a:lnTo>
                    <a:pt x="4353" y="9722"/>
                  </a:lnTo>
                  <a:lnTo>
                    <a:pt x="5044" y="9682"/>
                  </a:lnTo>
                  <a:lnTo>
                    <a:pt x="5777" y="9560"/>
                  </a:lnTo>
                  <a:lnTo>
                    <a:pt x="6468" y="9356"/>
                  </a:lnTo>
                  <a:lnTo>
                    <a:pt x="7026" y="9112"/>
                  </a:lnTo>
                  <a:lnTo>
                    <a:pt x="7119" y="9112"/>
                  </a:lnTo>
                  <a:lnTo>
                    <a:pt x="7160" y="9071"/>
                  </a:lnTo>
                  <a:lnTo>
                    <a:pt x="7173" y="9044"/>
                  </a:lnTo>
                  <a:lnTo>
                    <a:pt x="7173" y="9044"/>
                  </a:lnTo>
                  <a:lnTo>
                    <a:pt x="7200" y="9031"/>
                  </a:lnTo>
                  <a:lnTo>
                    <a:pt x="7241" y="8990"/>
                  </a:lnTo>
                  <a:lnTo>
                    <a:pt x="7241" y="8909"/>
                  </a:lnTo>
                  <a:lnTo>
                    <a:pt x="7200" y="7566"/>
                  </a:lnTo>
                  <a:lnTo>
                    <a:pt x="7078" y="6183"/>
                  </a:lnTo>
                  <a:lnTo>
                    <a:pt x="6875" y="4841"/>
                  </a:lnTo>
                  <a:lnTo>
                    <a:pt x="6590" y="3499"/>
                  </a:lnTo>
                  <a:lnTo>
                    <a:pt x="6265" y="2197"/>
                  </a:lnTo>
                  <a:lnTo>
                    <a:pt x="5817" y="896"/>
                  </a:lnTo>
                  <a:lnTo>
                    <a:pt x="5736" y="692"/>
                  </a:lnTo>
                  <a:lnTo>
                    <a:pt x="5614" y="448"/>
                  </a:lnTo>
                  <a:lnTo>
                    <a:pt x="5573" y="326"/>
                  </a:lnTo>
                  <a:lnTo>
                    <a:pt x="5492" y="245"/>
                  </a:lnTo>
                  <a:lnTo>
                    <a:pt x="5370" y="204"/>
                  </a:lnTo>
                  <a:lnTo>
                    <a:pt x="5126" y="204"/>
                  </a:lnTo>
                  <a:lnTo>
                    <a:pt x="5004" y="245"/>
                  </a:lnTo>
                  <a:lnTo>
                    <a:pt x="4922" y="326"/>
                  </a:lnTo>
                  <a:lnTo>
                    <a:pt x="4882" y="448"/>
                  </a:lnTo>
                  <a:lnTo>
                    <a:pt x="4800" y="692"/>
                  </a:lnTo>
                  <a:lnTo>
                    <a:pt x="4760" y="896"/>
                  </a:lnTo>
                  <a:lnTo>
                    <a:pt x="4638" y="1668"/>
                  </a:lnTo>
                  <a:lnTo>
                    <a:pt x="4621" y="1832"/>
                  </a:lnTo>
                  <a:lnTo>
                    <a:pt x="4597" y="1628"/>
                  </a:lnTo>
                  <a:lnTo>
                    <a:pt x="4556" y="1099"/>
                  </a:lnTo>
                  <a:lnTo>
                    <a:pt x="4516" y="855"/>
                  </a:lnTo>
                  <a:lnTo>
                    <a:pt x="4434" y="611"/>
                  </a:lnTo>
                  <a:lnTo>
                    <a:pt x="4312" y="448"/>
                  </a:lnTo>
                  <a:lnTo>
                    <a:pt x="4150" y="326"/>
                  </a:lnTo>
                  <a:lnTo>
                    <a:pt x="3987" y="285"/>
                  </a:lnTo>
                  <a:lnTo>
                    <a:pt x="3784" y="326"/>
                  </a:lnTo>
                  <a:lnTo>
                    <a:pt x="3661" y="367"/>
                  </a:lnTo>
                  <a:lnTo>
                    <a:pt x="3580" y="407"/>
                  </a:lnTo>
                  <a:lnTo>
                    <a:pt x="3458" y="611"/>
                  </a:lnTo>
                  <a:lnTo>
                    <a:pt x="3377" y="814"/>
                  </a:lnTo>
                  <a:lnTo>
                    <a:pt x="3336" y="1018"/>
                  </a:lnTo>
                  <a:lnTo>
                    <a:pt x="3173" y="1546"/>
                  </a:lnTo>
                  <a:lnTo>
                    <a:pt x="3092" y="2075"/>
                  </a:lnTo>
                  <a:lnTo>
                    <a:pt x="3086" y="2117"/>
                  </a:lnTo>
                  <a:lnTo>
                    <a:pt x="3011" y="1628"/>
                  </a:lnTo>
                  <a:lnTo>
                    <a:pt x="2970" y="1140"/>
                  </a:lnTo>
                  <a:lnTo>
                    <a:pt x="2889" y="896"/>
                  </a:lnTo>
                  <a:lnTo>
                    <a:pt x="2848" y="611"/>
                  </a:lnTo>
                  <a:lnTo>
                    <a:pt x="2726" y="367"/>
                  </a:lnTo>
                  <a:lnTo>
                    <a:pt x="2604" y="163"/>
                  </a:lnTo>
                  <a:lnTo>
                    <a:pt x="2482" y="82"/>
                  </a:lnTo>
                  <a:lnTo>
                    <a:pt x="2401" y="41"/>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9"/>
            <p:cNvSpPr/>
            <p:nvPr/>
          </p:nvSpPr>
          <p:spPr>
            <a:xfrm>
              <a:off x="9036763" y="3171309"/>
              <a:ext cx="2647" cy="63"/>
            </a:xfrm>
            <a:custGeom>
              <a:avLst/>
              <a:gdLst/>
              <a:ahLst/>
              <a:cxnLst/>
              <a:rect l="l" t="t" r="r" b="b"/>
              <a:pathLst>
                <a:path w="42" h="1" extrusionOk="0">
                  <a:moveTo>
                    <a:pt x="0" y="0"/>
                  </a:moveTo>
                  <a:lnTo>
                    <a:pt x="0" y="0"/>
                  </a:lnTo>
                  <a:lnTo>
                    <a:pt x="41" y="0"/>
                  </a:lnTo>
                  <a:lnTo>
                    <a:pt x="41"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9"/>
            <p:cNvSpPr/>
            <p:nvPr/>
          </p:nvSpPr>
          <p:spPr>
            <a:xfrm>
              <a:off x="8647142" y="2625347"/>
              <a:ext cx="417852" cy="556233"/>
            </a:xfrm>
            <a:custGeom>
              <a:avLst/>
              <a:gdLst/>
              <a:ahLst/>
              <a:cxnLst/>
              <a:rect l="l" t="t" r="r" b="b"/>
              <a:pathLst>
                <a:path w="6631" h="8827" extrusionOk="0">
                  <a:moveTo>
                    <a:pt x="5939" y="0"/>
                  </a:moveTo>
                  <a:lnTo>
                    <a:pt x="4475" y="163"/>
                  </a:lnTo>
                  <a:lnTo>
                    <a:pt x="3051" y="326"/>
                  </a:lnTo>
                  <a:lnTo>
                    <a:pt x="1628" y="448"/>
                  </a:lnTo>
                  <a:lnTo>
                    <a:pt x="163" y="529"/>
                  </a:lnTo>
                  <a:lnTo>
                    <a:pt x="82" y="570"/>
                  </a:lnTo>
                  <a:lnTo>
                    <a:pt x="1" y="651"/>
                  </a:lnTo>
                  <a:lnTo>
                    <a:pt x="1" y="732"/>
                  </a:lnTo>
                  <a:lnTo>
                    <a:pt x="41" y="854"/>
                  </a:lnTo>
                  <a:lnTo>
                    <a:pt x="82" y="1017"/>
                  </a:lnTo>
                  <a:lnTo>
                    <a:pt x="123" y="1424"/>
                  </a:lnTo>
                  <a:lnTo>
                    <a:pt x="245" y="2848"/>
                  </a:lnTo>
                  <a:lnTo>
                    <a:pt x="367" y="6468"/>
                  </a:lnTo>
                  <a:lnTo>
                    <a:pt x="448" y="7891"/>
                  </a:lnTo>
                  <a:lnTo>
                    <a:pt x="448" y="8339"/>
                  </a:lnTo>
                  <a:lnTo>
                    <a:pt x="489" y="8502"/>
                  </a:lnTo>
                  <a:lnTo>
                    <a:pt x="529" y="8664"/>
                  </a:lnTo>
                  <a:lnTo>
                    <a:pt x="611" y="8746"/>
                  </a:lnTo>
                  <a:lnTo>
                    <a:pt x="692" y="8786"/>
                  </a:lnTo>
                  <a:lnTo>
                    <a:pt x="895" y="8827"/>
                  </a:lnTo>
                  <a:lnTo>
                    <a:pt x="3417" y="8827"/>
                  </a:lnTo>
                  <a:lnTo>
                    <a:pt x="4027" y="8786"/>
                  </a:lnTo>
                  <a:lnTo>
                    <a:pt x="4597" y="8746"/>
                  </a:lnTo>
                  <a:lnTo>
                    <a:pt x="5533" y="8664"/>
                  </a:lnTo>
                  <a:lnTo>
                    <a:pt x="6224" y="8664"/>
                  </a:lnTo>
                  <a:lnTo>
                    <a:pt x="6305" y="8705"/>
                  </a:lnTo>
                  <a:lnTo>
                    <a:pt x="6387" y="8705"/>
                  </a:lnTo>
                  <a:lnTo>
                    <a:pt x="6468" y="8664"/>
                  </a:lnTo>
                  <a:lnTo>
                    <a:pt x="6549" y="8542"/>
                  </a:lnTo>
                  <a:lnTo>
                    <a:pt x="6590" y="7688"/>
                  </a:lnTo>
                  <a:lnTo>
                    <a:pt x="6631" y="6752"/>
                  </a:lnTo>
                  <a:lnTo>
                    <a:pt x="6631" y="5817"/>
                  </a:lnTo>
                  <a:lnTo>
                    <a:pt x="6590" y="4841"/>
                  </a:lnTo>
                  <a:lnTo>
                    <a:pt x="6509" y="3905"/>
                  </a:lnTo>
                  <a:lnTo>
                    <a:pt x="6346" y="2034"/>
                  </a:lnTo>
                  <a:lnTo>
                    <a:pt x="6102" y="122"/>
                  </a:lnTo>
                  <a:lnTo>
                    <a:pt x="6021" y="41"/>
                  </a:lnTo>
                  <a:lnTo>
                    <a:pt x="59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9"/>
            <p:cNvSpPr/>
            <p:nvPr/>
          </p:nvSpPr>
          <p:spPr>
            <a:xfrm>
              <a:off x="8649725" y="2679162"/>
              <a:ext cx="63" cy="63"/>
            </a:xfrm>
            <a:custGeom>
              <a:avLst/>
              <a:gdLst/>
              <a:ahLst/>
              <a:cxnLst/>
              <a:rect l="l" t="t" r="r" b="b"/>
              <a:pathLst>
                <a:path w="1" h="1" extrusionOk="0">
                  <a:moveTo>
                    <a:pt x="0" y="0"/>
                  </a:moveTo>
                  <a:lnTo>
                    <a:pt x="0" y="0"/>
                  </a:lnTo>
                  <a:lnTo>
                    <a:pt x="0" y="0"/>
                  </a:lnTo>
                  <a:lnTo>
                    <a:pt x="0" y="0"/>
                  </a:lnTo>
                  <a:lnTo>
                    <a:pt x="0" y="0"/>
                  </a:lnTo>
                  <a:lnTo>
                    <a:pt x="0"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9"/>
            <p:cNvSpPr/>
            <p:nvPr/>
          </p:nvSpPr>
          <p:spPr>
            <a:xfrm>
              <a:off x="8654829" y="2694538"/>
              <a:ext cx="387101" cy="84629"/>
            </a:xfrm>
            <a:custGeom>
              <a:avLst/>
              <a:gdLst/>
              <a:ahLst/>
              <a:cxnLst/>
              <a:rect l="l" t="t" r="r" b="b"/>
              <a:pathLst>
                <a:path w="6143" h="1343" extrusionOk="0">
                  <a:moveTo>
                    <a:pt x="5939" y="0"/>
                  </a:moveTo>
                  <a:lnTo>
                    <a:pt x="4475" y="326"/>
                  </a:lnTo>
                  <a:lnTo>
                    <a:pt x="3051" y="611"/>
                  </a:lnTo>
                  <a:lnTo>
                    <a:pt x="1628" y="814"/>
                  </a:lnTo>
                  <a:lnTo>
                    <a:pt x="163" y="977"/>
                  </a:lnTo>
                  <a:lnTo>
                    <a:pt x="82" y="977"/>
                  </a:lnTo>
                  <a:lnTo>
                    <a:pt x="41" y="1058"/>
                  </a:lnTo>
                  <a:lnTo>
                    <a:pt x="1" y="1180"/>
                  </a:lnTo>
                  <a:lnTo>
                    <a:pt x="1" y="1221"/>
                  </a:lnTo>
                  <a:lnTo>
                    <a:pt x="41" y="1302"/>
                  </a:lnTo>
                  <a:lnTo>
                    <a:pt x="82" y="1343"/>
                  </a:lnTo>
                  <a:lnTo>
                    <a:pt x="163" y="1343"/>
                  </a:lnTo>
                  <a:lnTo>
                    <a:pt x="1628" y="1180"/>
                  </a:lnTo>
                  <a:lnTo>
                    <a:pt x="3092" y="977"/>
                  </a:lnTo>
                  <a:lnTo>
                    <a:pt x="4556" y="692"/>
                  </a:lnTo>
                  <a:lnTo>
                    <a:pt x="6021" y="367"/>
                  </a:lnTo>
                  <a:lnTo>
                    <a:pt x="6102" y="326"/>
                  </a:lnTo>
                  <a:lnTo>
                    <a:pt x="6143" y="285"/>
                  </a:lnTo>
                  <a:lnTo>
                    <a:pt x="6143" y="204"/>
                  </a:lnTo>
                  <a:lnTo>
                    <a:pt x="6143" y="163"/>
                  </a:lnTo>
                  <a:lnTo>
                    <a:pt x="6102" y="82"/>
                  </a:lnTo>
                  <a:lnTo>
                    <a:pt x="6061" y="41"/>
                  </a:lnTo>
                  <a:lnTo>
                    <a:pt x="5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9"/>
            <p:cNvSpPr/>
            <p:nvPr/>
          </p:nvSpPr>
          <p:spPr>
            <a:xfrm>
              <a:off x="8062740" y="2035779"/>
              <a:ext cx="215385" cy="77004"/>
            </a:xfrm>
            <a:custGeom>
              <a:avLst/>
              <a:gdLst/>
              <a:ahLst/>
              <a:cxnLst/>
              <a:rect l="l" t="t" r="r" b="b"/>
              <a:pathLst>
                <a:path w="3418" h="1222" extrusionOk="0">
                  <a:moveTo>
                    <a:pt x="1994" y="1"/>
                  </a:moveTo>
                  <a:lnTo>
                    <a:pt x="1546" y="82"/>
                  </a:lnTo>
                  <a:lnTo>
                    <a:pt x="1139" y="204"/>
                  </a:lnTo>
                  <a:lnTo>
                    <a:pt x="733" y="408"/>
                  </a:lnTo>
                  <a:lnTo>
                    <a:pt x="366" y="611"/>
                  </a:lnTo>
                  <a:lnTo>
                    <a:pt x="41" y="936"/>
                  </a:lnTo>
                  <a:lnTo>
                    <a:pt x="0" y="977"/>
                  </a:lnTo>
                  <a:lnTo>
                    <a:pt x="0" y="1058"/>
                  </a:lnTo>
                  <a:lnTo>
                    <a:pt x="0" y="1140"/>
                  </a:lnTo>
                  <a:lnTo>
                    <a:pt x="41" y="1180"/>
                  </a:lnTo>
                  <a:lnTo>
                    <a:pt x="122" y="1221"/>
                  </a:lnTo>
                  <a:lnTo>
                    <a:pt x="244" y="1221"/>
                  </a:lnTo>
                  <a:lnTo>
                    <a:pt x="285" y="1180"/>
                  </a:lnTo>
                  <a:lnTo>
                    <a:pt x="611" y="936"/>
                  </a:lnTo>
                  <a:lnTo>
                    <a:pt x="936" y="692"/>
                  </a:lnTo>
                  <a:lnTo>
                    <a:pt x="1302" y="570"/>
                  </a:lnTo>
                  <a:lnTo>
                    <a:pt x="1668" y="448"/>
                  </a:lnTo>
                  <a:lnTo>
                    <a:pt x="2034" y="408"/>
                  </a:lnTo>
                  <a:lnTo>
                    <a:pt x="2441" y="408"/>
                  </a:lnTo>
                  <a:lnTo>
                    <a:pt x="2807" y="448"/>
                  </a:lnTo>
                  <a:lnTo>
                    <a:pt x="3214" y="570"/>
                  </a:lnTo>
                  <a:lnTo>
                    <a:pt x="3295" y="570"/>
                  </a:lnTo>
                  <a:lnTo>
                    <a:pt x="3336" y="530"/>
                  </a:lnTo>
                  <a:lnTo>
                    <a:pt x="3377" y="489"/>
                  </a:lnTo>
                  <a:lnTo>
                    <a:pt x="3417" y="448"/>
                  </a:lnTo>
                  <a:lnTo>
                    <a:pt x="3417" y="285"/>
                  </a:lnTo>
                  <a:lnTo>
                    <a:pt x="3377" y="245"/>
                  </a:lnTo>
                  <a:lnTo>
                    <a:pt x="3295" y="204"/>
                  </a:lnTo>
                  <a:lnTo>
                    <a:pt x="2888" y="82"/>
                  </a:lnTo>
                  <a:lnTo>
                    <a:pt x="24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9"/>
            <p:cNvSpPr/>
            <p:nvPr/>
          </p:nvSpPr>
          <p:spPr>
            <a:xfrm>
              <a:off x="7867961" y="1594926"/>
              <a:ext cx="30814" cy="33398"/>
            </a:xfrm>
            <a:custGeom>
              <a:avLst/>
              <a:gdLst/>
              <a:ahLst/>
              <a:cxnLst/>
              <a:rect l="l" t="t" r="r" b="b"/>
              <a:pathLst>
                <a:path w="489" h="530" extrusionOk="0">
                  <a:moveTo>
                    <a:pt x="203" y="0"/>
                  </a:moveTo>
                  <a:lnTo>
                    <a:pt x="81" y="41"/>
                  </a:lnTo>
                  <a:lnTo>
                    <a:pt x="41" y="122"/>
                  </a:lnTo>
                  <a:lnTo>
                    <a:pt x="0" y="245"/>
                  </a:lnTo>
                  <a:lnTo>
                    <a:pt x="0" y="285"/>
                  </a:lnTo>
                  <a:lnTo>
                    <a:pt x="41" y="407"/>
                  </a:lnTo>
                  <a:lnTo>
                    <a:pt x="81" y="489"/>
                  </a:lnTo>
                  <a:lnTo>
                    <a:pt x="163" y="529"/>
                  </a:lnTo>
                  <a:lnTo>
                    <a:pt x="325" y="529"/>
                  </a:lnTo>
                  <a:lnTo>
                    <a:pt x="447" y="489"/>
                  </a:lnTo>
                  <a:lnTo>
                    <a:pt x="488" y="407"/>
                  </a:lnTo>
                  <a:lnTo>
                    <a:pt x="488" y="285"/>
                  </a:lnTo>
                  <a:lnTo>
                    <a:pt x="488" y="245"/>
                  </a:lnTo>
                  <a:lnTo>
                    <a:pt x="488" y="122"/>
                  </a:lnTo>
                  <a:lnTo>
                    <a:pt x="447" y="41"/>
                  </a:lnTo>
                  <a:lnTo>
                    <a:pt x="3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9"/>
            <p:cNvSpPr/>
            <p:nvPr/>
          </p:nvSpPr>
          <p:spPr>
            <a:xfrm>
              <a:off x="8180641" y="1556487"/>
              <a:ext cx="28231" cy="30814"/>
            </a:xfrm>
            <a:custGeom>
              <a:avLst/>
              <a:gdLst/>
              <a:ahLst/>
              <a:cxnLst/>
              <a:rect l="l" t="t" r="r" b="b"/>
              <a:pathLst>
                <a:path w="448" h="489" extrusionOk="0">
                  <a:moveTo>
                    <a:pt x="123" y="0"/>
                  </a:moveTo>
                  <a:lnTo>
                    <a:pt x="41" y="82"/>
                  </a:lnTo>
                  <a:lnTo>
                    <a:pt x="0" y="122"/>
                  </a:lnTo>
                  <a:lnTo>
                    <a:pt x="0" y="244"/>
                  </a:lnTo>
                  <a:lnTo>
                    <a:pt x="0" y="326"/>
                  </a:lnTo>
                  <a:lnTo>
                    <a:pt x="41" y="407"/>
                  </a:lnTo>
                  <a:lnTo>
                    <a:pt x="123" y="448"/>
                  </a:lnTo>
                  <a:lnTo>
                    <a:pt x="204" y="488"/>
                  </a:lnTo>
                  <a:lnTo>
                    <a:pt x="326" y="448"/>
                  </a:lnTo>
                  <a:lnTo>
                    <a:pt x="407" y="407"/>
                  </a:lnTo>
                  <a:lnTo>
                    <a:pt x="448" y="326"/>
                  </a:lnTo>
                  <a:lnTo>
                    <a:pt x="448" y="244"/>
                  </a:lnTo>
                  <a:lnTo>
                    <a:pt x="448" y="122"/>
                  </a:lnTo>
                  <a:lnTo>
                    <a:pt x="407" y="82"/>
                  </a:lnTo>
                  <a:lnTo>
                    <a:pt x="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9"/>
            <p:cNvSpPr/>
            <p:nvPr/>
          </p:nvSpPr>
          <p:spPr>
            <a:xfrm>
              <a:off x="7867961" y="1700035"/>
              <a:ext cx="74358" cy="74358"/>
            </a:xfrm>
            <a:custGeom>
              <a:avLst/>
              <a:gdLst/>
              <a:ahLst/>
              <a:cxnLst/>
              <a:rect l="l" t="t" r="r" b="b"/>
              <a:pathLst>
                <a:path w="1180" h="1180" extrusionOk="0">
                  <a:moveTo>
                    <a:pt x="936" y="0"/>
                  </a:moveTo>
                  <a:lnTo>
                    <a:pt x="895" y="41"/>
                  </a:lnTo>
                  <a:lnTo>
                    <a:pt x="814" y="82"/>
                  </a:lnTo>
                  <a:lnTo>
                    <a:pt x="691" y="326"/>
                  </a:lnTo>
                  <a:lnTo>
                    <a:pt x="651" y="366"/>
                  </a:lnTo>
                  <a:lnTo>
                    <a:pt x="610" y="407"/>
                  </a:lnTo>
                  <a:lnTo>
                    <a:pt x="529" y="529"/>
                  </a:lnTo>
                  <a:lnTo>
                    <a:pt x="407" y="610"/>
                  </a:lnTo>
                  <a:lnTo>
                    <a:pt x="366" y="651"/>
                  </a:lnTo>
                  <a:lnTo>
                    <a:pt x="325" y="692"/>
                  </a:lnTo>
                  <a:lnTo>
                    <a:pt x="81" y="854"/>
                  </a:lnTo>
                  <a:lnTo>
                    <a:pt x="41" y="895"/>
                  </a:lnTo>
                  <a:lnTo>
                    <a:pt x="0" y="936"/>
                  </a:lnTo>
                  <a:lnTo>
                    <a:pt x="0" y="1017"/>
                  </a:lnTo>
                  <a:lnTo>
                    <a:pt x="41" y="1098"/>
                  </a:lnTo>
                  <a:lnTo>
                    <a:pt x="81" y="1139"/>
                  </a:lnTo>
                  <a:lnTo>
                    <a:pt x="163" y="1180"/>
                  </a:lnTo>
                  <a:lnTo>
                    <a:pt x="203" y="1180"/>
                  </a:lnTo>
                  <a:lnTo>
                    <a:pt x="285" y="1139"/>
                  </a:lnTo>
                  <a:lnTo>
                    <a:pt x="569" y="976"/>
                  </a:lnTo>
                  <a:lnTo>
                    <a:pt x="773" y="773"/>
                  </a:lnTo>
                  <a:lnTo>
                    <a:pt x="976" y="529"/>
                  </a:lnTo>
                  <a:lnTo>
                    <a:pt x="1139" y="285"/>
                  </a:lnTo>
                  <a:lnTo>
                    <a:pt x="1180" y="204"/>
                  </a:lnTo>
                  <a:lnTo>
                    <a:pt x="1180" y="122"/>
                  </a:lnTo>
                  <a:lnTo>
                    <a:pt x="1139" y="82"/>
                  </a:lnTo>
                  <a:lnTo>
                    <a:pt x="10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9"/>
            <p:cNvSpPr/>
            <p:nvPr/>
          </p:nvSpPr>
          <p:spPr>
            <a:xfrm>
              <a:off x="8178058" y="1661596"/>
              <a:ext cx="82109" cy="46190"/>
            </a:xfrm>
            <a:custGeom>
              <a:avLst/>
              <a:gdLst/>
              <a:ahLst/>
              <a:cxnLst/>
              <a:rect l="l" t="t" r="r" b="b"/>
              <a:pathLst>
                <a:path w="1303" h="733" extrusionOk="0">
                  <a:moveTo>
                    <a:pt x="164" y="0"/>
                  </a:moveTo>
                  <a:lnTo>
                    <a:pt x="82" y="41"/>
                  </a:lnTo>
                  <a:lnTo>
                    <a:pt x="1" y="122"/>
                  </a:lnTo>
                  <a:lnTo>
                    <a:pt x="1" y="203"/>
                  </a:lnTo>
                  <a:lnTo>
                    <a:pt x="41" y="285"/>
                  </a:lnTo>
                  <a:lnTo>
                    <a:pt x="123" y="407"/>
                  </a:lnTo>
                  <a:lnTo>
                    <a:pt x="245" y="529"/>
                  </a:lnTo>
                  <a:lnTo>
                    <a:pt x="530" y="651"/>
                  </a:lnTo>
                  <a:lnTo>
                    <a:pt x="692" y="692"/>
                  </a:lnTo>
                  <a:lnTo>
                    <a:pt x="855" y="732"/>
                  </a:lnTo>
                  <a:lnTo>
                    <a:pt x="1018" y="732"/>
                  </a:lnTo>
                  <a:lnTo>
                    <a:pt x="1180" y="692"/>
                  </a:lnTo>
                  <a:lnTo>
                    <a:pt x="1262" y="651"/>
                  </a:lnTo>
                  <a:lnTo>
                    <a:pt x="1302" y="610"/>
                  </a:lnTo>
                  <a:lnTo>
                    <a:pt x="1302" y="529"/>
                  </a:lnTo>
                  <a:lnTo>
                    <a:pt x="1302" y="447"/>
                  </a:lnTo>
                  <a:lnTo>
                    <a:pt x="1262" y="407"/>
                  </a:lnTo>
                  <a:lnTo>
                    <a:pt x="1221" y="366"/>
                  </a:lnTo>
                  <a:lnTo>
                    <a:pt x="1140" y="325"/>
                  </a:lnTo>
                  <a:lnTo>
                    <a:pt x="1099" y="325"/>
                  </a:lnTo>
                  <a:lnTo>
                    <a:pt x="1018" y="366"/>
                  </a:lnTo>
                  <a:lnTo>
                    <a:pt x="774" y="366"/>
                  </a:lnTo>
                  <a:lnTo>
                    <a:pt x="652" y="325"/>
                  </a:lnTo>
                  <a:lnTo>
                    <a:pt x="611" y="285"/>
                  </a:lnTo>
                  <a:lnTo>
                    <a:pt x="570" y="285"/>
                  </a:lnTo>
                  <a:lnTo>
                    <a:pt x="489" y="203"/>
                  </a:lnTo>
                  <a:lnTo>
                    <a:pt x="448" y="203"/>
                  </a:lnTo>
                  <a:lnTo>
                    <a:pt x="408" y="163"/>
                  </a:lnTo>
                  <a:lnTo>
                    <a:pt x="367" y="122"/>
                  </a:lnTo>
                  <a:lnTo>
                    <a:pt x="367" y="8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rtl="0">
              <a:spcBef>
                <a:spcPts val="0"/>
              </a:spcBef>
              <a:spcAft>
                <a:spcPts val="1200"/>
              </a:spcAft>
            </a:pPr>
            <a:r>
              <a:rPr lang="ro-RO" sz="3200" i="0" u="none" strike="noStrike" dirty="0">
                <a:solidFill>
                  <a:srgbClr val="000000"/>
                </a:solidFill>
                <a:effectLst/>
                <a:latin typeface="Yusei Magic" panose="020B0604020202020204" charset="-128"/>
                <a:ea typeface="Yusei Magic" panose="020B0604020202020204" charset="-128"/>
                <a:cs typeface="Yusei Magic" panose="020B0604020202020204" charset="-128"/>
              </a:rPr>
              <a:t>Întrebările de cercetare:</a:t>
            </a:r>
            <a:br>
              <a:rPr lang="ro-RO" b="0" dirty="0">
                <a:effectLst/>
              </a:rPr>
            </a:br>
            <a:br>
              <a:rPr lang="ro-RO" dirty="0"/>
            </a:br>
            <a:endParaRPr b="0" dirty="0"/>
          </a:p>
        </p:txBody>
      </p:sp>
      <p:sp>
        <p:nvSpPr>
          <p:cNvPr id="1239" name="Google Shape;1239;p36"/>
          <p:cNvSpPr txBox="1">
            <a:spLocks noGrp="1"/>
          </p:cNvSpPr>
          <p:nvPr>
            <p:ph type="body" idx="1"/>
          </p:nvPr>
        </p:nvSpPr>
        <p:spPr>
          <a:xfrm>
            <a:off x="152400" y="1215752"/>
            <a:ext cx="8663354" cy="3590710"/>
          </a:xfrm>
          <a:prstGeom prst="rect">
            <a:avLst/>
          </a:prstGeom>
        </p:spPr>
        <p:txBody>
          <a:bodyPr spcFirstLastPara="1" wrap="square" lIns="91425" tIns="91425" rIns="91425" bIns="91425" anchor="t" anchorCtr="0">
            <a:noAutofit/>
          </a:bodyPr>
          <a:lstStyle/>
          <a:p>
            <a:pPr marL="800100" indent="-342900" algn="just" rtl="0">
              <a:spcBef>
                <a:spcPts val="1200"/>
              </a:spcBef>
              <a:spcAft>
                <a:spcPts val="0"/>
              </a:spcAft>
              <a:buSzPct val="100000"/>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Cât de puternic</a:t>
            </a:r>
            <a:r>
              <a:rPr lang="ro-RO" sz="2400" dirty="0">
                <a:solidFill>
                  <a:srgbClr val="000000"/>
                </a:solidFill>
                <a:latin typeface="Times New Roman" panose="02020603050405020304" pitchFamily="18" charset="0"/>
              </a:rPr>
              <a:t>ă</a:t>
            </a:r>
            <a:r>
              <a:rPr lang="ro-RO" sz="2400" b="0" i="0" u="none" strike="noStrike" dirty="0">
                <a:solidFill>
                  <a:srgbClr val="000000"/>
                </a:solidFill>
                <a:effectLst/>
                <a:latin typeface="Times New Roman" panose="02020603050405020304" pitchFamily="18" charset="0"/>
              </a:rPr>
              <a:t> este tendința studenților de a acționa impulsiv în fața anumitor situații critice?</a:t>
            </a:r>
            <a:endParaRPr lang="ro-RO" sz="2400" dirty="0"/>
          </a:p>
          <a:p>
            <a:pPr marL="800100" indent="-342900" algn="just" rtl="0">
              <a:spcBef>
                <a:spcPts val="1200"/>
              </a:spcBef>
              <a:spcAft>
                <a:spcPts val="0"/>
              </a:spcAft>
              <a:buSzPct val="100000"/>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Cum reacționează corpul studentului la factorii </a:t>
            </a:r>
            <a:r>
              <a:rPr lang="ro-RO" sz="2400" b="0" i="0" u="none" strike="noStrike" dirty="0" err="1">
                <a:solidFill>
                  <a:srgbClr val="000000"/>
                </a:solidFill>
                <a:effectLst/>
                <a:latin typeface="Times New Roman" panose="02020603050405020304" pitchFamily="18" charset="0"/>
              </a:rPr>
              <a:t>stresori</a:t>
            </a:r>
            <a:r>
              <a:rPr lang="ro-RO" sz="2400" b="0" i="0" u="none" strike="noStrike" dirty="0">
                <a:solidFill>
                  <a:srgbClr val="000000"/>
                </a:solidFill>
                <a:effectLst/>
                <a:latin typeface="Times New Roman" panose="02020603050405020304" pitchFamily="18" charset="0"/>
              </a:rPr>
              <a:t>?</a:t>
            </a:r>
            <a:endParaRPr lang="ro-RO" sz="2400" dirty="0"/>
          </a:p>
          <a:p>
            <a:pPr marL="800100" indent="-342900" algn="just" rtl="0">
              <a:spcBef>
                <a:spcPts val="1200"/>
              </a:spcBef>
              <a:spcAft>
                <a:spcPts val="0"/>
              </a:spcAft>
              <a:buSzPct val="100000"/>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În ce măsură sunt afectați studenții de blocaje emoționale în cadrul actului educațional?</a:t>
            </a:r>
            <a:endParaRPr sz="2400" dirty="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9"/>
        <p:cNvGrpSpPr/>
        <p:nvPr/>
      </p:nvGrpSpPr>
      <p:grpSpPr>
        <a:xfrm>
          <a:off x="0" y="0"/>
          <a:ext cx="0" cy="0"/>
          <a:chOff x="0" y="0"/>
          <a:chExt cx="0" cy="0"/>
        </a:xfrm>
      </p:grpSpPr>
      <p:sp>
        <p:nvSpPr>
          <p:cNvPr id="1932" name="Google Shape;1932;p61"/>
          <p:cNvSpPr txBox="1">
            <a:spLocks noGrp="1"/>
          </p:cNvSpPr>
          <p:nvPr>
            <p:ph type="subTitle" idx="1"/>
          </p:nvPr>
        </p:nvSpPr>
        <p:spPr>
          <a:xfrm>
            <a:off x="4212721" y="2039816"/>
            <a:ext cx="4544417" cy="2716946"/>
          </a:xfrm>
          <a:prstGeom prst="rect">
            <a:avLst/>
          </a:prstGeom>
        </p:spPr>
        <p:txBody>
          <a:bodyPr spcFirstLastPara="1" wrap="square" lIns="91425" tIns="91425" rIns="91425" bIns="91425" anchor="ctr" anchorCtr="0">
            <a:noAutofit/>
          </a:bodyPr>
          <a:lstStyle/>
          <a:p>
            <a:pPr marL="495300" indent="-342900" algn="l" rtl="0">
              <a:spcBef>
                <a:spcPts val="0"/>
              </a:spcBef>
              <a:spcAft>
                <a:spcPts val="1200"/>
              </a:spcAft>
              <a:buSzPct val="70000"/>
              <a:buFont typeface="Arial" panose="020B0604020202020204" pitchFamily="34" charset="0"/>
              <a:buChar char="•"/>
            </a:pPr>
            <a:r>
              <a:rPr lang="ro-RO" sz="2400" dirty="0">
                <a:solidFill>
                  <a:srgbClr val="000000"/>
                </a:solidFill>
                <a:latin typeface="Times New Roman" panose="02020603050405020304" pitchFamily="18" charset="0"/>
              </a:rPr>
              <a:t>T</a:t>
            </a:r>
            <a:r>
              <a:rPr lang="ro-RO" sz="2400" b="0" i="0" u="none" strike="noStrike" dirty="0">
                <a:solidFill>
                  <a:srgbClr val="000000"/>
                </a:solidFill>
                <a:effectLst/>
                <a:latin typeface="Times New Roman" panose="02020603050405020304" pitchFamily="18" charset="0"/>
              </a:rPr>
              <a:t>ip: </a:t>
            </a:r>
            <a:r>
              <a:rPr lang="ro-RO" sz="2400" b="0" i="1" u="none" strike="noStrike" dirty="0">
                <a:solidFill>
                  <a:srgbClr val="000000"/>
                </a:solidFill>
                <a:effectLst/>
                <a:latin typeface="Times New Roman" panose="02020603050405020304" pitchFamily="18" charset="0"/>
              </a:rPr>
              <a:t>cantitativ.</a:t>
            </a:r>
            <a:endParaRPr lang="ro-RO" sz="2400" i="1" dirty="0"/>
          </a:p>
          <a:p>
            <a:pPr marL="495300" indent="-342900" algn="l" rtl="0">
              <a:spcBef>
                <a:spcPts val="0"/>
              </a:spcBef>
              <a:spcAft>
                <a:spcPts val="1200"/>
              </a:spcAft>
              <a:buSzPct val="70000"/>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Metoda de cercetare: </a:t>
            </a:r>
            <a:r>
              <a:rPr lang="ro-RO" sz="2400" b="0" i="1" u="none" strike="noStrike" dirty="0">
                <a:solidFill>
                  <a:srgbClr val="000000"/>
                </a:solidFill>
                <a:effectLst/>
                <a:latin typeface="Times New Roman" panose="02020603050405020304" pitchFamily="18" charset="0"/>
              </a:rPr>
              <a:t>anchetei sociologice pe bază de chestionar</a:t>
            </a:r>
            <a:r>
              <a:rPr lang="ro-RO" sz="2400" b="0" i="0" u="none" strike="noStrike" dirty="0">
                <a:solidFill>
                  <a:srgbClr val="000000"/>
                </a:solidFill>
                <a:effectLst/>
                <a:latin typeface="Times New Roman" panose="02020603050405020304" pitchFamily="18" charset="0"/>
              </a:rPr>
              <a:t>.</a:t>
            </a:r>
            <a:endParaRPr lang="ro-RO" sz="2400" b="0" dirty="0">
              <a:effectLst/>
            </a:endParaRPr>
          </a:p>
          <a:p>
            <a:pPr marL="0" lvl="0" indent="0" algn="r" rtl="0">
              <a:spcBef>
                <a:spcPts val="0"/>
              </a:spcBef>
              <a:spcAft>
                <a:spcPts val="0"/>
              </a:spcAft>
              <a:buNone/>
            </a:pPr>
            <a:endParaRPr dirty="0"/>
          </a:p>
        </p:txBody>
      </p:sp>
      <p:sp>
        <p:nvSpPr>
          <p:cNvPr id="1933" name="Google Shape;1933;p61"/>
          <p:cNvSpPr/>
          <p:nvPr/>
        </p:nvSpPr>
        <p:spPr>
          <a:xfrm>
            <a:off x="901225" y="1481388"/>
            <a:ext cx="3311496" cy="2615233"/>
          </a:xfrm>
          <a:custGeom>
            <a:avLst/>
            <a:gdLst/>
            <a:ahLst/>
            <a:cxnLst/>
            <a:rect l="l" t="t" r="r" b="b"/>
            <a:pathLst>
              <a:path w="131696" h="100673" extrusionOk="0">
                <a:moveTo>
                  <a:pt x="128192" y="0"/>
                </a:moveTo>
                <a:lnTo>
                  <a:pt x="3504" y="0"/>
                </a:lnTo>
                <a:lnTo>
                  <a:pt x="3504" y="0"/>
                </a:lnTo>
                <a:lnTo>
                  <a:pt x="2821" y="0"/>
                </a:lnTo>
                <a:lnTo>
                  <a:pt x="2137" y="257"/>
                </a:lnTo>
                <a:lnTo>
                  <a:pt x="1624" y="598"/>
                </a:lnTo>
                <a:lnTo>
                  <a:pt x="1026" y="1026"/>
                </a:lnTo>
                <a:lnTo>
                  <a:pt x="599" y="1538"/>
                </a:lnTo>
                <a:lnTo>
                  <a:pt x="342" y="2137"/>
                </a:lnTo>
                <a:lnTo>
                  <a:pt x="86" y="2735"/>
                </a:lnTo>
                <a:lnTo>
                  <a:pt x="0" y="3504"/>
                </a:lnTo>
                <a:lnTo>
                  <a:pt x="0" y="79991"/>
                </a:lnTo>
                <a:lnTo>
                  <a:pt x="0" y="79991"/>
                </a:lnTo>
                <a:lnTo>
                  <a:pt x="86" y="80675"/>
                </a:lnTo>
                <a:lnTo>
                  <a:pt x="342" y="81359"/>
                </a:lnTo>
                <a:lnTo>
                  <a:pt x="599" y="81957"/>
                </a:lnTo>
                <a:lnTo>
                  <a:pt x="1026" y="82470"/>
                </a:lnTo>
                <a:lnTo>
                  <a:pt x="1624" y="82897"/>
                </a:lnTo>
                <a:lnTo>
                  <a:pt x="2137" y="83239"/>
                </a:lnTo>
                <a:lnTo>
                  <a:pt x="2821" y="83410"/>
                </a:lnTo>
                <a:lnTo>
                  <a:pt x="3504" y="83495"/>
                </a:lnTo>
                <a:lnTo>
                  <a:pt x="52132" y="83495"/>
                </a:lnTo>
                <a:lnTo>
                  <a:pt x="51191" y="89990"/>
                </a:lnTo>
                <a:lnTo>
                  <a:pt x="51191" y="89990"/>
                </a:lnTo>
                <a:lnTo>
                  <a:pt x="50850" y="91272"/>
                </a:lnTo>
                <a:lnTo>
                  <a:pt x="50251" y="92640"/>
                </a:lnTo>
                <a:lnTo>
                  <a:pt x="49910" y="93238"/>
                </a:lnTo>
                <a:lnTo>
                  <a:pt x="49482" y="93836"/>
                </a:lnTo>
                <a:lnTo>
                  <a:pt x="49055" y="94349"/>
                </a:lnTo>
                <a:lnTo>
                  <a:pt x="48628" y="94862"/>
                </a:lnTo>
                <a:lnTo>
                  <a:pt x="43842" y="98024"/>
                </a:lnTo>
                <a:lnTo>
                  <a:pt x="43842" y="98024"/>
                </a:lnTo>
                <a:lnTo>
                  <a:pt x="43585" y="98280"/>
                </a:lnTo>
                <a:lnTo>
                  <a:pt x="43415" y="98536"/>
                </a:lnTo>
                <a:lnTo>
                  <a:pt x="43329" y="98878"/>
                </a:lnTo>
                <a:lnTo>
                  <a:pt x="43244" y="99220"/>
                </a:lnTo>
                <a:lnTo>
                  <a:pt x="43329" y="99562"/>
                </a:lnTo>
                <a:lnTo>
                  <a:pt x="43415" y="99818"/>
                </a:lnTo>
                <a:lnTo>
                  <a:pt x="43585" y="100160"/>
                </a:lnTo>
                <a:lnTo>
                  <a:pt x="43842" y="100417"/>
                </a:lnTo>
                <a:lnTo>
                  <a:pt x="43842" y="100417"/>
                </a:lnTo>
                <a:lnTo>
                  <a:pt x="44269" y="100588"/>
                </a:lnTo>
                <a:lnTo>
                  <a:pt x="44782" y="100673"/>
                </a:lnTo>
                <a:lnTo>
                  <a:pt x="65891" y="100673"/>
                </a:lnTo>
                <a:lnTo>
                  <a:pt x="86914" y="100673"/>
                </a:lnTo>
                <a:lnTo>
                  <a:pt x="86914" y="100673"/>
                </a:lnTo>
                <a:lnTo>
                  <a:pt x="87427" y="100588"/>
                </a:lnTo>
                <a:lnTo>
                  <a:pt x="87854" y="100417"/>
                </a:lnTo>
                <a:lnTo>
                  <a:pt x="87854" y="100417"/>
                </a:lnTo>
                <a:lnTo>
                  <a:pt x="88111" y="100160"/>
                </a:lnTo>
                <a:lnTo>
                  <a:pt x="88281" y="99818"/>
                </a:lnTo>
                <a:lnTo>
                  <a:pt x="88367" y="99562"/>
                </a:lnTo>
                <a:lnTo>
                  <a:pt x="88452" y="99220"/>
                </a:lnTo>
                <a:lnTo>
                  <a:pt x="88367" y="98878"/>
                </a:lnTo>
                <a:lnTo>
                  <a:pt x="88281" y="98536"/>
                </a:lnTo>
                <a:lnTo>
                  <a:pt x="88111" y="98280"/>
                </a:lnTo>
                <a:lnTo>
                  <a:pt x="87854" y="98024"/>
                </a:lnTo>
                <a:lnTo>
                  <a:pt x="83154" y="94862"/>
                </a:lnTo>
                <a:lnTo>
                  <a:pt x="83154" y="94862"/>
                </a:lnTo>
                <a:lnTo>
                  <a:pt x="83068" y="94862"/>
                </a:lnTo>
                <a:lnTo>
                  <a:pt x="83068" y="94862"/>
                </a:lnTo>
                <a:lnTo>
                  <a:pt x="82556" y="94349"/>
                </a:lnTo>
                <a:lnTo>
                  <a:pt x="82128" y="93836"/>
                </a:lnTo>
                <a:lnTo>
                  <a:pt x="81786" y="93238"/>
                </a:lnTo>
                <a:lnTo>
                  <a:pt x="81445" y="92640"/>
                </a:lnTo>
                <a:lnTo>
                  <a:pt x="80846" y="91272"/>
                </a:lnTo>
                <a:lnTo>
                  <a:pt x="80505" y="89990"/>
                </a:lnTo>
                <a:lnTo>
                  <a:pt x="79564" y="83495"/>
                </a:lnTo>
                <a:lnTo>
                  <a:pt x="128192" y="83495"/>
                </a:lnTo>
                <a:lnTo>
                  <a:pt x="128192" y="83495"/>
                </a:lnTo>
                <a:lnTo>
                  <a:pt x="128875" y="83410"/>
                </a:lnTo>
                <a:lnTo>
                  <a:pt x="129559" y="83239"/>
                </a:lnTo>
                <a:lnTo>
                  <a:pt x="130157" y="82897"/>
                </a:lnTo>
                <a:lnTo>
                  <a:pt x="130670" y="82470"/>
                </a:lnTo>
                <a:lnTo>
                  <a:pt x="131097" y="81957"/>
                </a:lnTo>
                <a:lnTo>
                  <a:pt x="131354" y="81359"/>
                </a:lnTo>
                <a:lnTo>
                  <a:pt x="131610" y="80675"/>
                </a:lnTo>
                <a:lnTo>
                  <a:pt x="131696" y="79991"/>
                </a:lnTo>
                <a:lnTo>
                  <a:pt x="131696" y="3504"/>
                </a:lnTo>
                <a:lnTo>
                  <a:pt x="131696" y="3504"/>
                </a:lnTo>
                <a:lnTo>
                  <a:pt x="131610" y="2735"/>
                </a:lnTo>
                <a:lnTo>
                  <a:pt x="131354" y="2137"/>
                </a:lnTo>
                <a:lnTo>
                  <a:pt x="131097" y="1538"/>
                </a:lnTo>
                <a:lnTo>
                  <a:pt x="130670" y="1026"/>
                </a:lnTo>
                <a:lnTo>
                  <a:pt x="130157" y="598"/>
                </a:lnTo>
                <a:lnTo>
                  <a:pt x="129559" y="257"/>
                </a:lnTo>
                <a:lnTo>
                  <a:pt x="128875" y="0"/>
                </a:lnTo>
                <a:lnTo>
                  <a:pt x="128192" y="0"/>
                </a:lnTo>
                <a:lnTo>
                  <a:pt x="128192" y="0"/>
                </a:lnTo>
                <a:close/>
                <a:moveTo>
                  <a:pt x="65891" y="80932"/>
                </a:moveTo>
                <a:lnTo>
                  <a:pt x="65891" y="80932"/>
                </a:lnTo>
                <a:lnTo>
                  <a:pt x="65463" y="80846"/>
                </a:lnTo>
                <a:lnTo>
                  <a:pt x="65036" y="80761"/>
                </a:lnTo>
                <a:lnTo>
                  <a:pt x="64694" y="80504"/>
                </a:lnTo>
                <a:lnTo>
                  <a:pt x="64352" y="80248"/>
                </a:lnTo>
                <a:lnTo>
                  <a:pt x="64096" y="79991"/>
                </a:lnTo>
                <a:lnTo>
                  <a:pt x="63925" y="79650"/>
                </a:lnTo>
                <a:lnTo>
                  <a:pt x="63840" y="79222"/>
                </a:lnTo>
                <a:lnTo>
                  <a:pt x="63754" y="78795"/>
                </a:lnTo>
                <a:lnTo>
                  <a:pt x="63754" y="78795"/>
                </a:lnTo>
                <a:lnTo>
                  <a:pt x="63840" y="78368"/>
                </a:lnTo>
                <a:lnTo>
                  <a:pt x="63925" y="78026"/>
                </a:lnTo>
                <a:lnTo>
                  <a:pt x="64096" y="77599"/>
                </a:lnTo>
                <a:lnTo>
                  <a:pt x="64352" y="77342"/>
                </a:lnTo>
                <a:lnTo>
                  <a:pt x="64694" y="77086"/>
                </a:lnTo>
                <a:lnTo>
                  <a:pt x="65036" y="76915"/>
                </a:lnTo>
                <a:lnTo>
                  <a:pt x="65463" y="76744"/>
                </a:lnTo>
                <a:lnTo>
                  <a:pt x="65891" y="76744"/>
                </a:lnTo>
                <a:lnTo>
                  <a:pt x="65891" y="76744"/>
                </a:lnTo>
                <a:lnTo>
                  <a:pt x="66233" y="76744"/>
                </a:lnTo>
                <a:lnTo>
                  <a:pt x="66660" y="76915"/>
                </a:lnTo>
                <a:lnTo>
                  <a:pt x="67002" y="77086"/>
                </a:lnTo>
                <a:lnTo>
                  <a:pt x="67344" y="77342"/>
                </a:lnTo>
                <a:lnTo>
                  <a:pt x="67600" y="77599"/>
                </a:lnTo>
                <a:lnTo>
                  <a:pt x="67771" y="78026"/>
                </a:lnTo>
                <a:lnTo>
                  <a:pt x="67856" y="78368"/>
                </a:lnTo>
                <a:lnTo>
                  <a:pt x="67942" y="78795"/>
                </a:lnTo>
                <a:lnTo>
                  <a:pt x="67942" y="78795"/>
                </a:lnTo>
                <a:lnTo>
                  <a:pt x="67856" y="79222"/>
                </a:lnTo>
                <a:lnTo>
                  <a:pt x="67771" y="79650"/>
                </a:lnTo>
                <a:lnTo>
                  <a:pt x="67600" y="79991"/>
                </a:lnTo>
                <a:lnTo>
                  <a:pt x="67344" y="80248"/>
                </a:lnTo>
                <a:lnTo>
                  <a:pt x="67002" y="80504"/>
                </a:lnTo>
                <a:lnTo>
                  <a:pt x="66660" y="80761"/>
                </a:lnTo>
                <a:lnTo>
                  <a:pt x="66233" y="80846"/>
                </a:lnTo>
                <a:lnTo>
                  <a:pt x="65891" y="80932"/>
                </a:lnTo>
                <a:lnTo>
                  <a:pt x="65891" y="80932"/>
                </a:lnTo>
                <a:close/>
                <a:moveTo>
                  <a:pt x="126568" y="74009"/>
                </a:moveTo>
                <a:lnTo>
                  <a:pt x="5128" y="74009"/>
                </a:lnTo>
                <a:lnTo>
                  <a:pt x="5128" y="4871"/>
                </a:lnTo>
                <a:lnTo>
                  <a:pt x="126568" y="4871"/>
                </a:lnTo>
                <a:lnTo>
                  <a:pt x="126568" y="74009"/>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D54B93BC-A949-27BD-534F-39A303F82F93}"/>
              </a:ext>
            </a:extLst>
          </p:cNvPr>
          <p:cNvPicPr>
            <a:picLocks noChangeAspect="1"/>
          </p:cNvPicPr>
          <p:nvPr/>
        </p:nvPicPr>
        <p:blipFill>
          <a:blip r:embed="rId3"/>
          <a:stretch>
            <a:fillRect/>
          </a:stretch>
        </p:blipFill>
        <p:spPr>
          <a:xfrm>
            <a:off x="1066800" y="1629884"/>
            <a:ext cx="2991558" cy="1761016"/>
          </a:xfrm>
          <a:prstGeom prst="rect">
            <a:avLst/>
          </a:prstGeom>
        </p:spPr>
      </p:pic>
      <p:sp>
        <p:nvSpPr>
          <p:cNvPr id="4" name="Title 3">
            <a:extLst>
              <a:ext uri="{FF2B5EF4-FFF2-40B4-BE49-F238E27FC236}">
                <a16:creationId xmlns:a16="http://schemas.microsoft.com/office/drawing/2014/main" id="{D5D8E75B-B202-5B09-69FC-B4DB06E10058}"/>
              </a:ext>
            </a:extLst>
          </p:cNvPr>
          <p:cNvSpPr>
            <a:spLocks noGrp="1"/>
          </p:cNvSpPr>
          <p:nvPr>
            <p:ph type="title"/>
          </p:nvPr>
        </p:nvSpPr>
        <p:spPr>
          <a:xfrm>
            <a:off x="4435086" y="1444280"/>
            <a:ext cx="4099686" cy="1191071"/>
          </a:xfrm>
        </p:spPr>
        <p:txBody>
          <a:bodyPr/>
          <a:lstStyle/>
          <a:p>
            <a:r>
              <a:rPr lang="ro-RO" sz="2800" b="0" i="0" u="none" strike="noStrike" dirty="0">
                <a:solidFill>
                  <a:srgbClr val="000000"/>
                </a:solidFill>
                <a:effectLst/>
                <a:latin typeface="Yusei Magic" panose="020B0604020202020204" charset="-128"/>
                <a:ea typeface="Yusei Magic" panose="020B0604020202020204" charset="-128"/>
                <a:cs typeface="Yusei Magic" panose="020B0604020202020204" charset="-128"/>
              </a:rPr>
              <a:t>Tipul cercetării și metodele de cercetare</a:t>
            </a:r>
            <a:endParaRPr lang="ro-RO" sz="2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p38"/>
          <p:cNvSpPr txBox="1">
            <a:spLocks noGrp="1"/>
          </p:cNvSpPr>
          <p:nvPr>
            <p:ph type="title"/>
          </p:nvPr>
        </p:nvSpPr>
        <p:spPr>
          <a:xfrm>
            <a:off x="1980150" y="474619"/>
            <a:ext cx="5183700" cy="123865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3200" i="0" u="none" strike="noStrike" dirty="0">
                <a:solidFill>
                  <a:schemeClr val="bg1"/>
                </a:solidFill>
                <a:effectLst/>
                <a:latin typeface="Yusei Magic" panose="020B0604020202020204" charset="-128"/>
                <a:ea typeface="Yusei Magic" panose="020B0604020202020204" charset="-128"/>
                <a:cs typeface="Yusei Magic" panose="020B0604020202020204" charset="-128"/>
              </a:rPr>
              <a:t>Instrumentul de cercetare și procedura de colectare a datelor</a:t>
            </a:r>
            <a:endParaRPr sz="3200" dirty="0">
              <a:solidFill>
                <a:schemeClr val="bg1"/>
              </a:solidFill>
              <a:latin typeface="Yusei Magic" panose="020B0604020202020204" charset="-128"/>
              <a:ea typeface="Yusei Magic" panose="020B0604020202020204" charset="-128"/>
              <a:cs typeface="Yusei Magic" panose="020B0604020202020204" charset="-128"/>
            </a:endParaRPr>
          </a:p>
        </p:txBody>
      </p:sp>
      <p:sp>
        <p:nvSpPr>
          <p:cNvPr id="1284" name="Google Shape;1284;p38"/>
          <p:cNvSpPr txBox="1">
            <a:spLocks noGrp="1"/>
          </p:cNvSpPr>
          <p:nvPr>
            <p:ph type="subTitle" idx="1"/>
          </p:nvPr>
        </p:nvSpPr>
        <p:spPr>
          <a:xfrm>
            <a:off x="722488" y="2156178"/>
            <a:ext cx="8161867" cy="2747134"/>
          </a:xfrm>
          <a:prstGeom prst="rect">
            <a:avLst/>
          </a:prstGeom>
        </p:spPr>
        <p:txBody>
          <a:bodyPr spcFirstLastPara="1" wrap="square" lIns="91425" tIns="91425" rIns="91425" bIns="91425" anchor="t" anchorCtr="0">
            <a:noAutofit/>
          </a:bodyPr>
          <a:lstStyle/>
          <a:p>
            <a:pPr algn="just" rtl="0">
              <a:spcBef>
                <a:spcPts val="1200"/>
              </a:spcBef>
              <a:spcAft>
                <a:spcPts val="0"/>
              </a:spcAft>
              <a:buFont typeface="Wingdings" panose="05000000000000000000" pitchFamily="2" charset="2"/>
              <a:buChar char="§"/>
            </a:pPr>
            <a:r>
              <a:rPr lang="ro-RO" sz="2400" dirty="0">
                <a:solidFill>
                  <a:srgbClr val="000000"/>
                </a:solidFill>
                <a:latin typeface="Times New Roman" panose="02020603050405020304" pitchFamily="18" charset="0"/>
              </a:rPr>
              <a:t>C</a:t>
            </a:r>
            <a:r>
              <a:rPr lang="ro-RO" sz="2400" b="0" i="0" u="none" strike="noStrike" dirty="0">
                <a:solidFill>
                  <a:srgbClr val="000000"/>
                </a:solidFill>
                <a:effectLst/>
                <a:latin typeface="Times New Roman" panose="02020603050405020304" pitchFamily="18" charset="0"/>
              </a:rPr>
              <a:t>hestionar cu 17 itemi</a:t>
            </a:r>
            <a:r>
              <a:rPr lang="ro-RO" sz="2400" dirty="0">
                <a:solidFill>
                  <a:srgbClr val="000000"/>
                </a:solidFill>
                <a:latin typeface="Times New Roman" panose="02020603050405020304" pitchFamily="18" charset="0"/>
              </a:rPr>
              <a:t>: </a:t>
            </a:r>
            <a:r>
              <a:rPr lang="ro-RO" sz="2400" b="0" i="0" u="none" strike="noStrike" dirty="0">
                <a:solidFill>
                  <a:srgbClr val="000000"/>
                </a:solidFill>
                <a:effectLst/>
                <a:latin typeface="Times New Roman" panose="02020603050405020304" pitchFamily="18" charset="0"/>
              </a:rPr>
              <a:t>14 cu răspuns închis și 3 cu răspuns deschis. </a:t>
            </a:r>
          </a:p>
          <a:p>
            <a:pPr algn="just" rtl="0">
              <a:spcBef>
                <a:spcPts val="1200"/>
              </a:spcBef>
              <a:spcAft>
                <a:spcPts val="0"/>
              </a:spcAft>
              <a:buFont typeface="Wingdings" panose="05000000000000000000" pitchFamily="2" charset="2"/>
              <a:buChar char="§"/>
            </a:pPr>
            <a:r>
              <a:rPr lang="ro-RO" sz="2400" b="0" i="0" u="none" strike="noStrike" dirty="0">
                <a:solidFill>
                  <a:srgbClr val="000000"/>
                </a:solidFill>
                <a:effectLst/>
                <a:latin typeface="Times New Roman" panose="02020603050405020304" pitchFamily="18" charset="0"/>
              </a:rPr>
              <a:t>Primii 2 itemi: portretul respondenților noștri.</a:t>
            </a:r>
            <a:endParaRPr lang="ro-RO" sz="2400" dirty="0"/>
          </a:p>
          <a:p>
            <a:pPr algn="just" rtl="0">
              <a:spcBef>
                <a:spcPts val="1200"/>
              </a:spcBef>
              <a:spcAft>
                <a:spcPts val="0"/>
              </a:spcAft>
              <a:buFont typeface="Wingdings" panose="05000000000000000000" pitchFamily="2" charset="2"/>
              <a:buChar char="§"/>
            </a:pPr>
            <a:r>
              <a:rPr lang="ro-RO" sz="2400" b="0" i="0" u="none" strike="noStrike" dirty="0">
                <a:solidFill>
                  <a:srgbClr val="000000"/>
                </a:solidFill>
                <a:effectLst/>
                <a:latin typeface="Times New Roman" panose="02020603050405020304" pitchFamily="18" charset="0"/>
              </a:rPr>
              <a:t>Chestionarul a fost aplicat online</a:t>
            </a:r>
            <a:r>
              <a:rPr lang="ro-RO" sz="2400" dirty="0">
                <a:solidFill>
                  <a:srgbClr val="000000"/>
                </a:solidFill>
                <a:latin typeface="Times New Roman" panose="02020603050405020304" pitchFamily="18" charset="0"/>
              </a:rPr>
              <a:t> (</a:t>
            </a:r>
            <a:r>
              <a:rPr lang="ro-RO" sz="2400" b="0" i="0" u="none" strike="noStrike" dirty="0">
                <a:solidFill>
                  <a:srgbClr val="000000"/>
                </a:solidFill>
                <a:effectLst/>
                <a:latin typeface="Times New Roman" panose="02020603050405020304" pitchFamily="18" charset="0"/>
              </a:rPr>
              <a:t>Google </a:t>
            </a:r>
            <a:r>
              <a:rPr lang="ro-RO" sz="2400" b="0" i="0" u="none" strike="noStrike" dirty="0" err="1">
                <a:solidFill>
                  <a:srgbClr val="000000"/>
                </a:solidFill>
                <a:effectLst/>
                <a:latin typeface="Times New Roman" panose="02020603050405020304" pitchFamily="18" charset="0"/>
              </a:rPr>
              <a:t>Forms</a:t>
            </a:r>
            <a:r>
              <a:rPr lang="ro-RO" sz="2400" b="0" i="0" u="none" strike="noStrike" dirty="0">
                <a:solidFill>
                  <a:srgbClr val="000000"/>
                </a:solidFill>
                <a:effectLst/>
                <a:latin typeface="Times New Roman" panose="02020603050405020304" pitchFamily="18" charset="0"/>
              </a:rPr>
              <a:t>).</a:t>
            </a:r>
            <a:endParaRPr lang="ro-RO" sz="2400" b="0" dirty="0">
              <a:effectLst/>
            </a:endParaRPr>
          </a:p>
          <a:p>
            <a:br>
              <a:rPr lang="ro-RO" sz="2000" dirty="0"/>
            </a:br>
            <a:endParaRPr sz="2000" dirty="0"/>
          </a:p>
        </p:txBody>
      </p:sp>
      <p:sp>
        <p:nvSpPr>
          <p:cNvPr id="1285" name="Google Shape;1285;p38"/>
          <p:cNvSpPr/>
          <p:nvPr/>
        </p:nvSpPr>
        <p:spPr>
          <a:xfrm rot="2037842">
            <a:off x="3186288" y="1126751"/>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0" name="Google Shape;1290;p39"/>
          <p:cNvSpPr txBox="1">
            <a:spLocks noGrp="1"/>
          </p:cNvSpPr>
          <p:nvPr>
            <p:ph type="title"/>
          </p:nvPr>
        </p:nvSpPr>
        <p:spPr>
          <a:xfrm>
            <a:off x="147318" y="506064"/>
            <a:ext cx="4070700" cy="738555"/>
          </a:xfrm>
          <a:prstGeom prst="rect">
            <a:avLst/>
          </a:prstGeom>
        </p:spPr>
        <p:txBody>
          <a:bodyPr spcFirstLastPara="1" wrap="square" lIns="91425" tIns="91425" rIns="91425" bIns="91425" anchor="t" anchorCtr="0">
            <a:noAutofit/>
          </a:bodyPr>
          <a:lstStyle/>
          <a:p>
            <a:r>
              <a:rPr lang="ro-RO" sz="2800" b="0" dirty="0">
                <a:solidFill>
                  <a:srgbClr val="000000"/>
                </a:solidFill>
                <a:latin typeface="Times New Roman" panose="02020603050405020304" pitchFamily="18" charset="0"/>
              </a:rPr>
              <a:t>Eșantionul</a:t>
            </a:r>
            <a:r>
              <a:rPr lang="en-US" sz="2800" b="0" dirty="0">
                <a:solidFill>
                  <a:srgbClr val="000000"/>
                </a:solidFill>
                <a:latin typeface="Times New Roman" panose="02020603050405020304" pitchFamily="18" charset="0"/>
              </a:rPr>
              <a:t>:</a:t>
            </a:r>
            <a:br>
              <a:rPr lang="ro-RO" sz="1050" dirty="0"/>
            </a:br>
            <a:endParaRPr sz="2800" dirty="0"/>
          </a:p>
        </p:txBody>
      </p:sp>
      <p:sp>
        <p:nvSpPr>
          <p:cNvPr id="1291" name="Google Shape;1291;p39"/>
          <p:cNvSpPr txBox="1">
            <a:spLocks noGrp="1"/>
          </p:cNvSpPr>
          <p:nvPr>
            <p:ph type="subTitle" idx="1"/>
          </p:nvPr>
        </p:nvSpPr>
        <p:spPr>
          <a:xfrm>
            <a:off x="147318" y="1093197"/>
            <a:ext cx="6988712" cy="3977475"/>
          </a:xfrm>
          <a:prstGeom prst="rect">
            <a:avLst/>
          </a:prstGeom>
        </p:spPr>
        <p:txBody>
          <a:bodyPr spcFirstLastPara="1" wrap="square" lIns="274300" tIns="91425" rIns="274300" bIns="91425" anchor="t" anchorCtr="0">
            <a:noAutofit/>
          </a:bodyPr>
          <a:lstStyle/>
          <a:p>
            <a:pPr marL="800100" indent="-342900" algn="just" rtl="0">
              <a:spcBef>
                <a:spcPts val="800"/>
              </a:spcBef>
              <a:spcAft>
                <a:spcPts val="0"/>
              </a:spcAft>
              <a:buFont typeface="Wingdings" panose="05000000000000000000" pitchFamily="2" charset="2"/>
              <a:buChar char="v"/>
            </a:pPr>
            <a:r>
              <a:rPr lang="ro-RO" sz="2000" b="1" dirty="0">
                <a:solidFill>
                  <a:srgbClr val="000000"/>
                </a:solidFill>
                <a:latin typeface="Times New Roman" panose="02020603050405020304" pitchFamily="18" charset="0"/>
              </a:rPr>
              <a:t>85</a:t>
            </a:r>
            <a:r>
              <a:rPr lang="ro-RO" sz="2000" dirty="0">
                <a:solidFill>
                  <a:srgbClr val="000000"/>
                </a:solidFill>
                <a:latin typeface="Times New Roman" panose="02020603050405020304" pitchFamily="18" charset="0"/>
              </a:rPr>
              <a:t> </a:t>
            </a:r>
            <a:r>
              <a:rPr lang="ro-RO" sz="2000" b="0" i="0" u="none" strike="noStrike" dirty="0">
                <a:solidFill>
                  <a:srgbClr val="000000"/>
                </a:solidFill>
                <a:effectLst/>
                <a:latin typeface="Times New Roman" panose="02020603050405020304" pitchFamily="18" charset="0"/>
              </a:rPr>
              <a:t>studenți </a:t>
            </a:r>
          </a:p>
          <a:p>
            <a:pPr marL="800100" indent="-342900" algn="just" rtl="0">
              <a:spcBef>
                <a:spcPts val="800"/>
              </a:spcBef>
              <a:spcAft>
                <a:spcPts val="0"/>
              </a:spcAft>
              <a:buFont typeface="Wingdings" panose="05000000000000000000" pitchFamily="2" charset="2"/>
              <a:buChar char="v"/>
            </a:pPr>
            <a:r>
              <a:rPr lang="ro-RO" sz="2000" dirty="0">
                <a:solidFill>
                  <a:srgbClr val="000000"/>
                </a:solidFill>
                <a:latin typeface="Times New Roman" panose="02020603050405020304" pitchFamily="18" charset="0"/>
              </a:rPr>
              <a:t>Universități: </a:t>
            </a:r>
          </a:p>
          <a:p>
            <a:pPr marL="1257300" lvl="1" indent="-342900" algn="just">
              <a:spcBef>
                <a:spcPts val="800"/>
              </a:spcBef>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POLITEHNICA București,</a:t>
            </a:r>
          </a:p>
          <a:p>
            <a:pPr marL="1257300" lvl="1" indent="-342900" algn="just">
              <a:spcBef>
                <a:spcPts val="800"/>
              </a:spcBef>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 Universitatea de Medicină și Farmacie Carol Davila,</a:t>
            </a:r>
          </a:p>
          <a:p>
            <a:pPr marL="1257300" lvl="1" indent="-342900" algn="just">
              <a:spcBef>
                <a:spcPts val="800"/>
              </a:spcBef>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Universitatea din București </a:t>
            </a:r>
            <a:endParaRPr lang="ro-RO" sz="2000" dirty="0">
              <a:solidFill>
                <a:srgbClr val="000000"/>
              </a:solidFill>
              <a:latin typeface="Times New Roman" panose="02020603050405020304" pitchFamily="18" charset="0"/>
            </a:endParaRPr>
          </a:p>
          <a:p>
            <a:pPr marL="1257300" lvl="1" indent="-342900" algn="just">
              <a:spcBef>
                <a:spcPts val="800"/>
              </a:spcBef>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ASE București.</a:t>
            </a:r>
          </a:p>
          <a:p>
            <a:pPr marL="800100" indent="-342900" algn="just" rtl="0">
              <a:spcBef>
                <a:spcPts val="800"/>
              </a:spcBef>
              <a:spcAft>
                <a:spcPts val="0"/>
              </a:spcAft>
              <a:buFont typeface="Wingdings" panose="05000000000000000000" pitchFamily="2" charset="2"/>
              <a:buChar char="v"/>
            </a:pPr>
            <a:r>
              <a:rPr lang="ro-RO" sz="2000" b="0" dirty="0">
                <a:effectLst/>
                <a:latin typeface="Times New Roman" panose="02020603050405020304" pitchFamily="18" charset="0"/>
                <a:cs typeface="Times New Roman" panose="02020603050405020304" pitchFamily="18" charset="0"/>
              </a:rPr>
              <a:t>Medie semestru I: 5-10</a:t>
            </a:r>
          </a:p>
          <a:p>
            <a:br>
              <a:rPr lang="ro-RO" dirty="0"/>
            </a:br>
            <a:br>
              <a:rPr lang="ro-RO" dirty="0"/>
            </a:br>
            <a:endParaRPr b="1" dirty="0"/>
          </a:p>
        </p:txBody>
      </p:sp>
      <p:pic>
        <p:nvPicPr>
          <p:cNvPr id="2" name="Picture 1">
            <a:extLst>
              <a:ext uri="{FF2B5EF4-FFF2-40B4-BE49-F238E27FC236}">
                <a16:creationId xmlns:a16="http://schemas.microsoft.com/office/drawing/2014/main" id="{C3E4ACA8-332D-71E2-E401-F493AA03370C}"/>
              </a:ext>
            </a:extLst>
          </p:cNvPr>
          <p:cNvPicPr>
            <a:picLocks noChangeAspect="1"/>
          </p:cNvPicPr>
          <p:nvPr/>
        </p:nvPicPr>
        <p:blipFill>
          <a:blip r:embed="rId3"/>
          <a:stretch>
            <a:fillRect/>
          </a:stretch>
        </p:blipFill>
        <p:spPr>
          <a:xfrm>
            <a:off x="7136030" y="1694103"/>
            <a:ext cx="1617783" cy="1755294"/>
          </a:xfrm>
          <a:prstGeom prst="rect">
            <a:avLst/>
          </a:prstGeom>
        </p:spPr>
      </p:pic>
    </p:spTree>
    <p:extLst>
      <p:ext uri="{BB962C8B-B14F-4D97-AF65-F5344CB8AC3E}">
        <p14:creationId xmlns:p14="http://schemas.microsoft.com/office/powerpoint/2010/main" val="3137241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3" name="TextBox 2">
            <a:extLst>
              <a:ext uri="{FF2B5EF4-FFF2-40B4-BE49-F238E27FC236}">
                <a16:creationId xmlns:a16="http://schemas.microsoft.com/office/drawing/2014/main" id="{676F847D-5447-91FD-EDA0-D6F017C6E07E}"/>
              </a:ext>
            </a:extLst>
          </p:cNvPr>
          <p:cNvSpPr txBox="1"/>
          <p:nvPr/>
        </p:nvSpPr>
        <p:spPr>
          <a:xfrm>
            <a:off x="2482215" y="4107432"/>
            <a:ext cx="6442710" cy="738664"/>
          </a:xfrm>
          <a:prstGeom prst="rect">
            <a:avLst/>
          </a:prstGeom>
          <a:noFill/>
        </p:spPr>
        <p:txBody>
          <a:bodyPr wrap="square">
            <a:spAutoFit/>
          </a:bodyPr>
          <a:lstStyle/>
          <a:p>
            <a:pPr indent="228600" algn="just" rtl="0">
              <a:spcBef>
                <a:spcPts val="1200"/>
              </a:spcBef>
              <a:spcAft>
                <a:spcPts val="0"/>
              </a:spcAft>
            </a:pPr>
            <a:r>
              <a:rPr lang="ro-RO" sz="1400" b="1" i="0" u="none" strike="noStrike" dirty="0">
                <a:solidFill>
                  <a:srgbClr val="000000"/>
                </a:solidFill>
                <a:effectLst/>
                <a:latin typeface="Times New Roman" panose="02020603050405020304" pitchFamily="18" charset="0"/>
              </a:rPr>
              <a:t>Fig. 1. Media pe semestrul anterior a respondenților</a:t>
            </a:r>
            <a:endParaRPr lang="ro-RO" b="0" dirty="0">
              <a:effectLst/>
            </a:endParaRPr>
          </a:p>
          <a:p>
            <a:br>
              <a:rPr lang="ro-RO" dirty="0"/>
            </a:br>
            <a:endParaRPr lang="ro-RO" dirty="0"/>
          </a:p>
        </p:txBody>
      </p:sp>
      <p:pic>
        <p:nvPicPr>
          <p:cNvPr id="4" name="Imagine 3" descr="O imagine care conține text, captură de ecran, linie, Font&#10;&#10;Descriere generată automat">
            <a:extLst>
              <a:ext uri="{FF2B5EF4-FFF2-40B4-BE49-F238E27FC236}">
                <a16:creationId xmlns:a16="http://schemas.microsoft.com/office/drawing/2014/main" id="{A98BA9BC-DA18-0E08-A5DD-5D40594033D8}"/>
              </a:ext>
            </a:extLst>
          </p:cNvPr>
          <p:cNvPicPr>
            <a:picLocks noChangeAspect="1"/>
          </p:cNvPicPr>
          <p:nvPr/>
        </p:nvPicPr>
        <p:blipFill>
          <a:blip r:embed="rId3"/>
          <a:stretch>
            <a:fillRect/>
          </a:stretch>
        </p:blipFill>
        <p:spPr>
          <a:xfrm>
            <a:off x="1882140" y="780972"/>
            <a:ext cx="5379720" cy="3326460"/>
          </a:xfrm>
          <a:prstGeom prst="rect">
            <a:avLst/>
          </a:prstGeom>
        </p:spPr>
      </p:pic>
    </p:spTree>
    <p:extLst>
      <p:ext uri="{BB962C8B-B14F-4D97-AF65-F5344CB8AC3E}">
        <p14:creationId xmlns:p14="http://schemas.microsoft.com/office/powerpoint/2010/main" val="4016876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53"/>
          <p:cNvSpPr txBox="1">
            <a:spLocks noGrp="1"/>
          </p:cNvSpPr>
          <p:nvPr>
            <p:ph type="title"/>
          </p:nvPr>
        </p:nvSpPr>
        <p:spPr>
          <a:xfrm>
            <a:off x="1177320" y="451519"/>
            <a:ext cx="6576000" cy="210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pt-BR" sz="3600" b="0" i="0" u="none" strike="noStrike" dirty="0">
                <a:solidFill>
                  <a:schemeClr val="tx2">
                    <a:lumMod val="10000"/>
                  </a:schemeClr>
                </a:solidFill>
                <a:effectLst/>
                <a:latin typeface="Yusei Magic" panose="020B0604020202020204" charset="-128"/>
                <a:ea typeface="Yusei Magic" panose="020B0604020202020204" charset="-128"/>
                <a:cs typeface="Yusei Magic" panose="020B0604020202020204" charset="-128"/>
              </a:rPr>
              <a:t>Metode de prelucrare a datelor:</a:t>
            </a:r>
            <a:endParaRPr sz="3600" dirty="0">
              <a:solidFill>
                <a:schemeClr val="tx2">
                  <a:lumMod val="10000"/>
                </a:schemeClr>
              </a:solidFill>
              <a:latin typeface="Yusei Magic" panose="020B0604020202020204" charset="-128"/>
              <a:ea typeface="Yusei Magic" panose="020B0604020202020204" charset="-128"/>
              <a:cs typeface="Yusei Magic" panose="020B0604020202020204" charset="-128"/>
            </a:endParaRPr>
          </a:p>
        </p:txBody>
      </p:sp>
      <p:sp>
        <p:nvSpPr>
          <p:cNvPr id="1763" name="Google Shape;1763;p53"/>
          <p:cNvSpPr txBox="1">
            <a:spLocks noGrp="1"/>
          </p:cNvSpPr>
          <p:nvPr>
            <p:ph type="subTitle" idx="1"/>
          </p:nvPr>
        </p:nvSpPr>
        <p:spPr>
          <a:xfrm>
            <a:off x="1202070" y="2906922"/>
            <a:ext cx="6739860" cy="89545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sz="2800" b="0" i="0" u="none" strike="noStrike" dirty="0">
                <a:solidFill>
                  <a:srgbClr val="000000"/>
                </a:solidFill>
                <a:effectLst/>
                <a:latin typeface="Times New Roman" panose="02020603050405020304" pitchFamily="18" charset="0"/>
              </a:rPr>
              <a:t>Răspunsurile oferite de studenți au fost prelucrate în Excel.</a:t>
            </a:r>
            <a:endParaRPr sz="2800" dirty="0"/>
          </a:p>
        </p:txBody>
      </p:sp>
      <p:sp>
        <p:nvSpPr>
          <p:cNvPr id="1764" name="Google Shape;1764;p53"/>
          <p:cNvSpPr/>
          <p:nvPr/>
        </p:nvSpPr>
        <p:spPr>
          <a:xfrm rot="2037842">
            <a:off x="2966323" y="1620839"/>
            <a:ext cx="2997993" cy="2058854"/>
          </a:xfrm>
          <a:custGeom>
            <a:avLst/>
            <a:gdLst/>
            <a:ahLst/>
            <a:cxnLst/>
            <a:rect l="l" t="t" r="r" b="b"/>
            <a:pathLst>
              <a:path w="16190" h="11268" extrusionOk="0">
                <a:moveTo>
                  <a:pt x="15945" y="1"/>
                </a:moveTo>
                <a:lnTo>
                  <a:pt x="15864" y="41"/>
                </a:lnTo>
                <a:lnTo>
                  <a:pt x="12895" y="2319"/>
                </a:lnTo>
                <a:lnTo>
                  <a:pt x="9844" y="4516"/>
                </a:lnTo>
                <a:lnTo>
                  <a:pt x="6793" y="6631"/>
                </a:lnTo>
                <a:lnTo>
                  <a:pt x="3661" y="8705"/>
                </a:lnTo>
                <a:lnTo>
                  <a:pt x="1871" y="9804"/>
                </a:lnTo>
                <a:lnTo>
                  <a:pt x="82" y="10942"/>
                </a:lnTo>
                <a:lnTo>
                  <a:pt x="41" y="10983"/>
                </a:lnTo>
                <a:lnTo>
                  <a:pt x="0" y="11064"/>
                </a:lnTo>
                <a:lnTo>
                  <a:pt x="0" y="11105"/>
                </a:lnTo>
                <a:lnTo>
                  <a:pt x="41" y="11186"/>
                </a:lnTo>
                <a:lnTo>
                  <a:pt x="82" y="11227"/>
                </a:lnTo>
                <a:lnTo>
                  <a:pt x="122" y="11268"/>
                </a:lnTo>
                <a:lnTo>
                  <a:pt x="285" y="11268"/>
                </a:lnTo>
                <a:lnTo>
                  <a:pt x="3458" y="9275"/>
                </a:lnTo>
                <a:lnTo>
                  <a:pt x="6631" y="7200"/>
                </a:lnTo>
                <a:lnTo>
                  <a:pt x="9722" y="5044"/>
                </a:lnTo>
                <a:lnTo>
                  <a:pt x="12773" y="2848"/>
                </a:lnTo>
                <a:lnTo>
                  <a:pt x="14440" y="1587"/>
                </a:lnTo>
                <a:lnTo>
                  <a:pt x="16108" y="326"/>
                </a:lnTo>
                <a:lnTo>
                  <a:pt x="16149" y="245"/>
                </a:lnTo>
                <a:lnTo>
                  <a:pt x="16189" y="204"/>
                </a:lnTo>
                <a:lnTo>
                  <a:pt x="16149" y="123"/>
                </a:lnTo>
                <a:lnTo>
                  <a:pt x="16108" y="82"/>
                </a:lnTo>
                <a:lnTo>
                  <a:pt x="15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42"/>
          <p:cNvSpPr txBox="1">
            <a:spLocks noGrp="1"/>
          </p:cNvSpPr>
          <p:nvPr>
            <p:ph type="title"/>
          </p:nvPr>
        </p:nvSpPr>
        <p:spPr>
          <a:xfrm>
            <a:off x="4121505" y="2581932"/>
            <a:ext cx="3827400" cy="1915500"/>
          </a:xfrm>
          <a:prstGeom prst="rect">
            <a:avLst/>
          </a:prstGeom>
        </p:spPr>
        <p:txBody>
          <a:bodyPr spcFirstLastPara="1" wrap="square" lIns="91425" tIns="91425" rIns="91425" bIns="91425" anchor="ctr" anchorCtr="0">
            <a:noAutofit/>
          </a:bodyPr>
          <a:lstStyle/>
          <a:p>
            <a:pPr rtl="0">
              <a:spcBef>
                <a:spcPts val="0"/>
              </a:spcBef>
              <a:spcAft>
                <a:spcPts val="0"/>
              </a:spcAft>
            </a:pPr>
            <a:r>
              <a:rPr lang="ro-RO" sz="5400" b="0" i="0" u="none" strike="noStrike" dirty="0">
                <a:solidFill>
                  <a:schemeClr val="accent1"/>
                </a:solidFill>
                <a:effectLst/>
                <a:latin typeface="Yusei Magic" panose="020B0604020202020204" charset="-128"/>
                <a:ea typeface="Yusei Magic" panose="020B0604020202020204" charset="-128"/>
                <a:cs typeface="Yusei Magic" panose="020B0604020202020204" charset="-128"/>
              </a:rPr>
              <a:t>Rezultate și discuții</a:t>
            </a:r>
            <a:br>
              <a:rPr lang="ro-RO" b="0" dirty="0">
                <a:effectLst/>
              </a:rPr>
            </a:br>
            <a:br>
              <a:rPr lang="ro-RO" dirty="0"/>
            </a:br>
            <a:endParaRPr dirty="0"/>
          </a:p>
        </p:txBody>
      </p:sp>
      <p:sp>
        <p:nvSpPr>
          <p:cNvPr id="1388" name="Google Shape;1388;p42"/>
          <p:cNvSpPr txBox="1">
            <a:spLocks noGrp="1"/>
          </p:cNvSpPr>
          <p:nvPr>
            <p:ph type="title" idx="2"/>
          </p:nvPr>
        </p:nvSpPr>
        <p:spPr>
          <a:xfrm>
            <a:off x="7119300" y="674750"/>
            <a:ext cx="1185900" cy="106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grpSp>
        <p:nvGrpSpPr>
          <p:cNvPr id="1390" name="Google Shape;1390;p42"/>
          <p:cNvGrpSpPr/>
          <p:nvPr/>
        </p:nvGrpSpPr>
        <p:grpSpPr>
          <a:xfrm>
            <a:off x="719991" y="1763631"/>
            <a:ext cx="724835" cy="635493"/>
            <a:chOff x="5375211" y="1361181"/>
            <a:chExt cx="724835" cy="635493"/>
          </a:xfrm>
        </p:grpSpPr>
        <p:sp>
          <p:nvSpPr>
            <p:cNvPr id="1391" name="Google Shape;1391;p42"/>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2"/>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2"/>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2"/>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2"/>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2"/>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2"/>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2"/>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2"/>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42"/>
          <p:cNvGrpSpPr/>
          <p:nvPr/>
        </p:nvGrpSpPr>
        <p:grpSpPr>
          <a:xfrm>
            <a:off x="1374527" y="1607221"/>
            <a:ext cx="1673310" cy="2758058"/>
            <a:chOff x="1694325" y="4167750"/>
            <a:chExt cx="459650" cy="757625"/>
          </a:xfrm>
        </p:grpSpPr>
        <p:sp>
          <p:nvSpPr>
            <p:cNvPr id="1401" name="Google Shape;1401;p42"/>
            <p:cNvSpPr/>
            <p:nvPr/>
          </p:nvSpPr>
          <p:spPr>
            <a:xfrm>
              <a:off x="1764475" y="4338600"/>
              <a:ext cx="381375" cy="375250"/>
            </a:xfrm>
            <a:custGeom>
              <a:avLst/>
              <a:gdLst/>
              <a:ahLst/>
              <a:cxnLst/>
              <a:rect l="l" t="t" r="r" b="b"/>
              <a:pathLst>
                <a:path w="15255" h="15010" extrusionOk="0">
                  <a:moveTo>
                    <a:pt x="11309" y="0"/>
                  </a:moveTo>
                  <a:lnTo>
                    <a:pt x="10536" y="41"/>
                  </a:lnTo>
                  <a:lnTo>
                    <a:pt x="9804" y="163"/>
                  </a:lnTo>
                  <a:lnTo>
                    <a:pt x="1303" y="1098"/>
                  </a:lnTo>
                  <a:lnTo>
                    <a:pt x="1303" y="1383"/>
                  </a:lnTo>
                  <a:lnTo>
                    <a:pt x="1303" y="1668"/>
                  </a:lnTo>
                  <a:lnTo>
                    <a:pt x="1384" y="2237"/>
                  </a:lnTo>
                  <a:lnTo>
                    <a:pt x="1506" y="2766"/>
                  </a:lnTo>
                  <a:lnTo>
                    <a:pt x="1587" y="3336"/>
                  </a:lnTo>
                  <a:lnTo>
                    <a:pt x="1709" y="4556"/>
                  </a:lnTo>
                  <a:lnTo>
                    <a:pt x="1872" y="5776"/>
                  </a:lnTo>
                  <a:lnTo>
                    <a:pt x="1384" y="5898"/>
                  </a:lnTo>
                  <a:lnTo>
                    <a:pt x="896" y="6102"/>
                  </a:lnTo>
                  <a:lnTo>
                    <a:pt x="692" y="6224"/>
                  </a:lnTo>
                  <a:lnTo>
                    <a:pt x="530" y="6386"/>
                  </a:lnTo>
                  <a:lnTo>
                    <a:pt x="326" y="6549"/>
                  </a:lnTo>
                  <a:lnTo>
                    <a:pt x="164" y="6793"/>
                  </a:lnTo>
                  <a:lnTo>
                    <a:pt x="82" y="6997"/>
                  </a:lnTo>
                  <a:lnTo>
                    <a:pt x="42" y="7200"/>
                  </a:lnTo>
                  <a:lnTo>
                    <a:pt x="1" y="7403"/>
                  </a:lnTo>
                  <a:lnTo>
                    <a:pt x="1" y="7647"/>
                  </a:lnTo>
                  <a:lnTo>
                    <a:pt x="1" y="7851"/>
                  </a:lnTo>
                  <a:lnTo>
                    <a:pt x="42" y="8054"/>
                  </a:lnTo>
                  <a:lnTo>
                    <a:pt x="164" y="8257"/>
                  </a:lnTo>
                  <a:lnTo>
                    <a:pt x="286" y="8420"/>
                  </a:lnTo>
                  <a:lnTo>
                    <a:pt x="448" y="8583"/>
                  </a:lnTo>
                  <a:lnTo>
                    <a:pt x="692" y="8705"/>
                  </a:lnTo>
                  <a:lnTo>
                    <a:pt x="977" y="8786"/>
                  </a:lnTo>
                  <a:lnTo>
                    <a:pt x="1221" y="8827"/>
                  </a:lnTo>
                  <a:lnTo>
                    <a:pt x="1831" y="8868"/>
                  </a:lnTo>
                  <a:lnTo>
                    <a:pt x="2360" y="8908"/>
                  </a:lnTo>
                  <a:lnTo>
                    <a:pt x="2645" y="11715"/>
                  </a:lnTo>
                  <a:lnTo>
                    <a:pt x="3011" y="14847"/>
                  </a:lnTo>
                  <a:lnTo>
                    <a:pt x="4638" y="14969"/>
                  </a:lnTo>
                  <a:lnTo>
                    <a:pt x="6306" y="15010"/>
                  </a:lnTo>
                  <a:lnTo>
                    <a:pt x="7933" y="15010"/>
                  </a:lnTo>
                  <a:lnTo>
                    <a:pt x="9600" y="14928"/>
                  </a:lnTo>
                  <a:lnTo>
                    <a:pt x="9560" y="12976"/>
                  </a:lnTo>
                  <a:lnTo>
                    <a:pt x="9560" y="11756"/>
                  </a:lnTo>
                  <a:lnTo>
                    <a:pt x="9600" y="11227"/>
                  </a:lnTo>
                  <a:lnTo>
                    <a:pt x="10699" y="11023"/>
                  </a:lnTo>
                  <a:lnTo>
                    <a:pt x="11268" y="10861"/>
                  </a:lnTo>
                  <a:lnTo>
                    <a:pt x="11797" y="10698"/>
                  </a:lnTo>
                  <a:lnTo>
                    <a:pt x="12326" y="10413"/>
                  </a:lnTo>
                  <a:lnTo>
                    <a:pt x="12814" y="10088"/>
                  </a:lnTo>
                  <a:lnTo>
                    <a:pt x="13058" y="9925"/>
                  </a:lnTo>
                  <a:lnTo>
                    <a:pt x="13261" y="9722"/>
                  </a:lnTo>
                  <a:lnTo>
                    <a:pt x="13465" y="9478"/>
                  </a:lnTo>
                  <a:lnTo>
                    <a:pt x="13627" y="9234"/>
                  </a:lnTo>
                  <a:lnTo>
                    <a:pt x="13383" y="9315"/>
                  </a:lnTo>
                  <a:lnTo>
                    <a:pt x="13180" y="9356"/>
                  </a:lnTo>
                  <a:lnTo>
                    <a:pt x="12936" y="9356"/>
                  </a:lnTo>
                  <a:lnTo>
                    <a:pt x="12692" y="9315"/>
                  </a:lnTo>
                  <a:lnTo>
                    <a:pt x="12448" y="9234"/>
                  </a:lnTo>
                  <a:lnTo>
                    <a:pt x="12204" y="9152"/>
                  </a:lnTo>
                  <a:lnTo>
                    <a:pt x="12000" y="9071"/>
                  </a:lnTo>
                  <a:lnTo>
                    <a:pt x="11797" y="8908"/>
                  </a:lnTo>
                  <a:lnTo>
                    <a:pt x="11634" y="8746"/>
                  </a:lnTo>
                  <a:lnTo>
                    <a:pt x="11472" y="8583"/>
                  </a:lnTo>
                  <a:lnTo>
                    <a:pt x="11350" y="8380"/>
                  </a:lnTo>
                  <a:lnTo>
                    <a:pt x="11228" y="8135"/>
                  </a:lnTo>
                  <a:lnTo>
                    <a:pt x="11146" y="7932"/>
                  </a:lnTo>
                  <a:lnTo>
                    <a:pt x="11106" y="7688"/>
                  </a:lnTo>
                  <a:lnTo>
                    <a:pt x="11065" y="7444"/>
                  </a:lnTo>
                  <a:lnTo>
                    <a:pt x="11065" y="7200"/>
                  </a:lnTo>
                  <a:lnTo>
                    <a:pt x="11431" y="7322"/>
                  </a:lnTo>
                  <a:lnTo>
                    <a:pt x="11797" y="7444"/>
                  </a:lnTo>
                  <a:lnTo>
                    <a:pt x="12163" y="7485"/>
                  </a:lnTo>
                  <a:lnTo>
                    <a:pt x="12529" y="7525"/>
                  </a:lnTo>
                  <a:lnTo>
                    <a:pt x="12895" y="7566"/>
                  </a:lnTo>
                  <a:lnTo>
                    <a:pt x="13261" y="7525"/>
                  </a:lnTo>
                  <a:lnTo>
                    <a:pt x="13627" y="7485"/>
                  </a:lnTo>
                  <a:lnTo>
                    <a:pt x="13994" y="7403"/>
                  </a:lnTo>
                  <a:lnTo>
                    <a:pt x="13953" y="6590"/>
                  </a:lnTo>
                  <a:lnTo>
                    <a:pt x="13912" y="6061"/>
                  </a:lnTo>
                  <a:lnTo>
                    <a:pt x="13871" y="5817"/>
                  </a:lnTo>
                  <a:lnTo>
                    <a:pt x="14278" y="5858"/>
                  </a:lnTo>
                  <a:lnTo>
                    <a:pt x="14482" y="5858"/>
                  </a:lnTo>
                  <a:lnTo>
                    <a:pt x="14644" y="5817"/>
                  </a:lnTo>
                  <a:lnTo>
                    <a:pt x="14848" y="5736"/>
                  </a:lnTo>
                  <a:lnTo>
                    <a:pt x="15010" y="5654"/>
                  </a:lnTo>
                  <a:lnTo>
                    <a:pt x="15132" y="5532"/>
                  </a:lnTo>
                  <a:lnTo>
                    <a:pt x="15254" y="5329"/>
                  </a:lnTo>
                  <a:lnTo>
                    <a:pt x="15254" y="5166"/>
                  </a:lnTo>
                  <a:lnTo>
                    <a:pt x="15214" y="4963"/>
                  </a:lnTo>
                  <a:lnTo>
                    <a:pt x="15132" y="4800"/>
                  </a:lnTo>
                  <a:lnTo>
                    <a:pt x="15051" y="4759"/>
                  </a:lnTo>
                  <a:lnTo>
                    <a:pt x="14970" y="4719"/>
                  </a:lnTo>
                  <a:lnTo>
                    <a:pt x="14807" y="4678"/>
                  </a:lnTo>
                  <a:lnTo>
                    <a:pt x="14644" y="4678"/>
                  </a:lnTo>
                  <a:lnTo>
                    <a:pt x="14360" y="4637"/>
                  </a:lnTo>
                  <a:lnTo>
                    <a:pt x="14116" y="4515"/>
                  </a:lnTo>
                  <a:lnTo>
                    <a:pt x="13871" y="4353"/>
                  </a:lnTo>
                  <a:lnTo>
                    <a:pt x="13668" y="4109"/>
                  </a:lnTo>
                  <a:lnTo>
                    <a:pt x="13505" y="3824"/>
                  </a:lnTo>
                  <a:lnTo>
                    <a:pt x="13383" y="3498"/>
                  </a:lnTo>
                  <a:lnTo>
                    <a:pt x="13261" y="3132"/>
                  </a:lnTo>
                  <a:lnTo>
                    <a:pt x="13180" y="2726"/>
                  </a:lnTo>
                  <a:lnTo>
                    <a:pt x="13017" y="1953"/>
                  </a:lnTo>
                  <a:lnTo>
                    <a:pt x="12936" y="1180"/>
                  </a:lnTo>
                  <a:lnTo>
                    <a:pt x="128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2"/>
            <p:cNvSpPr/>
            <p:nvPr/>
          </p:nvSpPr>
          <p:spPr>
            <a:xfrm>
              <a:off x="1759400" y="4333500"/>
              <a:ext cx="391525" cy="385450"/>
            </a:xfrm>
            <a:custGeom>
              <a:avLst/>
              <a:gdLst/>
              <a:ahLst/>
              <a:cxnLst/>
              <a:rect l="l" t="t" r="r" b="b"/>
              <a:pathLst>
                <a:path w="15661" h="15418" extrusionOk="0">
                  <a:moveTo>
                    <a:pt x="12869" y="367"/>
                  </a:moveTo>
                  <a:lnTo>
                    <a:pt x="12976" y="1547"/>
                  </a:lnTo>
                  <a:lnTo>
                    <a:pt x="13058" y="2238"/>
                  </a:lnTo>
                  <a:lnTo>
                    <a:pt x="13180" y="2889"/>
                  </a:lnTo>
                  <a:lnTo>
                    <a:pt x="13342" y="3540"/>
                  </a:lnTo>
                  <a:lnTo>
                    <a:pt x="13424" y="3865"/>
                  </a:lnTo>
                  <a:lnTo>
                    <a:pt x="13586" y="4150"/>
                  </a:lnTo>
                  <a:lnTo>
                    <a:pt x="13749" y="4475"/>
                  </a:lnTo>
                  <a:lnTo>
                    <a:pt x="13952" y="4719"/>
                  </a:lnTo>
                  <a:lnTo>
                    <a:pt x="14237" y="4923"/>
                  </a:lnTo>
                  <a:lnTo>
                    <a:pt x="14522" y="5045"/>
                  </a:lnTo>
                  <a:lnTo>
                    <a:pt x="14766" y="5085"/>
                  </a:lnTo>
                  <a:lnTo>
                    <a:pt x="15010" y="5085"/>
                  </a:lnTo>
                  <a:lnTo>
                    <a:pt x="15132" y="5126"/>
                  </a:lnTo>
                  <a:lnTo>
                    <a:pt x="15213" y="5167"/>
                  </a:lnTo>
                  <a:lnTo>
                    <a:pt x="15254" y="5248"/>
                  </a:lnTo>
                  <a:lnTo>
                    <a:pt x="15295" y="5370"/>
                  </a:lnTo>
                  <a:lnTo>
                    <a:pt x="15254" y="5573"/>
                  </a:lnTo>
                  <a:lnTo>
                    <a:pt x="15132" y="5696"/>
                  </a:lnTo>
                  <a:lnTo>
                    <a:pt x="15010" y="5777"/>
                  </a:lnTo>
                  <a:lnTo>
                    <a:pt x="14807" y="5818"/>
                  </a:lnTo>
                  <a:lnTo>
                    <a:pt x="14400" y="5858"/>
                  </a:lnTo>
                  <a:lnTo>
                    <a:pt x="13993" y="5858"/>
                  </a:lnTo>
                  <a:lnTo>
                    <a:pt x="13952" y="5899"/>
                  </a:lnTo>
                  <a:lnTo>
                    <a:pt x="13912" y="5980"/>
                  </a:lnTo>
                  <a:lnTo>
                    <a:pt x="13912" y="6102"/>
                  </a:lnTo>
                  <a:lnTo>
                    <a:pt x="13912" y="6184"/>
                  </a:lnTo>
                  <a:lnTo>
                    <a:pt x="13952" y="6346"/>
                  </a:lnTo>
                  <a:lnTo>
                    <a:pt x="13993" y="6875"/>
                  </a:lnTo>
                  <a:lnTo>
                    <a:pt x="14026" y="7473"/>
                  </a:lnTo>
                  <a:lnTo>
                    <a:pt x="14026" y="7473"/>
                  </a:lnTo>
                  <a:lnTo>
                    <a:pt x="13790" y="7526"/>
                  </a:lnTo>
                  <a:lnTo>
                    <a:pt x="13424" y="7567"/>
                  </a:lnTo>
                  <a:lnTo>
                    <a:pt x="12732" y="7567"/>
                  </a:lnTo>
                  <a:lnTo>
                    <a:pt x="12366" y="7526"/>
                  </a:lnTo>
                  <a:lnTo>
                    <a:pt x="12000" y="7445"/>
                  </a:lnTo>
                  <a:lnTo>
                    <a:pt x="11675" y="7363"/>
                  </a:lnTo>
                  <a:lnTo>
                    <a:pt x="11309" y="7241"/>
                  </a:lnTo>
                  <a:lnTo>
                    <a:pt x="11227" y="7201"/>
                  </a:lnTo>
                  <a:lnTo>
                    <a:pt x="11146" y="7241"/>
                  </a:lnTo>
                  <a:lnTo>
                    <a:pt x="11105" y="7323"/>
                  </a:lnTo>
                  <a:lnTo>
                    <a:pt x="11064" y="7404"/>
                  </a:lnTo>
                  <a:lnTo>
                    <a:pt x="11064" y="7689"/>
                  </a:lnTo>
                  <a:lnTo>
                    <a:pt x="11105" y="7973"/>
                  </a:lnTo>
                  <a:lnTo>
                    <a:pt x="11186" y="8217"/>
                  </a:lnTo>
                  <a:lnTo>
                    <a:pt x="11268" y="8461"/>
                  </a:lnTo>
                  <a:lnTo>
                    <a:pt x="11390" y="8665"/>
                  </a:lnTo>
                  <a:lnTo>
                    <a:pt x="11553" y="8909"/>
                  </a:lnTo>
                  <a:lnTo>
                    <a:pt x="11715" y="9072"/>
                  </a:lnTo>
                  <a:lnTo>
                    <a:pt x="11919" y="9234"/>
                  </a:lnTo>
                  <a:lnTo>
                    <a:pt x="12122" y="9397"/>
                  </a:lnTo>
                  <a:lnTo>
                    <a:pt x="12325" y="9519"/>
                  </a:lnTo>
                  <a:lnTo>
                    <a:pt x="12569" y="9600"/>
                  </a:lnTo>
                  <a:lnTo>
                    <a:pt x="12814" y="9682"/>
                  </a:lnTo>
                  <a:lnTo>
                    <a:pt x="13098" y="9722"/>
                  </a:lnTo>
                  <a:lnTo>
                    <a:pt x="13342" y="9722"/>
                  </a:lnTo>
                  <a:lnTo>
                    <a:pt x="13412" y="9713"/>
                  </a:lnTo>
                  <a:lnTo>
                    <a:pt x="13412" y="9713"/>
                  </a:lnTo>
                  <a:lnTo>
                    <a:pt x="13302" y="9844"/>
                  </a:lnTo>
                  <a:lnTo>
                    <a:pt x="13058" y="10048"/>
                  </a:lnTo>
                  <a:lnTo>
                    <a:pt x="12773" y="10251"/>
                  </a:lnTo>
                  <a:lnTo>
                    <a:pt x="12244" y="10577"/>
                  </a:lnTo>
                  <a:lnTo>
                    <a:pt x="11675" y="10821"/>
                  </a:lnTo>
                  <a:lnTo>
                    <a:pt x="10942" y="11024"/>
                  </a:lnTo>
                  <a:lnTo>
                    <a:pt x="10210" y="11146"/>
                  </a:lnTo>
                  <a:lnTo>
                    <a:pt x="9844" y="11227"/>
                  </a:lnTo>
                  <a:lnTo>
                    <a:pt x="9681" y="11309"/>
                  </a:lnTo>
                  <a:lnTo>
                    <a:pt x="9641" y="11349"/>
                  </a:lnTo>
                  <a:lnTo>
                    <a:pt x="9600" y="11472"/>
                  </a:lnTo>
                  <a:lnTo>
                    <a:pt x="9600" y="11960"/>
                  </a:lnTo>
                  <a:lnTo>
                    <a:pt x="9600" y="12448"/>
                  </a:lnTo>
                  <a:lnTo>
                    <a:pt x="9600" y="13993"/>
                  </a:lnTo>
                  <a:lnTo>
                    <a:pt x="9600" y="14939"/>
                  </a:lnTo>
                  <a:lnTo>
                    <a:pt x="9600" y="14939"/>
                  </a:lnTo>
                  <a:lnTo>
                    <a:pt x="8136" y="15010"/>
                  </a:lnTo>
                  <a:lnTo>
                    <a:pt x="6509" y="15051"/>
                  </a:lnTo>
                  <a:lnTo>
                    <a:pt x="4841" y="14970"/>
                  </a:lnTo>
                  <a:lnTo>
                    <a:pt x="3392" y="14861"/>
                  </a:lnTo>
                  <a:lnTo>
                    <a:pt x="3392" y="14861"/>
                  </a:lnTo>
                  <a:lnTo>
                    <a:pt x="3295" y="14278"/>
                  </a:lnTo>
                  <a:lnTo>
                    <a:pt x="3133" y="12854"/>
                  </a:lnTo>
                  <a:lnTo>
                    <a:pt x="2807" y="9804"/>
                  </a:lnTo>
                  <a:lnTo>
                    <a:pt x="2767" y="9316"/>
                  </a:lnTo>
                  <a:lnTo>
                    <a:pt x="2767" y="9153"/>
                  </a:lnTo>
                  <a:lnTo>
                    <a:pt x="2767" y="9112"/>
                  </a:lnTo>
                  <a:lnTo>
                    <a:pt x="2726" y="8990"/>
                  </a:lnTo>
                  <a:lnTo>
                    <a:pt x="2685" y="8950"/>
                  </a:lnTo>
                  <a:lnTo>
                    <a:pt x="2563" y="8909"/>
                  </a:lnTo>
                  <a:lnTo>
                    <a:pt x="1912" y="8868"/>
                  </a:lnTo>
                  <a:lnTo>
                    <a:pt x="1546" y="8868"/>
                  </a:lnTo>
                  <a:lnTo>
                    <a:pt x="1221" y="8787"/>
                  </a:lnTo>
                  <a:lnTo>
                    <a:pt x="895" y="8706"/>
                  </a:lnTo>
                  <a:lnTo>
                    <a:pt x="773" y="8624"/>
                  </a:lnTo>
                  <a:lnTo>
                    <a:pt x="651" y="8543"/>
                  </a:lnTo>
                  <a:lnTo>
                    <a:pt x="529" y="8421"/>
                  </a:lnTo>
                  <a:lnTo>
                    <a:pt x="448" y="8258"/>
                  </a:lnTo>
                  <a:lnTo>
                    <a:pt x="407" y="8095"/>
                  </a:lnTo>
                  <a:lnTo>
                    <a:pt x="367" y="7892"/>
                  </a:lnTo>
                  <a:lnTo>
                    <a:pt x="407" y="7526"/>
                  </a:lnTo>
                  <a:lnTo>
                    <a:pt x="489" y="7201"/>
                  </a:lnTo>
                  <a:lnTo>
                    <a:pt x="651" y="6916"/>
                  </a:lnTo>
                  <a:lnTo>
                    <a:pt x="895" y="6672"/>
                  </a:lnTo>
                  <a:lnTo>
                    <a:pt x="1180" y="6468"/>
                  </a:lnTo>
                  <a:lnTo>
                    <a:pt x="1506" y="6306"/>
                  </a:lnTo>
                  <a:lnTo>
                    <a:pt x="1831" y="6224"/>
                  </a:lnTo>
                  <a:lnTo>
                    <a:pt x="2156" y="6143"/>
                  </a:lnTo>
                  <a:lnTo>
                    <a:pt x="2197" y="6102"/>
                  </a:lnTo>
                  <a:lnTo>
                    <a:pt x="2238" y="6062"/>
                  </a:lnTo>
                  <a:lnTo>
                    <a:pt x="2278" y="5899"/>
                  </a:lnTo>
                  <a:lnTo>
                    <a:pt x="2116" y="4719"/>
                  </a:lnTo>
                  <a:lnTo>
                    <a:pt x="1953" y="3499"/>
                  </a:lnTo>
                  <a:lnTo>
                    <a:pt x="1872" y="2930"/>
                  </a:lnTo>
                  <a:lnTo>
                    <a:pt x="1790" y="2401"/>
                  </a:lnTo>
                  <a:lnTo>
                    <a:pt x="1709" y="1872"/>
                  </a:lnTo>
                  <a:lnTo>
                    <a:pt x="1709" y="1587"/>
                  </a:lnTo>
                  <a:lnTo>
                    <a:pt x="1709" y="1483"/>
                  </a:lnTo>
                  <a:lnTo>
                    <a:pt x="1709" y="1483"/>
                  </a:lnTo>
                  <a:lnTo>
                    <a:pt x="10007" y="570"/>
                  </a:lnTo>
                  <a:lnTo>
                    <a:pt x="10048" y="570"/>
                  </a:lnTo>
                  <a:lnTo>
                    <a:pt x="10780" y="448"/>
                  </a:lnTo>
                  <a:lnTo>
                    <a:pt x="11553" y="408"/>
                  </a:lnTo>
                  <a:lnTo>
                    <a:pt x="12285" y="367"/>
                  </a:lnTo>
                  <a:close/>
                  <a:moveTo>
                    <a:pt x="12244" y="1"/>
                  </a:moveTo>
                  <a:lnTo>
                    <a:pt x="11471" y="42"/>
                  </a:lnTo>
                  <a:lnTo>
                    <a:pt x="10698" y="82"/>
                  </a:lnTo>
                  <a:lnTo>
                    <a:pt x="9966" y="204"/>
                  </a:lnTo>
                  <a:lnTo>
                    <a:pt x="9955" y="210"/>
                  </a:lnTo>
                  <a:lnTo>
                    <a:pt x="9955" y="210"/>
                  </a:lnTo>
                  <a:lnTo>
                    <a:pt x="1506" y="1140"/>
                  </a:lnTo>
                  <a:lnTo>
                    <a:pt x="1384" y="1180"/>
                  </a:lnTo>
                  <a:lnTo>
                    <a:pt x="1343" y="1221"/>
                  </a:lnTo>
                  <a:lnTo>
                    <a:pt x="1343" y="1302"/>
                  </a:lnTo>
                  <a:lnTo>
                    <a:pt x="1302" y="1587"/>
                  </a:lnTo>
                  <a:lnTo>
                    <a:pt x="1343" y="1872"/>
                  </a:lnTo>
                  <a:lnTo>
                    <a:pt x="1424" y="2441"/>
                  </a:lnTo>
                  <a:lnTo>
                    <a:pt x="1506" y="3011"/>
                  </a:lnTo>
                  <a:lnTo>
                    <a:pt x="1587" y="3580"/>
                  </a:lnTo>
                  <a:lnTo>
                    <a:pt x="1750" y="4801"/>
                  </a:lnTo>
                  <a:lnTo>
                    <a:pt x="1886" y="5821"/>
                  </a:lnTo>
                  <a:lnTo>
                    <a:pt x="1886" y="5821"/>
                  </a:lnTo>
                  <a:lnTo>
                    <a:pt x="1628" y="5899"/>
                  </a:lnTo>
                  <a:lnTo>
                    <a:pt x="1261" y="6021"/>
                  </a:lnTo>
                  <a:lnTo>
                    <a:pt x="895" y="6224"/>
                  </a:lnTo>
                  <a:lnTo>
                    <a:pt x="570" y="6468"/>
                  </a:lnTo>
                  <a:lnTo>
                    <a:pt x="326" y="6794"/>
                  </a:lnTo>
                  <a:lnTo>
                    <a:pt x="123" y="7160"/>
                  </a:lnTo>
                  <a:lnTo>
                    <a:pt x="1" y="7526"/>
                  </a:lnTo>
                  <a:lnTo>
                    <a:pt x="1" y="7770"/>
                  </a:lnTo>
                  <a:lnTo>
                    <a:pt x="1" y="7973"/>
                  </a:lnTo>
                  <a:lnTo>
                    <a:pt x="41" y="8177"/>
                  </a:lnTo>
                  <a:lnTo>
                    <a:pt x="123" y="8339"/>
                  </a:lnTo>
                  <a:lnTo>
                    <a:pt x="163" y="8502"/>
                  </a:lnTo>
                  <a:lnTo>
                    <a:pt x="285" y="8665"/>
                  </a:lnTo>
                  <a:lnTo>
                    <a:pt x="407" y="8828"/>
                  </a:lnTo>
                  <a:lnTo>
                    <a:pt x="570" y="8950"/>
                  </a:lnTo>
                  <a:lnTo>
                    <a:pt x="733" y="9031"/>
                  </a:lnTo>
                  <a:lnTo>
                    <a:pt x="895" y="9112"/>
                  </a:lnTo>
                  <a:lnTo>
                    <a:pt x="1302" y="9234"/>
                  </a:lnTo>
                  <a:lnTo>
                    <a:pt x="1750" y="9234"/>
                  </a:lnTo>
                  <a:lnTo>
                    <a:pt x="2400" y="9267"/>
                  </a:lnTo>
                  <a:lnTo>
                    <a:pt x="2400" y="9267"/>
                  </a:lnTo>
                  <a:lnTo>
                    <a:pt x="2400" y="9316"/>
                  </a:lnTo>
                  <a:lnTo>
                    <a:pt x="2441" y="9600"/>
                  </a:lnTo>
                  <a:lnTo>
                    <a:pt x="2563" y="10983"/>
                  </a:lnTo>
                  <a:lnTo>
                    <a:pt x="2929" y="14156"/>
                  </a:lnTo>
                  <a:lnTo>
                    <a:pt x="2970" y="14644"/>
                  </a:lnTo>
                  <a:lnTo>
                    <a:pt x="3051" y="15092"/>
                  </a:lnTo>
                  <a:lnTo>
                    <a:pt x="3051" y="15132"/>
                  </a:lnTo>
                  <a:lnTo>
                    <a:pt x="3092" y="15173"/>
                  </a:lnTo>
                  <a:lnTo>
                    <a:pt x="3214" y="15214"/>
                  </a:lnTo>
                  <a:lnTo>
                    <a:pt x="4841" y="15336"/>
                  </a:lnTo>
                  <a:lnTo>
                    <a:pt x="6509" y="15417"/>
                  </a:lnTo>
                  <a:lnTo>
                    <a:pt x="8136" y="15376"/>
                  </a:lnTo>
                  <a:lnTo>
                    <a:pt x="9803" y="15295"/>
                  </a:lnTo>
                  <a:lnTo>
                    <a:pt x="9844" y="15295"/>
                  </a:lnTo>
                  <a:lnTo>
                    <a:pt x="9926" y="15254"/>
                  </a:lnTo>
                  <a:lnTo>
                    <a:pt x="9966" y="15214"/>
                  </a:lnTo>
                  <a:lnTo>
                    <a:pt x="9966" y="15132"/>
                  </a:lnTo>
                  <a:lnTo>
                    <a:pt x="9966" y="12692"/>
                  </a:lnTo>
                  <a:lnTo>
                    <a:pt x="9966" y="11594"/>
                  </a:lnTo>
                  <a:lnTo>
                    <a:pt x="10170" y="11553"/>
                  </a:lnTo>
                  <a:lnTo>
                    <a:pt x="10536" y="11472"/>
                  </a:lnTo>
                  <a:lnTo>
                    <a:pt x="11268" y="11309"/>
                  </a:lnTo>
                  <a:lnTo>
                    <a:pt x="11959" y="11105"/>
                  </a:lnTo>
                  <a:lnTo>
                    <a:pt x="12569" y="10821"/>
                  </a:lnTo>
                  <a:lnTo>
                    <a:pt x="13098" y="10495"/>
                  </a:lnTo>
                  <a:lnTo>
                    <a:pt x="13342" y="10292"/>
                  </a:lnTo>
                  <a:lnTo>
                    <a:pt x="13586" y="10048"/>
                  </a:lnTo>
                  <a:lnTo>
                    <a:pt x="13830" y="9804"/>
                  </a:lnTo>
                  <a:lnTo>
                    <a:pt x="13993" y="9560"/>
                  </a:lnTo>
                  <a:lnTo>
                    <a:pt x="14034" y="9438"/>
                  </a:lnTo>
                  <a:lnTo>
                    <a:pt x="13993" y="9356"/>
                  </a:lnTo>
                  <a:lnTo>
                    <a:pt x="13912" y="9275"/>
                  </a:lnTo>
                  <a:lnTo>
                    <a:pt x="13790" y="9275"/>
                  </a:lnTo>
                  <a:lnTo>
                    <a:pt x="13546" y="9316"/>
                  </a:lnTo>
                  <a:lnTo>
                    <a:pt x="13342" y="9356"/>
                  </a:lnTo>
                  <a:lnTo>
                    <a:pt x="13098" y="9356"/>
                  </a:lnTo>
                  <a:lnTo>
                    <a:pt x="12895" y="9316"/>
                  </a:lnTo>
                  <a:lnTo>
                    <a:pt x="12691" y="9275"/>
                  </a:lnTo>
                  <a:lnTo>
                    <a:pt x="12488" y="9194"/>
                  </a:lnTo>
                  <a:lnTo>
                    <a:pt x="12285" y="9072"/>
                  </a:lnTo>
                  <a:lnTo>
                    <a:pt x="12122" y="8950"/>
                  </a:lnTo>
                  <a:lnTo>
                    <a:pt x="11959" y="8828"/>
                  </a:lnTo>
                  <a:lnTo>
                    <a:pt x="11837" y="8665"/>
                  </a:lnTo>
                  <a:lnTo>
                    <a:pt x="11715" y="8461"/>
                  </a:lnTo>
                  <a:lnTo>
                    <a:pt x="11593" y="8299"/>
                  </a:lnTo>
                  <a:lnTo>
                    <a:pt x="11553" y="8095"/>
                  </a:lnTo>
                  <a:lnTo>
                    <a:pt x="11471" y="7851"/>
                  </a:lnTo>
                  <a:lnTo>
                    <a:pt x="11471" y="7675"/>
                  </a:lnTo>
                  <a:lnTo>
                    <a:pt x="11471" y="7675"/>
                  </a:lnTo>
                  <a:lnTo>
                    <a:pt x="11593" y="7729"/>
                  </a:lnTo>
                  <a:lnTo>
                    <a:pt x="11959" y="7811"/>
                  </a:lnTo>
                  <a:lnTo>
                    <a:pt x="12325" y="7892"/>
                  </a:lnTo>
                  <a:lnTo>
                    <a:pt x="12732" y="7933"/>
                  </a:lnTo>
                  <a:lnTo>
                    <a:pt x="13505" y="7933"/>
                  </a:lnTo>
                  <a:lnTo>
                    <a:pt x="13871" y="7892"/>
                  </a:lnTo>
                  <a:lnTo>
                    <a:pt x="14237" y="7811"/>
                  </a:lnTo>
                  <a:lnTo>
                    <a:pt x="14359" y="7729"/>
                  </a:lnTo>
                  <a:lnTo>
                    <a:pt x="14400" y="7607"/>
                  </a:lnTo>
                  <a:lnTo>
                    <a:pt x="14319" y="6712"/>
                  </a:lnTo>
                  <a:lnTo>
                    <a:pt x="14319" y="6265"/>
                  </a:lnTo>
                  <a:lnTo>
                    <a:pt x="14312" y="6224"/>
                  </a:lnTo>
                  <a:lnTo>
                    <a:pt x="14725" y="6224"/>
                  </a:lnTo>
                  <a:lnTo>
                    <a:pt x="15010" y="6143"/>
                  </a:lnTo>
                  <a:lnTo>
                    <a:pt x="15173" y="6102"/>
                  </a:lnTo>
                  <a:lnTo>
                    <a:pt x="15295" y="6021"/>
                  </a:lnTo>
                  <a:lnTo>
                    <a:pt x="15457" y="5858"/>
                  </a:lnTo>
                  <a:lnTo>
                    <a:pt x="15580" y="5655"/>
                  </a:lnTo>
                  <a:lnTo>
                    <a:pt x="15661" y="5451"/>
                  </a:lnTo>
                  <a:lnTo>
                    <a:pt x="15620" y="5207"/>
                  </a:lnTo>
                  <a:lnTo>
                    <a:pt x="15539" y="4963"/>
                  </a:lnTo>
                  <a:lnTo>
                    <a:pt x="15376" y="4841"/>
                  </a:lnTo>
                  <a:lnTo>
                    <a:pt x="15173" y="4719"/>
                  </a:lnTo>
                  <a:lnTo>
                    <a:pt x="14929" y="4719"/>
                  </a:lnTo>
                  <a:lnTo>
                    <a:pt x="14603" y="4679"/>
                  </a:lnTo>
                  <a:lnTo>
                    <a:pt x="14481" y="4597"/>
                  </a:lnTo>
                  <a:lnTo>
                    <a:pt x="14319" y="4516"/>
                  </a:lnTo>
                  <a:lnTo>
                    <a:pt x="14115" y="4272"/>
                  </a:lnTo>
                  <a:lnTo>
                    <a:pt x="13912" y="3987"/>
                  </a:lnTo>
                  <a:lnTo>
                    <a:pt x="13749" y="3662"/>
                  </a:lnTo>
                  <a:lnTo>
                    <a:pt x="13668" y="3336"/>
                  </a:lnTo>
                  <a:lnTo>
                    <a:pt x="13546" y="2930"/>
                  </a:lnTo>
                  <a:lnTo>
                    <a:pt x="13464" y="2523"/>
                  </a:lnTo>
                  <a:lnTo>
                    <a:pt x="13342" y="1709"/>
                  </a:lnTo>
                  <a:lnTo>
                    <a:pt x="13220" y="204"/>
                  </a:lnTo>
                  <a:lnTo>
                    <a:pt x="13180" y="42"/>
                  </a:lnTo>
                  <a:lnTo>
                    <a:pt x="13098" y="42"/>
                  </a:lnTo>
                  <a:lnTo>
                    <a:pt x="130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2"/>
            <p:cNvSpPr/>
            <p:nvPr/>
          </p:nvSpPr>
          <p:spPr>
            <a:xfrm>
              <a:off x="1774650" y="4357925"/>
              <a:ext cx="69175" cy="133225"/>
            </a:xfrm>
            <a:custGeom>
              <a:avLst/>
              <a:gdLst/>
              <a:ahLst/>
              <a:cxnLst/>
              <a:rect l="l" t="t" r="r" b="b"/>
              <a:pathLst>
                <a:path w="2767" h="5329" extrusionOk="0">
                  <a:moveTo>
                    <a:pt x="2482" y="0"/>
                  </a:moveTo>
                  <a:lnTo>
                    <a:pt x="1343" y="203"/>
                  </a:lnTo>
                  <a:lnTo>
                    <a:pt x="774" y="244"/>
                  </a:lnTo>
                  <a:lnTo>
                    <a:pt x="163" y="285"/>
                  </a:lnTo>
                  <a:lnTo>
                    <a:pt x="123" y="285"/>
                  </a:lnTo>
                  <a:lnTo>
                    <a:pt x="41" y="325"/>
                  </a:lnTo>
                  <a:lnTo>
                    <a:pt x="1" y="366"/>
                  </a:lnTo>
                  <a:lnTo>
                    <a:pt x="1" y="448"/>
                  </a:lnTo>
                  <a:lnTo>
                    <a:pt x="123" y="1708"/>
                  </a:lnTo>
                  <a:lnTo>
                    <a:pt x="326" y="2929"/>
                  </a:lnTo>
                  <a:lnTo>
                    <a:pt x="489" y="3580"/>
                  </a:lnTo>
                  <a:lnTo>
                    <a:pt x="651" y="4230"/>
                  </a:lnTo>
                  <a:lnTo>
                    <a:pt x="814" y="4719"/>
                  </a:lnTo>
                  <a:lnTo>
                    <a:pt x="936" y="4963"/>
                  </a:lnTo>
                  <a:lnTo>
                    <a:pt x="1099" y="5166"/>
                  </a:lnTo>
                  <a:lnTo>
                    <a:pt x="1262" y="5288"/>
                  </a:lnTo>
                  <a:lnTo>
                    <a:pt x="1424" y="5329"/>
                  </a:lnTo>
                  <a:lnTo>
                    <a:pt x="1587" y="5329"/>
                  </a:lnTo>
                  <a:lnTo>
                    <a:pt x="1750" y="5288"/>
                  </a:lnTo>
                  <a:lnTo>
                    <a:pt x="1872" y="5207"/>
                  </a:lnTo>
                  <a:lnTo>
                    <a:pt x="1994" y="5085"/>
                  </a:lnTo>
                  <a:lnTo>
                    <a:pt x="2116" y="4963"/>
                  </a:lnTo>
                  <a:lnTo>
                    <a:pt x="2197" y="4800"/>
                  </a:lnTo>
                  <a:lnTo>
                    <a:pt x="2319" y="4474"/>
                  </a:lnTo>
                  <a:lnTo>
                    <a:pt x="2360" y="4149"/>
                  </a:lnTo>
                  <a:lnTo>
                    <a:pt x="2441" y="3458"/>
                  </a:lnTo>
                  <a:lnTo>
                    <a:pt x="2482" y="3051"/>
                  </a:lnTo>
                  <a:lnTo>
                    <a:pt x="2523" y="2644"/>
                  </a:lnTo>
                  <a:lnTo>
                    <a:pt x="2685" y="1790"/>
                  </a:lnTo>
                  <a:lnTo>
                    <a:pt x="2726" y="1383"/>
                  </a:lnTo>
                  <a:lnTo>
                    <a:pt x="2767" y="976"/>
                  </a:lnTo>
                  <a:lnTo>
                    <a:pt x="2767" y="529"/>
                  </a:lnTo>
                  <a:lnTo>
                    <a:pt x="2685" y="122"/>
                  </a:lnTo>
                  <a:lnTo>
                    <a:pt x="2685" y="41"/>
                  </a:lnTo>
                  <a:lnTo>
                    <a:pt x="2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2"/>
            <p:cNvSpPr/>
            <p:nvPr/>
          </p:nvSpPr>
          <p:spPr>
            <a:xfrm>
              <a:off x="1988200" y="4390450"/>
              <a:ext cx="46800" cy="33600"/>
            </a:xfrm>
            <a:custGeom>
              <a:avLst/>
              <a:gdLst/>
              <a:ahLst/>
              <a:cxnLst/>
              <a:rect l="l" t="t" r="r" b="b"/>
              <a:pathLst>
                <a:path w="1872" h="1344" extrusionOk="0">
                  <a:moveTo>
                    <a:pt x="692" y="1"/>
                  </a:moveTo>
                  <a:lnTo>
                    <a:pt x="529" y="41"/>
                  </a:lnTo>
                  <a:lnTo>
                    <a:pt x="407" y="123"/>
                  </a:lnTo>
                  <a:lnTo>
                    <a:pt x="285" y="204"/>
                  </a:lnTo>
                  <a:lnTo>
                    <a:pt x="163" y="326"/>
                  </a:lnTo>
                  <a:lnTo>
                    <a:pt x="82" y="448"/>
                  </a:lnTo>
                  <a:lnTo>
                    <a:pt x="1" y="611"/>
                  </a:lnTo>
                  <a:lnTo>
                    <a:pt x="1" y="774"/>
                  </a:lnTo>
                  <a:lnTo>
                    <a:pt x="1" y="936"/>
                  </a:lnTo>
                  <a:lnTo>
                    <a:pt x="41" y="1099"/>
                  </a:lnTo>
                  <a:lnTo>
                    <a:pt x="123" y="1262"/>
                  </a:lnTo>
                  <a:lnTo>
                    <a:pt x="245" y="1343"/>
                  </a:lnTo>
                  <a:lnTo>
                    <a:pt x="326" y="1343"/>
                  </a:lnTo>
                  <a:lnTo>
                    <a:pt x="367" y="1302"/>
                  </a:lnTo>
                  <a:lnTo>
                    <a:pt x="448" y="1262"/>
                  </a:lnTo>
                  <a:lnTo>
                    <a:pt x="448" y="1221"/>
                  </a:lnTo>
                  <a:lnTo>
                    <a:pt x="489" y="1140"/>
                  </a:lnTo>
                  <a:lnTo>
                    <a:pt x="448" y="1058"/>
                  </a:lnTo>
                  <a:lnTo>
                    <a:pt x="407" y="1018"/>
                  </a:lnTo>
                  <a:lnTo>
                    <a:pt x="367" y="977"/>
                  </a:lnTo>
                  <a:lnTo>
                    <a:pt x="367" y="896"/>
                  </a:lnTo>
                  <a:lnTo>
                    <a:pt x="367" y="855"/>
                  </a:lnTo>
                  <a:lnTo>
                    <a:pt x="367" y="814"/>
                  </a:lnTo>
                  <a:lnTo>
                    <a:pt x="367" y="774"/>
                  </a:lnTo>
                  <a:lnTo>
                    <a:pt x="367" y="733"/>
                  </a:lnTo>
                  <a:lnTo>
                    <a:pt x="367" y="692"/>
                  </a:lnTo>
                  <a:lnTo>
                    <a:pt x="407" y="652"/>
                  </a:lnTo>
                  <a:lnTo>
                    <a:pt x="448" y="529"/>
                  </a:lnTo>
                  <a:lnTo>
                    <a:pt x="489" y="489"/>
                  </a:lnTo>
                  <a:lnTo>
                    <a:pt x="529" y="489"/>
                  </a:lnTo>
                  <a:lnTo>
                    <a:pt x="611" y="407"/>
                  </a:lnTo>
                  <a:lnTo>
                    <a:pt x="733" y="367"/>
                  </a:lnTo>
                  <a:lnTo>
                    <a:pt x="977" y="367"/>
                  </a:lnTo>
                  <a:lnTo>
                    <a:pt x="1099" y="407"/>
                  </a:lnTo>
                  <a:lnTo>
                    <a:pt x="1221" y="448"/>
                  </a:lnTo>
                  <a:lnTo>
                    <a:pt x="1302" y="570"/>
                  </a:lnTo>
                  <a:lnTo>
                    <a:pt x="1384" y="652"/>
                  </a:lnTo>
                  <a:lnTo>
                    <a:pt x="1506" y="896"/>
                  </a:lnTo>
                  <a:lnTo>
                    <a:pt x="1546" y="936"/>
                  </a:lnTo>
                  <a:lnTo>
                    <a:pt x="1587" y="1018"/>
                  </a:lnTo>
                  <a:lnTo>
                    <a:pt x="1750" y="1018"/>
                  </a:lnTo>
                  <a:lnTo>
                    <a:pt x="1790" y="977"/>
                  </a:lnTo>
                  <a:lnTo>
                    <a:pt x="1831" y="936"/>
                  </a:lnTo>
                  <a:lnTo>
                    <a:pt x="1872" y="855"/>
                  </a:lnTo>
                  <a:lnTo>
                    <a:pt x="1872" y="774"/>
                  </a:lnTo>
                  <a:lnTo>
                    <a:pt x="1750" y="489"/>
                  </a:lnTo>
                  <a:lnTo>
                    <a:pt x="1546" y="245"/>
                  </a:lnTo>
                  <a:lnTo>
                    <a:pt x="1302" y="82"/>
                  </a:lnTo>
                  <a:lnTo>
                    <a:pt x="1140" y="41"/>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2"/>
            <p:cNvSpPr/>
            <p:nvPr/>
          </p:nvSpPr>
          <p:spPr>
            <a:xfrm>
              <a:off x="1822450" y="4167750"/>
              <a:ext cx="179000" cy="154600"/>
            </a:xfrm>
            <a:custGeom>
              <a:avLst/>
              <a:gdLst/>
              <a:ahLst/>
              <a:cxnLst/>
              <a:rect l="l" t="t" r="r" b="b"/>
              <a:pathLst>
                <a:path w="7160" h="6184" extrusionOk="0">
                  <a:moveTo>
                    <a:pt x="1994" y="1"/>
                  </a:moveTo>
                  <a:lnTo>
                    <a:pt x="1831" y="41"/>
                  </a:lnTo>
                  <a:lnTo>
                    <a:pt x="1668" y="123"/>
                  </a:lnTo>
                  <a:lnTo>
                    <a:pt x="1546" y="245"/>
                  </a:lnTo>
                  <a:lnTo>
                    <a:pt x="1424" y="407"/>
                  </a:lnTo>
                  <a:lnTo>
                    <a:pt x="1343" y="570"/>
                  </a:lnTo>
                  <a:lnTo>
                    <a:pt x="1302" y="773"/>
                  </a:lnTo>
                  <a:lnTo>
                    <a:pt x="1302" y="977"/>
                  </a:lnTo>
                  <a:lnTo>
                    <a:pt x="1343" y="1221"/>
                  </a:lnTo>
                  <a:lnTo>
                    <a:pt x="1383" y="1424"/>
                  </a:lnTo>
                  <a:lnTo>
                    <a:pt x="1465" y="1628"/>
                  </a:lnTo>
                  <a:lnTo>
                    <a:pt x="1668" y="2034"/>
                  </a:lnTo>
                  <a:lnTo>
                    <a:pt x="1831" y="2441"/>
                  </a:lnTo>
                  <a:lnTo>
                    <a:pt x="1587" y="2360"/>
                  </a:lnTo>
                  <a:lnTo>
                    <a:pt x="1383" y="2279"/>
                  </a:lnTo>
                  <a:lnTo>
                    <a:pt x="1139" y="2238"/>
                  </a:lnTo>
                  <a:lnTo>
                    <a:pt x="855" y="2238"/>
                  </a:lnTo>
                  <a:lnTo>
                    <a:pt x="611" y="2319"/>
                  </a:lnTo>
                  <a:lnTo>
                    <a:pt x="367" y="2441"/>
                  </a:lnTo>
                  <a:lnTo>
                    <a:pt x="163" y="2645"/>
                  </a:lnTo>
                  <a:lnTo>
                    <a:pt x="41" y="2889"/>
                  </a:lnTo>
                  <a:lnTo>
                    <a:pt x="0" y="3011"/>
                  </a:lnTo>
                  <a:lnTo>
                    <a:pt x="0" y="3173"/>
                  </a:lnTo>
                  <a:lnTo>
                    <a:pt x="41" y="3417"/>
                  </a:lnTo>
                  <a:lnTo>
                    <a:pt x="204" y="3661"/>
                  </a:lnTo>
                  <a:lnTo>
                    <a:pt x="407" y="3865"/>
                  </a:lnTo>
                  <a:lnTo>
                    <a:pt x="611" y="3946"/>
                  </a:lnTo>
                  <a:lnTo>
                    <a:pt x="814" y="4028"/>
                  </a:lnTo>
                  <a:lnTo>
                    <a:pt x="1058" y="4068"/>
                  </a:lnTo>
                  <a:lnTo>
                    <a:pt x="1261" y="4068"/>
                  </a:lnTo>
                  <a:lnTo>
                    <a:pt x="1017" y="4434"/>
                  </a:lnTo>
                  <a:lnTo>
                    <a:pt x="936" y="4597"/>
                  </a:lnTo>
                  <a:lnTo>
                    <a:pt x="855" y="4800"/>
                  </a:lnTo>
                  <a:lnTo>
                    <a:pt x="855" y="5085"/>
                  </a:lnTo>
                  <a:lnTo>
                    <a:pt x="895" y="5370"/>
                  </a:lnTo>
                  <a:lnTo>
                    <a:pt x="1017" y="5614"/>
                  </a:lnTo>
                  <a:lnTo>
                    <a:pt x="1180" y="5817"/>
                  </a:lnTo>
                  <a:lnTo>
                    <a:pt x="1343" y="5899"/>
                  </a:lnTo>
                  <a:lnTo>
                    <a:pt x="1465" y="5939"/>
                  </a:lnTo>
                  <a:lnTo>
                    <a:pt x="1750" y="5939"/>
                  </a:lnTo>
                  <a:lnTo>
                    <a:pt x="2034" y="5858"/>
                  </a:lnTo>
                  <a:lnTo>
                    <a:pt x="2278" y="5695"/>
                  </a:lnTo>
                  <a:lnTo>
                    <a:pt x="2482" y="5492"/>
                  </a:lnTo>
                  <a:lnTo>
                    <a:pt x="2644" y="5289"/>
                  </a:lnTo>
                  <a:lnTo>
                    <a:pt x="2929" y="4841"/>
                  </a:lnTo>
                  <a:lnTo>
                    <a:pt x="3010" y="5126"/>
                  </a:lnTo>
                  <a:lnTo>
                    <a:pt x="3092" y="5370"/>
                  </a:lnTo>
                  <a:lnTo>
                    <a:pt x="3173" y="5573"/>
                  </a:lnTo>
                  <a:lnTo>
                    <a:pt x="3336" y="5817"/>
                  </a:lnTo>
                  <a:lnTo>
                    <a:pt x="3539" y="5980"/>
                  </a:lnTo>
                  <a:lnTo>
                    <a:pt x="3824" y="6143"/>
                  </a:lnTo>
                  <a:lnTo>
                    <a:pt x="4109" y="6183"/>
                  </a:lnTo>
                  <a:lnTo>
                    <a:pt x="4271" y="6183"/>
                  </a:lnTo>
                  <a:lnTo>
                    <a:pt x="4393" y="6143"/>
                  </a:lnTo>
                  <a:lnTo>
                    <a:pt x="4556" y="6102"/>
                  </a:lnTo>
                  <a:lnTo>
                    <a:pt x="4678" y="5980"/>
                  </a:lnTo>
                  <a:lnTo>
                    <a:pt x="4760" y="5899"/>
                  </a:lnTo>
                  <a:lnTo>
                    <a:pt x="4841" y="5777"/>
                  </a:lnTo>
                  <a:lnTo>
                    <a:pt x="4963" y="5492"/>
                  </a:lnTo>
                  <a:lnTo>
                    <a:pt x="5004" y="5167"/>
                  </a:lnTo>
                  <a:lnTo>
                    <a:pt x="5004" y="4922"/>
                  </a:lnTo>
                  <a:lnTo>
                    <a:pt x="5004" y="4678"/>
                  </a:lnTo>
                  <a:lnTo>
                    <a:pt x="4922" y="4434"/>
                  </a:lnTo>
                  <a:lnTo>
                    <a:pt x="4841" y="4190"/>
                  </a:lnTo>
                  <a:lnTo>
                    <a:pt x="5451" y="4312"/>
                  </a:lnTo>
                  <a:lnTo>
                    <a:pt x="6061" y="4394"/>
                  </a:lnTo>
                  <a:lnTo>
                    <a:pt x="6427" y="4394"/>
                  </a:lnTo>
                  <a:lnTo>
                    <a:pt x="6590" y="4353"/>
                  </a:lnTo>
                  <a:lnTo>
                    <a:pt x="6753" y="4312"/>
                  </a:lnTo>
                  <a:lnTo>
                    <a:pt x="6915" y="4231"/>
                  </a:lnTo>
                  <a:lnTo>
                    <a:pt x="7037" y="4109"/>
                  </a:lnTo>
                  <a:lnTo>
                    <a:pt x="7119" y="3987"/>
                  </a:lnTo>
                  <a:lnTo>
                    <a:pt x="7159" y="3784"/>
                  </a:lnTo>
                  <a:lnTo>
                    <a:pt x="7159" y="3621"/>
                  </a:lnTo>
                  <a:lnTo>
                    <a:pt x="7119" y="3458"/>
                  </a:lnTo>
                  <a:lnTo>
                    <a:pt x="7078" y="3336"/>
                  </a:lnTo>
                  <a:lnTo>
                    <a:pt x="6997" y="3173"/>
                  </a:lnTo>
                  <a:lnTo>
                    <a:pt x="6875" y="3092"/>
                  </a:lnTo>
                  <a:lnTo>
                    <a:pt x="6753" y="2970"/>
                  </a:lnTo>
                  <a:lnTo>
                    <a:pt x="6468" y="2807"/>
                  </a:lnTo>
                  <a:lnTo>
                    <a:pt x="6143" y="2726"/>
                  </a:lnTo>
                  <a:lnTo>
                    <a:pt x="5776" y="2726"/>
                  </a:lnTo>
                  <a:lnTo>
                    <a:pt x="5451" y="2685"/>
                  </a:lnTo>
                  <a:lnTo>
                    <a:pt x="5085" y="2645"/>
                  </a:lnTo>
                  <a:lnTo>
                    <a:pt x="5370" y="2401"/>
                  </a:lnTo>
                  <a:lnTo>
                    <a:pt x="5614" y="2156"/>
                  </a:lnTo>
                  <a:lnTo>
                    <a:pt x="5695" y="1994"/>
                  </a:lnTo>
                  <a:lnTo>
                    <a:pt x="5776" y="1831"/>
                  </a:lnTo>
                  <a:lnTo>
                    <a:pt x="5817" y="1668"/>
                  </a:lnTo>
                  <a:lnTo>
                    <a:pt x="5817" y="1465"/>
                  </a:lnTo>
                  <a:lnTo>
                    <a:pt x="5776" y="1302"/>
                  </a:lnTo>
                  <a:lnTo>
                    <a:pt x="5736" y="1140"/>
                  </a:lnTo>
                  <a:lnTo>
                    <a:pt x="5614" y="977"/>
                  </a:lnTo>
                  <a:lnTo>
                    <a:pt x="5492" y="855"/>
                  </a:lnTo>
                  <a:lnTo>
                    <a:pt x="5288" y="733"/>
                  </a:lnTo>
                  <a:lnTo>
                    <a:pt x="4800" y="733"/>
                  </a:lnTo>
                  <a:lnTo>
                    <a:pt x="4556" y="814"/>
                  </a:lnTo>
                  <a:lnTo>
                    <a:pt x="4190" y="977"/>
                  </a:lnTo>
                  <a:lnTo>
                    <a:pt x="3824" y="1221"/>
                  </a:lnTo>
                  <a:lnTo>
                    <a:pt x="3499" y="1506"/>
                  </a:lnTo>
                  <a:lnTo>
                    <a:pt x="3173" y="1831"/>
                  </a:lnTo>
                  <a:lnTo>
                    <a:pt x="3092" y="1302"/>
                  </a:lnTo>
                  <a:lnTo>
                    <a:pt x="2970" y="773"/>
                  </a:lnTo>
                  <a:lnTo>
                    <a:pt x="2888" y="529"/>
                  </a:lnTo>
                  <a:lnTo>
                    <a:pt x="2766" y="326"/>
                  </a:lnTo>
                  <a:lnTo>
                    <a:pt x="2604" y="163"/>
                  </a:lnTo>
                  <a:lnTo>
                    <a:pt x="2360" y="41"/>
                  </a:lnTo>
                  <a:lnTo>
                    <a:pt x="21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2"/>
            <p:cNvSpPr/>
            <p:nvPr/>
          </p:nvSpPr>
          <p:spPr>
            <a:xfrm>
              <a:off x="1864150" y="4215550"/>
              <a:ext cx="73225" cy="69175"/>
            </a:xfrm>
            <a:custGeom>
              <a:avLst/>
              <a:gdLst/>
              <a:ahLst/>
              <a:cxnLst/>
              <a:rect l="l" t="t" r="r" b="b"/>
              <a:pathLst>
                <a:path w="2929" h="2767" extrusionOk="0">
                  <a:moveTo>
                    <a:pt x="1709" y="0"/>
                  </a:moveTo>
                  <a:lnTo>
                    <a:pt x="1383" y="41"/>
                  </a:lnTo>
                  <a:lnTo>
                    <a:pt x="1017" y="122"/>
                  </a:lnTo>
                  <a:lnTo>
                    <a:pt x="814" y="204"/>
                  </a:lnTo>
                  <a:lnTo>
                    <a:pt x="610" y="326"/>
                  </a:lnTo>
                  <a:lnTo>
                    <a:pt x="407" y="489"/>
                  </a:lnTo>
                  <a:lnTo>
                    <a:pt x="244" y="692"/>
                  </a:lnTo>
                  <a:lnTo>
                    <a:pt x="122" y="895"/>
                  </a:lnTo>
                  <a:lnTo>
                    <a:pt x="41" y="1099"/>
                  </a:lnTo>
                  <a:lnTo>
                    <a:pt x="0" y="1343"/>
                  </a:lnTo>
                  <a:lnTo>
                    <a:pt x="0" y="1587"/>
                  </a:lnTo>
                  <a:lnTo>
                    <a:pt x="41" y="1831"/>
                  </a:lnTo>
                  <a:lnTo>
                    <a:pt x="122" y="2034"/>
                  </a:lnTo>
                  <a:lnTo>
                    <a:pt x="244" y="2238"/>
                  </a:lnTo>
                  <a:lnTo>
                    <a:pt x="407" y="2400"/>
                  </a:lnTo>
                  <a:lnTo>
                    <a:pt x="610" y="2563"/>
                  </a:lnTo>
                  <a:lnTo>
                    <a:pt x="814" y="2685"/>
                  </a:lnTo>
                  <a:lnTo>
                    <a:pt x="1058" y="2766"/>
                  </a:lnTo>
                  <a:lnTo>
                    <a:pt x="1546" y="2766"/>
                  </a:lnTo>
                  <a:lnTo>
                    <a:pt x="1831" y="2726"/>
                  </a:lnTo>
                  <a:lnTo>
                    <a:pt x="2075" y="2604"/>
                  </a:lnTo>
                  <a:lnTo>
                    <a:pt x="2278" y="2441"/>
                  </a:lnTo>
                  <a:lnTo>
                    <a:pt x="2481" y="2238"/>
                  </a:lnTo>
                  <a:lnTo>
                    <a:pt x="2644" y="2034"/>
                  </a:lnTo>
                  <a:lnTo>
                    <a:pt x="2766" y="1790"/>
                  </a:lnTo>
                  <a:lnTo>
                    <a:pt x="2888" y="1546"/>
                  </a:lnTo>
                  <a:lnTo>
                    <a:pt x="2888" y="1343"/>
                  </a:lnTo>
                  <a:lnTo>
                    <a:pt x="2929" y="1180"/>
                  </a:lnTo>
                  <a:lnTo>
                    <a:pt x="2888" y="977"/>
                  </a:lnTo>
                  <a:lnTo>
                    <a:pt x="2848" y="814"/>
                  </a:lnTo>
                  <a:lnTo>
                    <a:pt x="2807" y="651"/>
                  </a:lnTo>
                  <a:lnTo>
                    <a:pt x="2685" y="489"/>
                  </a:lnTo>
                  <a:lnTo>
                    <a:pt x="2563" y="326"/>
                  </a:lnTo>
                  <a:lnTo>
                    <a:pt x="2400" y="244"/>
                  </a:lnTo>
                  <a:lnTo>
                    <a:pt x="2237" y="122"/>
                  </a:lnTo>
                  <a:lnTo>
                    <a:pt x="2075" y="82"/>
                  </a:lnTo>
                  <a:lnTo>
                    <a:pt x="1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2"/>
            <p:cNvSpPr/>
            <p:nvPr/>
          </p:nvSpPr>
          <p:spPr>
            <a:xfrm>
              <a:off x="1694325" y="4652825"/>
              <a:ext cx="459650" cy="272550"/>
            </a:xfrm>
            <a:custGeom>
              <a:avLst/>
              <a:gdLst/>
              <a:ahLst/>
              <a:cxnLst/>
              <a:rect l="l" t="t" r="r" b="b"/>
              <a:pathLst>
                <a:path w="18386" h="10902" extrusionOk="0">
                  <a:moveTo>
                    <a:pt x="8095" y="0"/>
                  </a:moveTo>
                  <a:lnTo>
                    <a:pt x="6997" y="41"/>
                  </a:lnTo>
                  <a:lnTo>
                    <a:pt x="5898" y="122"/>
                  </a:lnTo>
                  <a:lnTo>
                    <a:pt x="4841" y="285"/>
                  </a:lnTo>
                  <a:lnTo>
                    <a:pt x="4759" y="285"/>
                  </a:lnTo>
                  <a:lnTo>
                    <a:pt x="4719" y="326"/>
                  </a:lnTo>
                  <a:lnTo>
                    <a:pt x="4678" y="448"/>
                  </a:lnTo>
                  <a:lnTo>
                    <a:pt x="4637" y="1627"/>
                  </a:lnTo>
                  <a:lnTo>
                    <a:pt x="3905" y="1790"/>
                  </a:lnTo>
                  <a:lnTo>
                    <a:pt x="3580" y="1912"/>
                  </a:lnTo>
                  <a:lnTo>
                    <a:pt x="3214" y="2075"/>
                  </a:lnTo>
                  <a:lnTo>
                    <a:pt x="2888" y="2237"/>
                  </a:lnTo>
                  <a:lnTo>
                    <a:pt x="2563" y="2441"/>
                  </a:lnTo>
                  <a:lnTo>
                    <a:pt x="2278" y="2685"/>
                  </a:lnTo>
                  <a:lnTo>
                    <a:pt x="1993" y="2929"/>
                  </a:lnTo>
                  <a:lnTo>
                    <a:pt x="1627" y="3295"/>
                  </a:lnTo>
                  <a:lnTo>
                    <a:pt x="1343" y="3742"/>
                  </a:lnTo>
                  <a:lnTo>
                    <a:pt x="1058" y="4190"/>
                  </a:lnTo>
                  <a:lnTo>
                    <a:pt x="854" y="4637"/>
                  </a:lnTo>
                  <a:lnTo>
                    <a:pt x="651" y="5125"/>
                  </a:lnTo>
                  <a:lnTo>
                    <a:pt x="488" y="5613"/>
                  </a:lnTo>
                  <a:lnTo>
                    <a:pt x="366" y="6142"/>
                  </a:lnTo>
                  <a:lnTo>
                    <a:pt x="285" y="6630"/>
                  </a:lnTo>
                  <a:lnTo>
                    <a:pt x="163" y="7240"/>
                  </a:lnTo>
                  <a:lnTo>
                    <a:pt x="122" y="7891"/>
                  </a:lnTo>
                  <a:lnTo>
                    <a:pt x="0" y="9152"/>
                  </a:lnTo>
                  <a:lnTo>
                    <a:pt x="0" y="9681"/>
                  </a:lnTo>
                  <a:lnTo>
                    <a:pt x="0" y="9925"/>
                  </a:lnTo>
                  <a:lnTo>
                    <a:pt x="122" y="10210"/>
                  </a:lnTo>
                  <a:lnTo>
                    <a:pt x="244" y="10373"/>
                  </a:lnTo>
                  <a:lnTo>
                    <a:pt x="407" y="10535"/>
                  </a:lnTo>
                  <a:lnTo>
                    <a:pt x="610" y="10617"/>
                  </a:lnTo>
                  <a:lnTo>
                    <a:pt x="814" y="10698"/>
                  </a:lnTo>
                  <a:lnTo>
                    <a:pt x="1343" y="10698"/>
                  </a:lnTo>
                  <a:lnTo>
                    <a:pt x="1831" y="10657"/>
                  </a:lnTo>
                  <a:lnTo>
                    <a:pt x="2482" y="10657"/>
                  </a:lnTo>
                  <a:lnTo>
                    <a:pt x="3132" y="10739"/>
                  </a:lnTo>
                  <a:lnTo>
                    <a:pt x="3742" y="10820"/>
                  </a:lnTo>
                  <a:lnTo>
                    <a:pt x="4393" y="10901"/>
                  </a:lnTo>
                  <a:lnTo>
                    <a:pt x="14034" y="10901"/>
                  </a:lnTo>
                  <a:lnTo>
                    <a:pt x="16800" y="10820"/>
                  </a:lnTo>
                  <a:lnTo>
                    <a:pt x="18183" y="10739"/>
                  </a:lnTo>
                  <a:lnTo>
                    <a:pt x="18264" y="10698"/>
                  </a:lnTo>
                  <a:lnTo>
                    <a:pt x="18305" y="10698"/>
                  </a:lnTo>
                  <a:lnTo>
                    <a:pt x="18305" y="10657"/>
                  </a:lnTo>
                  <a:lnTo>
                    <a:pt x="18345" y="10617"/>
                  </a:lnTo>
                  <a:lnTo>
                    <a:pt x="18345" y="10576"/>
                  </a:lnTo>
                  <a:lnTo>
                    <a:pt x="18386" y="9925"/>
                  </a:lnTo>
                  <a:lnTo>
                    <a:pt x="18345" y="9315"/>
                  </a:lnTo>
                  <a:lnTo>
                    <a:pt x="18345" y="8705"/>
                  </a:lnTo>
                  <a:lnTo>
                    <a:pt x="18264" y="8095"/>
                  </a:lnTo>
                  <a:lnTo>
                    <a:pt x="18142" y="7485"/>
                  </a:lnTo>
                  <a:lnTo>
                    <a:pt x="18020" y="6874"/>
                  </a:lnTo>
                  <a:lnTo>
                    <a:pt x="17816" y="6305"/>
                  </a:lnTo>
                  <a:lnTo>
                    <a:pt x="17572" y="5735"/>
                  </a:lnTo>
                  <a:lnTo>
                    <a:pt x="17369" y="5247"/>
                  </a:lnTo>
                  <a:lnTo>
                    <a:pt x="17084" y="4800"/>
                  </a:lnTo>
                  <a:lnTo>
                    <a:pt x="16800" y="4352"/>
                  </a:lnTo>
                  <a:lnTo>
                    <a:pt x="16433" y="3946"/>
                  </a:lnTo>
                  <a:lnTo>
                    <a:pt x="16067" y="3580"/>
                  </a:lnTo>
                  <a:lnTo>
                    <a:pt x="15661" y="3214"/>
                  </a:lnTo>
                  <a:lnTo>
                    <a:pt x="15254" y="2888"/>
                  </a:lnTo>
                  <a:lnTo>
                    <a:pt x="14806" y="2644"/>
                  </a:lnTo>
                  <a:lnTo>
                    <a:pt x="14400" y="2441"/>
                  </a:lnTo>
                  <a:lnTo>
                    <a:pt x="13952" y="2278"/>
                  </a:lnTo>
                  <a:lnTo>
                    <a:pt x="13545" y="2156"/>
                  </a:lnTo>
                  <a:lnTo>
                    <a:pt x="13098" y="2034"/>
                  </a:lnTo>
                  <a:lnTo>
                    <a:pt x="13179" y="1220"/>
                  </a:lnTo>
                  <a:lnTo>
                    <a:pt x="13220" y="366"/>
                  </a:lnTo>
                  <a:lnTo>
                    <a:pt x="13179" y="285"/>
                  </a:lnTo>
                  <a:lnTo>
                    <a:pt x="13098" y="204"/>
                  </a:lnTo>
                  <a:lnTo>
                    <a:pt x="12610" y="122"/>
                  </a:lnTo>
                  <a:lnTo>
                    <a:pt x="12122" y="81"/>
                  </a:lnTo>
                  <a:lnTo>
                    <a:pt x="11146" y="41"/>
                  </a:lnTo>
                  <a:lnTo>
                    <a:pt x="9152" y="41"/>
                  </a:lnTo>
                  <a:lnTo>
                    <a:pt x="80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2"/>
            <p:cNvSpPr/>
            <p:nvPr/>
          </p:nvSpPr>
          <p:spPr>
            <a:xfrm>
              <a:off x="1829575" y="4684350"/>
              <a:ext cx="12225" cy="33575"/>
            </a:xfrm>
            <a:custGeom>
              <a:avLst/>
              <a:gdLst/>
              <a:ahLst/>
              <a:cxnLst/>
              <a:rect l="l" t="t" r="r" b="b"/>
              <a:pathLst>
                <a:path w="489" h="1343" extrusionOk="0">
                  <a:moveTo>
                    <a:pt x="122" y="0"/>
                  </a:moveTo>
                  <a:lnTo>
                    <a:pt x="82" y="41"/>
                  </a:lnTo>
                  <a:lnTo>
                    <a:pt x="41" y="122"/>
                  </a:lnTo>
                  <a:lnTo>
                    <a:pt x="0" y="244"/>
                  </a:lnTo>
                  <a:lnTo>
                    <a:pt x="163" y="1180"/>
                  </a:lnTo>
                  <a:lnTo>
                    <a:pt x="163" y="1261"/>
                  </a:lnTo>
                  <a:lnTo>
                    <a:pt x="244" y="1302"/>
                  </a:lnTo>
                  <a:lnTo>
                    <a:pt x="326" y="1342"/>
                  </a:lnTo>
                  <a:lnTo>
                    <a:pt x="366" y="1302"/>
                  </a:lnTo>
                  <a:lnTo>
                    <a:pt x="448" y="1302"/>
                  </a:lnTo>
                  <a:lnTo>
                    <a:pt x="488" y="1220"/>
                  </a:lnTo>
                  <a:lnTo>
                    <a:pt x="488" y="1098"/>
                  </a:lnTo>
                  <a:lnTo>
                    <a:pt x="366" y="163"/>
                  </a:lnTo>
                  <a:lnTo>
                    <a:pt x="326" y="81"/>
                  </a:lnTo>
                  <a:lnTo>
                    <a:pt x="285" y="41"/>
                  </a:lnTo>
                  <a:lnTo>
                    <a:pt x="2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2"/>
            <p:cNvSpPr/>
            <p:nvPr/>
          </p:nvSpPr>
          <p:spPr>
            <a:xfrm>
              <a:off x="1862100" y="4686375"/>
              <a:ext cx="9175" cy="35625"/>
            </a:xfrm>
            <a:custGeom>
              <a:avLst/>
              <a:gdLst/>
              <a:ahLst/>
              <a:cxnLst/>
              <a:rect l="l" t="t" r="r" b="b"/>
              <a:pathLst>
                <a:path w="367" h="1425" extrusionOk="0">
                  <a:moveTo>
                    <a:pt x="123" y="0"/>
                  </a:moveTo>
                  <a:lnTo>
                    <a:pt x="42" y="41"/>
                  </a:lnTo>
                  <a:lnTo>
                    <a:pt x="1" y="122"/>
                  </a:lnTo>
                  <a:lnTo>
                    <a:pt x="1" y="163"/>
                  </a:lnTo>
                  <a:lnTo>
                    <a:pt x="1" y="1261"/>
                  </a:lnTo>
                  <a:lnTo>
                    <a:pt x="1" y="1343"/>
                  </a:lnTo>
                  <a:lnTo>
                    <a:pt x="42" y="1383"/>
                  </a:lnTo>
                  <a:lnTo>
                    <a:pt x="123" y="1424"/>
                  </a:lnTo>
                  <a:lnTo>
                    <a:pt x="245" y="1424"/>
                  </a:lnTo>
                  <a:lnTo>
                    <a:pt x="326" y="1383"/>
                  </a:lnTo>
                  <a:lnTo>
                    <a:pt x="367" y="1343"/>
                  </a:lnTo>
                  <a:lnTo>
                    <a:pt x="367" y="1261"/>
                  </a:lnTo>
                  <a:lnTo>
                    <a:pt x="367" y="163"/>
                  </a:lnTo>
                  <a:lnTo>
                    <a:pt x="367" y="122"/>
                  </a:lnTo>
                  <a:lnTo>
                    <a:pt x="326" y="41"/>
                  </a:lnTo>
                  <a:lnTo>
                    <a:pt x="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2"/>
            <p:cNvSpPr/>
            <p:nvPr/>
          </p:nvSpPr>
          <p:spPr>
            <a:xfrm>
              <a:off x="1892625" y="4686375"/>
              <a:ext cx="12225" cy="32575"/>
            </a:xfrm>
            <a:custGeom>
              <a:avLst/>
              <a:gdLst/>
              <a:ahLst/>
              <a:cxnLst/>
              <a:rect l="l" t="t" r="r" b="b"/>
              <a:pathLst>
                <a:path w="489" h="1303" extrusionOk="0">
                  <a:moveTo>
                    <a:pt x="122" y="0"/>
                  </a:moveTo>
                  <a:lnTo>
                    <a:pt x="81" y="41"/>
                  </a:lnTo>
                  <a:lnTo>
                    <a:pt x="41" y="82"/>
                  </a:lnTo>
                  <a:lnTo>
                    <a:pt x="0" y="245"/>
                  </a:lnTo>
                  <a:lnTo>
                    <a:pt x="122" y="1180"/>
                  </a:lnTo>
                  <a:lnTo>
                    <a:pt x="163" y="1221"/>
                  </a:lnTo>
                  <a:lnTo>
                    <a:pt x="244" y="1302"/>
                  </a:lnTo>
                  <a:lnTo>
                    <a:pt x="366" y="1302"/>
                  </a:lnTo>
                  <a:lnTo>
                    <a:pt x="448" y="1261"/>
                  </a:lnTo>
                  <a:lnTo>
                    <a:pt x="488" y="1221"/>
                  </a:lnTo>
                  <a:lnTo>
                    <a:pt x="488" y="1058"/>
                  </a:lnTo>
                  <a:lnTo>
                    <a:pt x="366" y="122"/>
                  </a:lnTo>
                  <a:lnTo>
                    <a:pt x="326" y="82"/>
                  </a:lnTo>
                  <a:lnTo>
                    <a:pt x="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2"/>
            <p:cNvSpPr/>
            <p:nvPr/>
          </p:nvSpPr>
          <p:spPr>
            <a:xfrm>
              <a:off x="1924150" y="4684350"/>
              <a:ext cx="11200" cy="34600"/>
            </a:xfrm>
            <a:custGeom>
              <a:avLst/>
              <a:gdLst/>
              <a:ahLst/>
              <a:cxnLst/>
              <a:rect l="l" t="t" r="r" b="b"/>
              <a:pathLst>
                <a:path w="448" h="1384" extrusionOk="0">
                  <a:moveTo>
                    <a:pt x="203" y="0"/>
                  </a:moveTo>
                  <a:lnTo>
                    <a:pt x="122" y="41"/>
                  </a:lnTo>
                  <a:lnTo>
                    <a:pt x="41" y="81"/>
                  </a:lnTo>
                  <a:lnTo>
                    <a:pt x="0" y="122"/>
                  </a:lnTo>
                  <a:lnTo>
                    <a:pt x="0" y="203"/>
                  </a:lnTo>
                  <a:lnTo>
                    <a:pt x="81" y="1220"/>
                  </a:lnTo>
                  <a:lnTo>
                    <a:pt x="81" y="1261"/>
                  </a:lnTo>
                  <a:lnTo>
                    <a:pt x="122" y="1342"/>
                  </a:lnTo>
                  <a:lnTo>
                    <a:pt x="163" y="1383"/>
                  </a:lnTo>
                  <a:lnTo>
                    <a:pt x="325" y="1383"/>
                  </a:lnTo>
                  <a:lnTo>
                    <a:pt x="366" y="1342"/>
                  </a:lnTo>
                  <a:lnTo>
                    <a:pt x="407" y="1261"/>
                  </a:lnTo>
                  <a:lnTo>
                    <a:pt x="448" y="1220"/>
                  </a:lnTo>
                  <a:lnTo>
                    <a:pt x="366" y="203"/>
                  </a:lnTo>
                  <a:lnTo>
                    <a:pt x="366" y="122"/>
                  </a:lnTo>
                  <a:lnTo>
                    <a:pt x="325" y="81"/>
                  </a:lnTo>
                  <a:lnTo>
                    <a:pt x="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2"/>
            <p:cNvSpPr/>
            <p:nvPr/>
          </p:nvSpPr>
          <p:spPr>
            <a:xfrm>
              <a:off x="1956675" y="4682300"/>
              <a:ext cx="11225" cy="33600"/>
            </a:xfrm>
            <a:custGeom>
              <a:avLst/>
              <a:gdLst/>
              <a:ahLst/>
              <a:cxnLst/>
              <a:rect l="l" t="t" r="r" b="b"/>
              <a:pathLst>
                <a:path w="449" h="1344" extrusionOk="0">
                  <a:moveTo>
                    <a:pt x="204" y="1"/>
                  </a:moveTo>
                  <a:lnTo>
                    <a:pt x="123" y="41"/>
                  </a:lnTo>
                  <a:lnTo>
                    <a:pt x="82" y="82"/>
                  </a:lnTo>
                  <a:lnTo>
                    <a:pt x="41" y="123"/>
                  </a:lnTo>
                  <a:lnTo>
                    <a:pt x="1" y="204"/>
                  </a:lnTo>
                  <a:lnTo>
                    <a:pt x="82" y="1140"/>
                  </a:lnTo>
                  <a:lnTo>
                    <a:pt x="123" y="1262"/>
                  </a:lnTo>
                  <a:lnTo>
                    <a:pt x="204" y="1302"/>
                  </a:lnTo>
                  <a:lnTo>
                    <a:pt x="245" y="1343"/>
                  </a:lnTo>
                  <a:lnTo>
                    <a:pt x="326" y="1302"/>
                  </a:lnTo>
                  <a:lnTo>
                    <a:pt x="407" y="1262"/>
                  </a:lnTo>
                  <a:lnTo>
                    <a:pt x="448" y="1221"/>
                  </a:lnTo>
                  <a:lnTo>
                    <a:pt x="448" y="1140"/>
                  </a:lnTo>
                  <a:lnTo>
                    <a:pt x="367" y="204"/>
                  </a:lnTo>
                  <a:lnTo>
                    <a:pt x="326" y="82"/>
                  </a:lnTo>
                  <a:lnTo>
                    <a:pt x="285" y="41"/>
                  </a:lnTo>
                  <a:lnTo>
                    <a:pt x="2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2"/>
            <p:cNvSpPr/>
            <p:nvPr/>
          </p:nvSpPr>
          <p:spPr>
            <a:xfrm>
              <a:off x="1990250" y="4679250"/>
              <a:ext cx="11200" cy="38675"/>
            </a:xfrm>
            <a:custGeom>
              <a:avLst/>
              <a:gdLst/>
              <a:ahLst/>
              <a:cxnLst/>
              <a:rect l="l" t="t" r="r" b="b"/>
              <a:pathLst>
                <a:path w="448" h="1547" extrusionOk="0">
                  <a:moveTo>
                    <a:pt x="285" y="1"/>
                  </a:moveTo>
                  <a:lnTo>
                    <a:pt x="203" y="41"/>
                  </a:lnTo>
                  <a:lnTo>
                    <a:pt x="122" y="82"/>
                  </a:lnTo>
                  <a:lnTo>
                    <a:pt x="81" y="123"/>
                  </a:lnTo>
                  <a:lnTo>
                    <a:pt x="81" y="204"/>
                  </a:lnTo>
                  <a:lnTo>
                    <a:pt x="0" y="1343"/>
                  </a:lnTo>
                  <a:lnTo>
                    <a:pt x="41" y="1424"/>
                  </a:lnTo>
                  <a:lnTo>
                    <a:pt x="81" y="1465"/>
                  </a:lnTo>
                  <a:lnTo>
                    <a:pt x="122" y="1506"/>
                  </a:lnTo>
                  <a:lnTo>
                    <a:pt x="203" y="1546"/>
                  </a:lnTo>
                  <a:lnTo>
                    <a:pt x="285" y="1506"/>
                  </a:lnTo>
                  <a:lnTo>
                    <a:pt x="325" y="1465"/>
                  </a:lnTo>
                  <a:lnTo>
                    <a:pt x="366" y="1424"/>
                  </a:lnTo>
                  <a:lnTo>
                    <a:pt x="407" y="1343"/>
                  </a:lnTo>
                  <a:lnTo>
                    <a:pt x="447" y="204"/>
                  </a:lnTo>
                  <a:lnTo>
                    <a:pt x="447" y="123"/>
                  </a:lnTo>
                  <a:lnTo>
                    <a:pt x="407" y="82"/>
                  </a:lnTo>
                  <a:lnTo>
                    <a:pt x="325" y="41"/>
                  </a:lnTo>
                  <a:lnTo>
                    <a:pt x="2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ro-RO" sz="2000" b="0" i="1" u="none" strike="noStrike" dirty="0">
                <a:solidFill>
                  <a:srgbClr val="000000"/>
                </a:solidFill>
                <a:effectLst/>
                <a:latin typeface="Yusei Magic" panose="020B0604020202020204" charset="-128"/>
                <a:ea typeface="Yusei Magic" panose="020B0604020202020204" charset="-128"/>
                <a:cs typeface="Yusei Magic" panose="020B0604020202020204" charset="-128"/>
              </a:rPr>
              <a:t>2.1.Impactul stresului și al blocajelor emoționale asupra succesului academic</a:t>
            </a:r>
            <a:endParaRPr sz="2000" dirty="0">
              <a:latin typeface="Yusei Magic" panose="020B0604020202020204" charset="-128"/>
              <a:ea typeface="Yusei Magic" panose="020B0604020202020204" charset="-128"/>
              <a:cs typeface="Yusei Magic" panose="020B0604020202020204" charset="-128"/>
            </a:endParaRPr>
          </a:p>
        </p:txBody>
      </p:sp>
      <p:sp>
        <p:nvSpPr>
          <p:cNvPr id="2" name="TextBox 1">
            <a:extLst>
              <a:ext uri="{FF2B5EF4-FFF2-40B4-BE49-F238E27FC236}">
                <a16:creationId xmlns:a16="http://schemas.microsoft.com/office/drawing/2014/main" id="{77FA59CB-DD35-90A3-AB7C-7E54824F3B12}"/>
              </a:ext>
            </a:extLst>
          </p:cNvPr>
          <p:cNvSpPr txBox="1"/>
          <p:nvPr/>
        </p:nvSpPr>
        <p:spPr>
          <a:xfrm>
            <a:off x="515815" y="1506264"/>
            <a:ext cx="8288215" cy="3077766"/>
          </a:xfrm>
          <a:prstGeom prst="rect">
            <a:avLst/>
          </a:prstGeom>
          <a:noFill/>
        </p:spPr>
        <p:txBody>
          <a:bodyPr wrap="square" rtlCol="0">
            <a:spAutoFit/>
          </a:bodyPr>
          <a:lstStyle/>
          <a:p>
            <a:pPr marL="342900" indent="-342900" rtl="0">
              <a:spcBef>
                <a:spcPts val="0"/>
              </a:spcBef>
              <a:spcAft>
                <a:spcPts val="1200"/>
              </a:spcAft>
              <a:buFont typeface="Arial" panose="020B0604020202020204" pitchFamily="34" charset="0"/>
              <a:buChar char="•"/>
            </a:pPr>
            <a:r>
              <a:rPr lang="ro-RO" sz="2000" b="0" i="0" u="none" strike="noStrike" dirty="0">
                <a:solidFill>
                  <a:schemeClr val="tx1"/>
                </a:solidFill>
                <a:effectLst/>
                <a:latin typeface="Arial" panose="020B0604020202020204" pitchFamily="34" charset="0"/>
              </a:rPr>
              <a:t>Emoțiile negative</a:t>
            </a:r>
            <a:r>
              <a:rPr lang="ro-RO" sz="2000" dirty="0">
                <a:solidFill>
                  <a:schemeClr val="tx1"/>
                </a:solidFill>
                <a:latin typeface="Arial" panose="020B0604020202020204" pitchFamily="34" charset="0"/>
              </a:rPr>
              <a:t> (</a:t>
            </a:r>
            <a:r>
              <a:rPr lang="ro-RO" sz="2000" b="0" i="0" u="none" strike="noStrike" dirty="0">
                <a:solidFill>
                  <a:schemeClr val="tx1"/>
                </a:solidFill>
                <a:effectLst/>
                <a:latin typeface="Arial" panose="020B0604020202020204" pitchFamily="34" charset="0"/>
              </a:rPr>
              <a:t>stresul și anxietatea) pot avea un impact semnificativ asupra experienței academice a studenților.</a:t>
            </a:r>
          </a:p>
          <a:p>
            <a:pPr marL="342900" indent="-342900" rtl="0">
              <a:spcBef>
                <a:spcPts val="0"/>
              </a:spcBef>
              <a:spcAft>
                <a:spcPts val="1200"/>
              </a:spcAft>
              <a:buFont typeface="Arial" panose="020B0604020202020204" pitchFamily="34" charset="0"/>
              <a:buChar char="•"/>
            </a:pPr>
            <a:r>
              <a:rPr lang="ro-RO" sz="2000" b="0" i="0" u="none" strike="noStrike" dirty="0">
                <a:solidFill>
                  <a:schemeClr val="tx1"/>
                </a:solidFill>
                <a:effectLst/>
                <a:latin typeface="Arial" panose="020B0604020202020204" pitchFamily="34" charset="0"/>
              </a:rPr>
              <a:t>Aceste emoții pot influența capacitatea de concentrare și de asimilare a cunoștințelor, în special în momente critice (examenele sau testele importante). </a:t>
            </a:r>
          </a:p>
          <a:p>
            <a:pPr marL="342900" indent="-342900" rtl="0">
              <a:spcBef>
                <a:spcPts val="0"/>
              </a:spcBef>
              <a:spcAft>
                <a:spcPts val="1200"/>
              </a:spcAft>
              <a:buFont typeface="Arial" panose="020B0604020202020204" pitchFamily="34" charset="0"/>
              <a:buChar char="•"/>
            </a:pPr>
            <a:r>
              <a:rPr lang="ro-RO" sz="2000" b="0" i="0" u="none" strike="noStrike" dirty="0">
                <a:solidFill>
                  <a:schemeClr val="tx1"/>
                </a:solidFill>
                <a:effectLst/>
                <a:latin typeface="Arial" panose="020B0604020202020204" pitchFamily="34" charset="0"/>
              </a:rPr>
              <a:t>Presiunea de a obține rezultate academice satisfăcătoare, îndeplinirea așteptărilor părinților, profesorilor sau colegilor poate contribui la intensificarea stresului și anxietății.</a:t>
            </a:r>
            <a:br>
              <a:rPr lang="ro-RO" dirty="0"/>
            </a:br>
            <a:endParaRPr lang="ro-RO"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7" name="TextBox 6">
            <a:extLst>
              <a:ext uri="{FF2B5EF4-FFF2-40B4-BE49-F238E27FC236}">
                <a16:creationId xmlns:a16="http://schemas.microsoft.com/office/drawing/2014/main" id="{1BCBDC09-CAC4-3B48-553D-358190F78AE4}"/>
              </a:ext>
            </a:extLst>
          </p:cNvPr>
          <p:cNvSpPr txBox="1"/>
          <p:nvPr/>
        </p:nvSpPr>
        <p:spPr>
          <a:xfrm>
            <a:off x="1350644" y="4109370"/>
            <a:ext cx="6442710" cy="523220"/>
          </a:xfrm>
          <a:prstGeom prst="rect">
            <a:avLst/>
          </a:prstGeom>
          <a:noFill/>
        </p:spPr>
        <p:txBody>
          <a:bodyPr wrap="square">
            <a:spAutoFit/>
          </a:bodyPr>
          <a:lstStyle/>
          <a:p>
            <a:pPr algn="ctr"/>
            <a:r>
              <a:rPr lang="ro-RO" sz="1400" b="1" i="0" u="none" strike="noStrike" dirty="0">
                <a:solidFill>
                  <a:srgbClr val="000000"/>
                </a:solidFill>
                <a:effectLst/>
                <a:latin typeface="Times New Roman" panose="02020603050405020304" pitchFamily="18" charset="0"/>
              </a:rPr>
              <a:t>Fig. 2. Impactul expunerii îndelungate la stres asupra sănătății fizice a studenților din România</a:t>
            </a:r>
            <a:endParaRPr lang="ro-RO" dirty="0"/>
          </a:p>
        </p:txBody>
      </p:sp>
      <p:pic>
        <p:nvPicPr>
          <p:cNvPr id="4" name="Picture 6">
            <a:extLst>
              <a:ext uri="{FF2B5EF4-FFF2-40B4-BE49-F238E27FC236}">
                <a16:creationId xmlns:a16="http://schemas.microsoft.com/office/drawing/2014/main" id="{0AC2309C-8F85-2AA1-88BF-C7FE1EC08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464" y="382493"/>
            <a:ext cx="5975069" cy="3694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699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52"/>
          <p:cNvSpPr txBox="1">
            <a:spLocks noGrp="1"/>
          </p:cNvSpPr>
          <p:nvPr>
            <p:ph type="title"/>
          </p:nvPr>
        </p:nvSpPr>
        <p:spPr>
          <a:xfrm>
            <a:off x="739221" y="129435"/>
            <a:ext cx="7839120" cy="1002776"/>
          </a:xfrm>
          <a:prstGeom prst="rect">
            <a:avLst/>
          </a:prstGeom>
        </p:spPr>
        <p:txBody>
          <a:bodyPr spcFirstLastPara="1" wrap="square" lIns="91425" tIns="91425" rIns="91425" bIns="91425" anchor="t" anchorCtr="0">
            <a:noAutofit/>
          </a:bodyPr>
          <a:lstStyle/>
          <a:p>
            <a:pPr marL="177800" indent="-228600" rtl="0">
              <a:spcBef>
                <a:spcPts val="1200"/>
              </a:spcBef>
              <a:spcAft>
                <a:spcPts val="1200"/>
              </a:spcAft>
            </a:pPr>
            <a:r>
              <a:rPr lang="ro-RO" sz="2000" b="0" i="1" u="none" strike="noStrike" dirty="0">
                <a:solidFill>
                  <a:srgbClr val="000000"/>
                </a:solidFill>
                <a:effectLst/>
                <a:latin typeface="Yusei Magic" panose="020B0604020202020204" charset="-128"/>
                <a:ea typeface="Yusei Magic" panose="020B0604020202020204" charset="-128"/>
                <a:cs typeface="Yusei Magic" panose="020B0604020202020204" charset="-128"/>
              </a:rPr>
              <a:t>2.2. </a:t>
            </a:r>
            <a:r>
              <a:rPr lang="ro-RO" sz="2400" b="0" i="1" u="none" strike="noStrike" dirty="0">
                <a:solidFill>
                  <a:srgbClr val="000000"/>
                </a:solidFill>
                <a:effectLst/>
                <a:latin typeface="Yusei Magic" panose="020B0604020202020204" charset="-128"/>
                <a:ea typeface="Yusei Magic" panose="020B0604020202020204" charset="-128"/>
                <a:cs typeface="Yusei Magic" panose="020B0604020202020204" charset="-128"/>
              </a:rPr>
              <a:t>Impactul stresului și al blocajelor emoționale asupra sănătății(fizice și mintale)</a:t>
            </a:r>
            <a:br>
              <a:rPr lang="ro-RO" sz="1600" b="0" dirty="0">
                <a:effectLst/>
                <a:latin typeface="Yusei Magic" panose="020B0604020202020204" charset="-128"/>
                <a:ea typeface="Yusei Magic" panose="020B0604020202020204" charset="-128"/>
                <a:cs typeface="Yusei Magic" panose="020B0604020202020204" charset="-128"/>
              </a:rPr>
            </a:br>
            <a:br>
              <a:rPr lang="ro-RO" sz="1600" dirty="0">
                <a:latin typeface="Yusei Magic" panose="020B0604020202020204" charset="-128"/>
                <a:ea typeface="Yusei Magic" panose="020B0604020202020204" charset="-128"/>
                <a:cs typeface="Yusei Magic" panose="020B0604020202020204" charset="-128"/>
              </a:rPr>
            </a:br>
            <a:endParaRPr sz="1600" dirty="0">
              <a:latin typeface="Yusei Magic" panose="020B0604020202020204" charset="-128"/>
              <a:ea typeface="Yusei Magic" panose="020B0604020202020204" charset="-128"/>
              <a:cs typeface="Yusei Magic" panose="020B0604020202020204" charset="-128"/>
            </a:endParaRPr>
          </a:p>
        </p:txBody>
      </p:sp>
      <p:sp>
        <p:nvSpPr>
          <p:cNvPr id="2" name="TextBox 1">
            <a:extLst>
              <a:ext uri="{FF2B5EF4-FFF2-40B4-BE49-F238E27FC236}">
                <a16:creationId xmlns:a16="http://schemas.microsoft.com/office/drawing/2014/main" id="{77FA59CB-DD35-90A3-AB7C-7E54824F3B12}"/>
              </a:ext>
            </a:extLst>
          </p:cNvPr>
          <p:cNvSpPr txBox="1"/>
          <p:nvPr/>
        </p:nvSpPr>
        <p:spPr>
          <a:xfrm>
            <a:off x="327104" y="1302833"/>
            <a:ext cx="8663353" cy="3185487"/>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ro-RO" sz="1900" i="0" u="none" strike="noStrike" dirty="0">
                <a:solidFill>
                  <a:srgbClr val="000000"/>
                </a:solidFill>
                <a:effectLst/>
                <a:latin typeface="Arial" panose="020B0604020202020204" pitchFamily="34" charset="0"/>
              </a:rPr>
              <a:t>Stresul și blocajele emoționale influențează sănătatea fizică și mintală, având un impact semnificativ în mediul universitar. </a:t>
            </a:r>
          </a:p>
          <a:p>
            <a:pPr marL="342900" indent="-342900">
              <a:spcBef>
                <a:spcPts val="1200"/>
              </a:spcBef>
              <a:buFont typeface="Arial" panose="020B0604020202020204" pitchFamily="34" charset="0"/>
              <a:buChar char="•"/>
            </a:pPr>
            <a:r>
              <a:rPr lang="ro-RO" sz="1900" i="0" u="none" strike="noStrike" dirty="0">
                <a:solidFill>
                  <a:srgbClr val="000000"/>
                </a:solidFill>
                <a:effectLst/>
                <a:latin typeface="Arial" panose="020B0604020202020204" pitchFamily="34" charset="0"/>
              </a:rPr>
              <a:t>Stresul persistent poate afecta somnul, ritmul cardiac și sănătatea generală, crescând susceptibilitatea la afecțiuni. </a:t>
            </a:r>
          </a:p>
          <a:p>
            <a:pPr marL="342900" indent="-342900">
              <a:spcBef>
                <a:spcPts val="1200"/>
              </a:spcBef>
              <a:buFont typeface="Arial" panose="020B0604020202020204" pitchFamily="34" charset="0"/>
              <a:buChar char="•"/>
            </a:pPr>
            <a:r>
              <a:rPr lang="ro-RO" sz="1900" i="0" u="none" strike="noStrike" dirty="0">
                <a:solidFill>
                  <a:srgbClr val="000000"/>
                </a:solidFill>
                <a:effectLst/>
                <a:latin typeface="Arial" panose="020B0604020202020204" pitchFamily="34" charset="0"/>
              </a:rPr>
              <a:t>Datele arată că stresul cronic poate deteriora sistemul imunitar și sănătatea mintală, afectând calitatea vieții și relațiile interpersonale.</a:t>
            </a:r>
          </a:p>
          <a:p>
            <a:pPr marL="342900" indent="-342900">
              <a:spcBef>
                <a:spcPts val="1200"/>
              </a:spcBef>
              <a:buFont typeface="Arial" panose="020B0604020202020204" pitchFamily="34" charset="0"/>
              <a:buChar char="•"/>
            </a:pPr>
            <a:r>
              <a:rPr lang="ro-RO" sz="1900" i="0" u="none" strike="noStrike" dirty="0">
                <a:solidFill>
                  <a:srgbClr val="000000"/>
                </a:solidFill>
                <a:effectLst/>
                <a:latin typeface="Arial" panose="020B0604020202020204" pitchFamily="34" charset="0"/>
              </a:rPr>
              <a:t>Este esențial să se ofere suport și resurse adecvate pentru a-i ajuta pe aceștia să facă față provocărilor legate de stres și să își îmbunătățească sănătatea mintală și fizică.</a:t>
            </a:r>
            <a:endParaRPr lang="ro-RO" dirty="0"/>
          </a:p>
        </p:txBody>
      </p:sp>
    </p:spTree>
    <p:extLst>
      <p:ext uri="{BB962C8B-B14F-4D97-AF65-F5344CB8AC3E}">
        <p14:creationId xmlns:p14="http://schemas.microsoft.com/office/powerpoint/2010/main" val="2269619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5" name="TextBox 4">
            <a:extLst>
              <a:ext uri="{FF2B5EF4-FFF2-40B4-BE49-F238E27FC236}">
                <a16:creationId xmlns:a16="http://schemas.microsoft.com/office/drawing/2014/main" id="{88DEF626-10BA-D1B2-97FA-A820166B48D3}"/>
              </a:ext>
            </a:extLst>
          </p:cNvPr>
          <p:cNvSpPr txBox="1"/>
          <p:nvPr/>
        </p:nvSpPr>
        <p:spPr>
          <a:xfrm>
            <a:off x="1350645" y="4035504"/>
            <a:ext cx="6442710" cy="1107996"/>
          </a:xfrm>
          <a:prstGeom prst="rect">
            <a:avLst/>
          </a:prstGeom>
          <a:noFill/>
        </p:spPr>
        <p:txBody>
          <a:bodyPr wrap="square">
            <a:spAutoFit/>
          </a:bodyPr>
          <a:lstStyle/>
          <a:p>
            <a:pPr indent="152400" algn="ctr" rtl="0">
              <a:spcBef>
                <a:spcPts val="600"/>
              </a:spcBef>
              <a:spcAft>
                <a:spcPts val="1200"/>
              </a:spcAft>
            </a:pPr>
            <a:r>
              <a:rPr lang="ro-RO" b="1" dirty="0">
                <a:latin typeface="Times New Roman" panose="02020603050405020304" pitchFamily="18" charset="0"/>
              </a:rPr>
              <a:t>Fig. 3. Influența opiniei celor din jur cu privire la rezultatele academice ale studenților din România</a:t>
            </a:r>
          </a:p>
          <a:p>
            <a:br>
              <a:rPr lang="ro-RO" dirty="0"/>
            </a:br>
            <a:endParaRPr lang="ro-RO" dirty="0"/>
          </a:p>
        </p:txBody>
      </p:sp>
      <p:pic>
        <p:nvPicPr>
          <p:cNvPr id="2052" name="Picture 4">
            <a:extLst>
              <a:ext uri="{FF2B5EF4-FFF2-40B4-BE49-F238E27FC236}">
                <a16:creationId xmlns:a16="http://schemas.microsoft.com/office/drawing/2014/main" id="{CB400890-B1B1-C524-D7C0-C0FAB8240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207" y="511968"/>
            <a:ext cx="5569585" cy="3443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282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52"/>
          <p:cNvSpPr txBox="1">
            <a:spLocks noGrp="1"/>
          </p:cNvSpPr>
          <p:nvPr>
            <p:ph type="title"/>
          </p:nvPr>
        </p:nvSpPr>
        <p:spPr>
          <a:xfrm>
            <a:off x="720000" y="445024"/>
            <a:ext cx="7730580" cy="736075"/>
          </a:xfrm>
          <a:prstGeom prst="rect">
            <a:avLst/>
          </a:prstGeom>
        </p:spPr>
        <p:txBody>
          <a:bodyPr spcFirstLastPara="1" wrap="square" lIns="91425" tIns="91425" rIns="91425" bIns="91425" anchor="t" anchorCtr="0">
            <a:noAutofit/>
          </a:bodyPr>
          <a:lstStyle/>
          <a:p>
            <a:pPr marL="177800" indent="-228600" algn="just" rtl="0">
              <a:spcBef>
                <a:spcPts val="1200"/>
              </a:spcBef>
              <a:spcAft>
                <a:spcPts val="1200"/>
              </a:spcAft>
            </a:pPr>
            <a:r>
              <a:rPr lang="ro-RO" sz="2000" b="0" i="1" u="none" strike="noStrike" dirty="0">
                <a:solidFill>
                  <a:srgbClr val="000000"/>
                </a:solidFill>
                <a:effectLst/>
                <a:latin typeface="Yusei Magic" panose="020B0604020202020204" charset="-128"/>
                <a:ea typeface="Yusei Magic" panose="020B0604020202020204" charset="-128"/>
                <a:cs typeface="Yusei Magic" panose="020B0604020202020204" charset="-128"/>
              </a:rPr>
              <a:t>2.3.</a:t>
            </a:r>
            <a:r>
              <a:rPr lang="ro-RO" sz="1800" b="0" i="1" u="none" strike="noStrike" dirty="0">
                <a:solidFill>
                  <a:srgbClr val="000000"/>
                </a:solidFill>
                <a:effectLst/>
                <a:latin typeface="Times New Roman" panose="02020603050405020304" pitchFamily="18" charset="0"/>
              </a:rPr>
              <a:t> </a:t>
            </a:r>
            <a:r>
              <a:rPr lang="ro-RO" sz="2000" b="0" i="1" u="none" strike="noStrike" dirty="0">
                <a:solidFill>
                  <a:srgbClr val="000000"/>
                </a:solidFill>
                <a:effectLst/>
                <a:latin typeface="Yusei Magic" panose="020B0604020202020204" charset="-128"/>
                <a:ea typeface="Yusei Magic" panose="020B0604020202020204" charset="-128"/>
                <a:cs typeface="Yusei Magic" panose="020B0604020202020204" charset="-128"/>
              </a:rPr>
              <a:t>Impactul stresului și al blocajelor emoționale asupra comportamentului</a:t>
            </a:r>
            <a:br>
              <a:rPr lang="ro-RO" sz="1100" b="0" dirty="0">
                <a:effectLst/>
              </a:rPr>
            </a:br>
            <a:br>
              <a:rPr lang="ro-RO" sz="1100" dirty="0"/>
            </a:br>
            <a:endParaRPr sz="2000" dirty="0">
              <a:latin typeface="Yusei Magic" panose="020B0604020202020204" charset="-128"/>
              <a:ea typeface="Yusei Magic" panose="020B0604020202020204" charset="-128"/>
              <a:cs typeface="Yusei Magic" panose="020B0604020202020204" charset="-128"/>
            </a:endParaRPr>
          </a:p>
        </p:txBody>
      </p:sp>
      <p:sp>
        <p:nvSpPr>
          <p:cNvPr id="2" name="TextBox 1">
            <a:extLst>
              <a:ext uri="{FF2B5EF4-FFF2-40B4-BE49-F238E27FC236}">
                <a16:creationId xmlns:a16="http://schemas.microsoft.com/office/drawing/2014/main" id="{77FA59CB-DD35-90A3-AB7C-7E54824F3B12}"/>
              </a:ext>
            </a:extLst>
          </p:cNvPr>
          <p:cNvSpPr txBox="1"/>
          <p:nvPr/>
        </p:nvSpPr>
        <p:spPr>
          <a:xfrm>
            <a:off x="627974" y="1501140"/>
            <a:ext cx="7730580" cy="3816429"/>
          </a:xfrm>
          <a:prstGeom prst="rect">
            <a:avLst/>
          </a:prstGeom>
          <a:noFill/>
        </p:spPr>
        <p:txBody>
          <a:bodyPr wrap="square" rtlCol="0">
            <a:spAutoFit/>
          </a:bodyPr>
          <a:lstStyle/>
          <a:p>
            <a:pPr marL="342900" indent="-342900" rtl="0">
              <a:spcBef>
                <a:spcPts val="0"/>
              </a:spcBef>
              <a:spcAft>
                <a:spcPts val="1200"/>
              </a:spcAft>
              <a:buFont typeface="Arial" panose="020B0604020202020204" pitchFamily="34" charset="0"/>
              <a:buChar char="•"/>
            </a:pPr>
            <a:r>
              <a:rPr lang="ro-RO" sz="2000" dirty="0">
                <a:solidFill>
                  <a:schemeClr val="tx1"/>
                </a:solidFill>
                <a:latin typeface="Arial" panose="020B0604020202020204" pitchFamily="34" charset="0"/>
              </a:rPr>
              <a:t>M</a:t>
            </a:r>
            <a:r>
              <a:rPr lang="ro-RO" sz="2000" b="0" i="0" u="none" strike="noStrike" dirty="0">
                <a:solidFill>
                  <a:schemeClr val="tx1"/>
                </a:solidFill>
                <a:effectLst/>
                <a:latin typeface="Arial" panose="020B0604020202020204" pitchFamily="34" charset="0"/>
              </a:rPr>
              <a:t>ajoritatea participanților au raportat niveluri moderate până la ridicate de copleșire emoțională în situații stresante, sugerând că stresul poate afecta în mod semnificativ capacitatea lor de luare a deciziilor și controlul impulsurilor. </a:t>
            </a:r>
          </a:p>
          <a:p>
            <a:pPr marL="342900" indent="-342900" rtl="0">
              <a:spcBef>
                <a:spcPts val="0"/>
              </a:spcBef>
              <a:spcAft>
                <a:spcPts val="1200"/>
              </a:spcAft>
              <a:buFont typeface="Arial" panose="020B0604020202020204" pitchFamily="34" charset="0"/>
              <a:buChar char="•"/>
            </a:pPr>
            <a:r>
              <a:rPr lang="ro-RO" sz="2000" b="0" i="0" u="none" strike="noStrike" dirty="0">
                <a:solidFill>
                  <a:schemeClr val="tx1"/>
                </a:solidFill>
                <a:effectLst/>
                <a:latin typeface="Arial" panose="020B0604020202020204" pitchFamily="34" charset="0"/>
              </a:rPr>
              <a:t>Înțelegerea și gestionarea adecvată a răspunsului la stres și a copleșirii emoționale sunt esențiale pentru promovarea sănătății mintale și a succesului academic, iar intervențiile de sprijin pentru studenți pot contribui semnificativ la îmbunătățirea calității vieții și a performanțelor lor pe termen lung.</a:t>
            </a:r>
            <a:endParaRPr lang="ro-RO" sz="2000" b="0" dirty="0">
              <a:solidFill>
                <a:schemeClr val="tx1"/>
              </a:solidFill>
              <a:effectLst/>
            </a:endParaRPr>
          </a:p>
          <a:p>
            <a:br>
              <a:rPr lang="ro-RO" dirty="0"/>
            </a:br>
            <a:br>
              <a:rPr lang="ro-RO" dirty="0"/>
            </a:br>
            <a:endParaRPr lang="ro-RO" dirty="0"/>
          </a:p>
        </p:txBody>
      </p:sp>
    </p:spTree>
    <p:extLst>
      <p:ext uri="{BB962C8B-B14F-4D97-AF65-F5344CB8AC3E}">
        <p14:creationId xmlns:p14="http://schemas.microsoft.com/office/powerpoint/2010/main" val="1741097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3" name="TextBox 2">
            <a:extLst>
              <a:ext uri="{FF2B5EF4-FFF2-40B4-BE49-F238E27FC236}">
                <a16:creationId xmlns:a16="http://schemas.microsoft.com/office/drawing/2014/main" id="{212EF75C-4D5D-5660-3400-547404A82F24}"/>
              </a:ext>
            </a:extLst>
          </p:cNvPr>
          <p:cNvSpPr txBox="1"/>
          <p:nvPr/>
        </p:nvSpPr>
        <p:spPr>
          <a:xfrm>
            <a:off x="1274445" y="4056162"/>
            <a:ext cx="6442710" cy="307777"/>
          </a:xfrm>
          <a:prstGeom prst="rect">
            <a:avLst/>
          </a:prstGeom>
          <a:noFill/>
        </p:spPr>
        <p:txBody>
          <a:bodyPr wrap="square">
            <a:spAutoFit/>
          </a:bodyPr>
          <a:lstStyle/>
          <a:p>
            <a:r>
              <a:rPr lang="ro-RO" sz="1400" b="1" i="0" u="none" strike="noStrike" dirty="0">
                <a:solidFill>
                  <a:srgbClr val="000000"/>
                </a:solidFill>
                <a:effectLst/>
                <a:latin typeface="Times New Roman" panose="02020603050405020304" pitchFamily="18" charset="0"/>
              </a:rPr>
              <a:t>Fig.4. Tendința studenților români de a acționa impulsiv în fața situațiilor critice</a:t>
            </a:r>
            <a:endParaRPr lang="ro-RO" dirty="0"/>
          </a:p>
        </p:txBody>
      </p:sp>
      <p:pic>
        <p:nvPicPr>
          <p:cNvPr id="2" name="Picture 2">
            <a:extLst>
              <a:ext uri="{FF2B5EF4-FFF2-40B4-BE49-F238E27FC236}">
                <a16:creationId xmlns:a16="http://schemas.microsoft.com/office/drawing/2014/main" id="{671EAA73-C06D-1E6E-0B24-1B32B4566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8965" y="579120"/>
            <a:ext cx="5386070" cy="3330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689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pic>
        <p:nvPicPr>
          <p:cNvPr id="5122" name="Picture 2">
            <a:extLst>
              <a:ext uri="{FF2B5EF4-FFF2-40B4-BE49-F238E27FC236}">
                <a16:creationId xmlns:a16="http://schemas.microsoft.com/office/drawing/2014/main" id="{39738F50-A1C9-3EF8-EF11-123DB8409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514" y="728664"/>
            <a:ext cx="7018972" cy="33411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75BC662-40D5-FAED-DF9F-9F253B5F7602}"/>
              </a:ext>
            </a:extLst>
          </p:cNvPr>
          <p:cNvSpPr txBox="1"/>
          <p:nvPr/>
        </p:nvSpPr>
        <p:spPr>
          <a:xfrm>
            <a:off x="1350645" y="4143732"/>
            <a:ext cx="6442710" cy="1107996"/>
          </a:xfrm>
          <a:prstGeom prst="rect">
            <a:avLst/>
          </a:prstGeom>
          <a:noFill/>
        </p:spPr>
        <p:txBody>
          <a:bodyPr wrap="square">
            <a:spAutoFit/>
          </a:bodyPr>
          <a:lstStyle/>
          <a:p>
            <a:pPr indent="152400" algn="ctr" rtl="0">
              <a:spcBef>
                <a:spcPts val="600"/>
              </a:spcBef>
              <a:spcAft>
                <a:spcPts val="1200"/>
              </a:spcAft>
            </a:pPr>
            <a:r>
              <a:rPr lang="ro-RO" sz="1400" b="1" i="0" u="none" strike="noStrike" dirty="0">
                <a:solidFill>
                  <a:srgbClr val="000000"/>
                </a:solidFill>
                <a:effectLst/>
                <a:latin typeface="Times New Roman" panose="02020603050405020304" pitchFamily="18" charset="0"/>
              </a:rPr>
              <a:t>Fig.5. Frecvența cu care studenții din România se simt copleșiți de trăirile lor în situațiile critice</a:t>
            </a:r>
            <a:endParaRPr lang="ro-RO" b="0" dirty="0">
              <a:effectLst/>
            </a:endParaRPr>
          </a:p>
          <a:p>
            <a:br>
              <a:rPr lang="ro-RO" dirty="0"/>
            </a:br>
            <a:endParaRPr lang="ro-RO" dirty="0"/>
          </a:p>
        </p:txBody>
      </p:sp>
    </p:spTree>
    <p:extLst>
      <p:ext uri="{BB962C8B-B14F-4D97-AF65-F5344CB8AC3E}">
        <p14:creationId xmlns:p14="http://schemas.microsoft.com/office/powerpoint/2010/main" val="1984127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p40"/>
          <p:cNvSpPr txBox="1">
            <a:spLocks noGrp="1"/>
          </p:cNvSpPr>
          <p:nvPr>
            <p:ph type="title"/>
          </p:nvPr>
        </p:nvSpPr>
        <p:spPr>
          <a:xfrm>
            <a:off x="468759" y="1989214"/>
            <a:ext cx="4236819" cy="171555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6000" dirty="0" err="1">
                <a:solidFill>
                  <a:schemeClr val="accent1"/>
                </a:solidFill>
                <a:latin typeface="Yusei Magic" panose="020B0604020202020204" charset="-128"/>
                <a:ea typeface="Yusei Magic" panose="020B0604020202020204" charset="-128"/>
                <a:cs typeface="Yusei Magic" panose="020B0604020202020204" charset="-128"/>
              </a:rPr>
              <a:t>Concluzii</a:t>
            </a:r>
            <a:endParaRPr sz="6000" dirty="0">
              <a:solidFill>
                <a:schemeClr val="accent1"/>
              </a:solidFill>
              <a:latin typeface="Yusei Magic" panose="020B0604020202020204" charset="-128"/>
              <a:ea typeface="Yusei Magic" panose="020B0604020202020204" charset="-128"/>
              <a:cs typeface="Yusei Magic" panose="020B0604020202020204" charset="-128"/>
            </a:endParaRPr>
          </a:p>
        </p:txBody>
      </p:sp>
      <p:sp>
        <p:nvSpPr>
          <p:cNvPr id="1317" name="Google Shape;1317;p40"/>
          <p:cNvSpPr txBox="1">
            <a:spLocks noGrp="1"/>
          </p:cNvSpPr>
          <p:nvPr>
            <p:ph type="title" idx="2"/>
          </p:nvPr>
        </p:nvSpPr>
        <p:spPr>
          <a:xfrm>
            <a:off x="720000" y="674750"/>
            <a:ext cx="1226810" cy="9830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1339" name="Google Shape;1339;p40"/>
          <p:cNvGrpSpPr/>
          <p:nvPr/>
        </p:nvGrpSpPr>
        <p:grpSpPr>
          <a:xfrm>
            <a:off x="7197179" y="674744"/>
            <a:ext cx="1226811" cy="1623560"/>
            <a:chOff x="9069729" y="540644"/>
            <a:chExt cx="1226811" cy="1623560"/>
          </a:xfrm>
        </p:grpSpPr>
        <p:sp>
          <p:nvSpPr>
            <p:cNvPr id="1340" name="Google Shape;1340;p40"/>
            <p:cNvSpPr/>
            <p:nvPr/>
          </p:nvSpPr>
          <p:spPr>
            <a:xfrm>
              <a:off x="9315091" y="770815"/>
              <a:ext cx="966332" cy="1350944"/>
            </a:xfrm>
            <a:custGeom>
              <a:avLst/>
              <a:gdLst/>
              <a:ahLst/>
              <a:cxnLst/>
              <a:rect l="l" t="t" r="r" b="b"/>
              <a:pathLst>
                <a:path w="12977" h="18142" extrusionOk="0">
                  <a:moveTo>
                    <a:pt x="3824" y="0"/>
                  </a:moveTo>
                  <a:lnTo>
                    <a:pt x="3417" y="41"/>
                  </a:lnTo>
                  <a:lnTo>
                    <a:pt x="2970" y="82"/>
                  </a:lnTo>
                  <a:lnTo>
                    <a:pt x="2563" y="204"/>
                  </a:lnTo>
                  <a:lnTo>
                    <a:pt x="2156" y="366"/>
                  </a:lnTo>
                  <a:lnTo>
                    <a:pt x="1750" y="570"/>
                  </a:lnTo>
                  <a:lnTo>
                    <a:pt x="1384" y="814"/>
                  </a:lnTo>
                  <a:lnTo>
                    <a:pt x="1058" y="1180"/>
                  </a:lnTo>
                  <a:lnTo>
                    <a:pt x="773" y="1546"/>
                  </a:lnTo>
                  <a:lnTo>
                    <a:pt x="529" y="1953"/>
                  </a:lnTo>
                  <a:lnTo>
                    <a:pt x="326" y="2360"/>
                  </a:lnTo>
                  <a:lnTo>
                    <a:pt x="163" y="2807"/>
                  </a:lnTo>
                  <a:lnTo>
                    <a:pt x="82" y="3295"/>
                  </a:lnTo>
                  <a:lnTo>
                    <a:pt x="1" y="3783"/>
                  </a:lnTo>
                  <a:lnTo>
                    <a:pt x="1" y="4231"/>
                  </a:lnTo>
                  <a:lnTo>
                    <a:pt x="1" y="4800"/>
                  </a:lnTo>
                  <a:lnTo>
                    <a:pt x="41" y="5370"/>
                  </a:lnTo>
                  <a:lnTo>
                    <a:pt x="123" y="5939"/>
                  </a:lnTo>
                  <a:lnTo>
                    <a:pt x="204" y="6468"/>
                  </a:lnTo>
                  <a:lnTo>
                    <a:pt x="448" y="7607"/>
                  </a:lnTo>
                  <a:lnTo>
                    <a:pt x="733" y="8705"/>
                  </a:lnTo>
                  <a:lnTo>
                    <a:pt x="1058" y="9763"/>
                  </a:lnTo>
                  <a:lnTo>
                    <a:pt x="1384" y="10820"/>
                  </a:lnTo>
                  <a:lnTo>
                    <a:pt x="1790" y="11878"/>
                  </a:lnTo>
                  <a:lnTo>
                    <a:pt x="2197" y="12895"/>
                  </a:lnTo>
                  <a:lnTo>
                    <a:pt x="2685" y="13912"/>
                  </a:lnTo>
                  <a:lnTo>
                    <a:pt x="3173" y="14929"/>
                  </a:lnTo>
                  <a:lnTo>
                    <a:pt x="3621" y="15945"/>
                  </a:lnTo>
                  <a:lnTo>
                    <a:pt x="4028" y="17044"/>
                  </a:lnTo>
                  <a:lnTo>
                    <a:pt x="4475" y="18061"/>
                  </a:lnTo>
                  <a:lnTo>
                    <a:pt x="4516" y="18142"/>
                  </a:lnTo>
                  <a:lnTo>
                    <a:pt x="4638" y="18142"/>
                  </a:lnTo>
                  <a:lnTo>
                    <a:pt x="6671" y="17979"/>
                  </a:lnTo>
                  <a:lnTo>
                    <a:pt x="7688" y="17939"/>
                  </a:lnTo>
                  <a:lnTo>
                    <a:pt x="8705" y="17898"/>
                  </a:lnTo>
                  <a:lnTo>
                    <a:pt x="11675" y="17898"/>
                  </a:lnTo>
                  <a:lnTo>
                    <a:pt x="12163" y="17857"/>
                  </a:lnTo>
                  <a:lnTo>
                    <a:pt x="12651" y="17776"/>
                  </a:lnTo>
                  <a:lnTo>
                    <a:pt x="12692" y="17776"/>
                  </a:lnTo>
                  <a:lnTo>
                    <a:pt x="12732" y="17735"/>
                  </a:lnTo>
                  <a:lnTo>
                    <a:pt x="12773" y="17694"/>
                  </a:lnTo>
                  <a:lnTo>
                    <a:pt x="12773" y="17613"/>
                  </a:lnTo>
                  <a:lnTo>
                    <a:pt x="12732" y="17044"/>
                  </a:lnTo>
                  <a:lnTo>
                    <a:pt x="12692" y="16474"/>
                  </a:lnTo>
                  <a:lnTo>
                    <a:pt x="12692" y="15295"/>
                  </a:lnTo>
                  <a:lnTo>
                    <a:pt x="12773" y="14156"/>
                  </a:lnTo>
                  <a:lnTo>
                    <a:pt x="12854" y="13017"/>
                  </a:lnTo>
                  <a:lnTo>
                    <a:pt x="12895" y="11837"/>
                  </a:lnTo>
                  <a:lnTo>
                    <a:pt x="12936" y="10658"/>
                  </a:lnTo>
                  <a:lnTo>
                    <a:pt x="12976" y="8298"/>
                  </a:lnTo>
                  <a:lnTo>
                    <a:pt x="12936" y="8095"/>
                  </a:lnTo>
                  <a:lnTo>
                    <a:pt x="12854" y="7932"/>
                  </a:lnTo>
                  <a:lnTo>
                    <a:pt x="12447" y="7403"/>
                  </a:lnTo>
                  <a:lnTo>
                    <a:pt x="11715" y="6509"/>
                  </a:lnTo>
                  <a:lnTo>
                    <a:pt x="10292" y="4719"/>
                  </a:lnTo>
                  <a:lnTo>
                    <a:pt x="9071" y="3254"/>
                  </a:lnTo>
                  <a:lnTo>
                    <a:pt x="8421" y="2522"/>
                  </a:lnTo>
                  <a:lnTo>
                    <a:pt x="7770" y="1871"/>
                  </a:lnTo>
                  <a:lnTo>
                    <a:pt x="7119" y="1261"/>
                  </a:lnTo>
                  <a:lnTo>
                    <a:pt x="6753" y="977"/>
                  </a:lnTo>
                  <a:lnTo>
                    <a:pt x="6387" y="733"/>
                  </a:lnTo>
                  <a:lnTo>
                    <a:pt x="5980" y="529"/>
                  </a:lnTo>
                  <a:lnTo>
                    <a:pt x="5573" y="366"/>
                  </a:lnTo>
                  <a:lnTo>
                    <a:pt x="5166" y="204"/>
                  </a:lnTo>
                  <a:lnTo>
                    <a:pt x="4719" y="82"/>
                  </a:lnTo>
                  <a:lnTo>
                    <a:pt x="4272" y="41"/>
                  </a:lnTo>
                  <a:lnTo>
                    <a:pt x="38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9375705" y="1185809"/>
              <a:ext cx="312008" cy="172684"/>
            </a:xfrm>
            <a:custGeom>
              <a:avLst/>
              <a:gdLst/>
              <a:ahLst/>
              <a:cxnLst/>
              <a:rect l="l" t="t" r="r" b="b"/>
              <a:pathLst>
                <a:path w="4190" h="2319" extrusionOk="0">
                  <a:moveTo>
                    <a:pt x="285" y="0"/>
                  </a:moveTo>
                  <a:lnTo>
                    <a:pt x="203" y="41"/>
                  </a:lnTo>
                  <a:lnTo>
                    <a:pt x="81" y="122"/>
                  </a:lnTo>
                  <a:lnTo>
                    <a:pt x="41" y="244"/>
                  </a:lnTo>
                  <a:lnTo>
                    <a:pt x="0" y="366"/>
                  </a:lnTo>
                  <a:lnTo>
                    <a:pt x="41" y="488"/>
                  </a:lnTo>
                  <a:lnTo>
                    <a:pt x="81" y="651"/>
                  </a:lnTo>
                  <a:lnTo>
                    <a:pt x="163" y="773"/>
                  </a:lnTo>
                  <a:lnTo>
                    <a:pt x="285" y="854"/>
                  </a:lnTo>
                  <a:lnTo>
                    <a:pt x="529" y="1058"/>
                  </a:lnTo>
                  <a:lnTo>
                    <a:pt x="651" y="1139"/>
                  </a:lnTo>
                  <a:lnTo>
                    <a:pt x="773" y="1261"/>
                  </a:lnTo>
                  <a:lnTo>
                    <a:pt x="936" y="1586"/>
                  </a:lnTo>
                  <a:lnTo>
                    <a:pt x="1098" y="1871"/>
                  </a:lnTo>
                  <a:lnTo>
                    <a:pt x="1261" y="2074"/>
                  </a:lnTo>
                  <a:lnTo>
                    <a:pt x="1464" y="2237"/>
                  </a:lnTo>
                  <a:lnTo>
                    <a:pt x="1708" y="2319"/>
                  </a:lnTo>
                  <a:lnTo>
                    <a:pt x="1953" y="2278"/>
                  </a:lnTo>
                  <a:lnTo>
                    <a:pt x="2197" y="2237"/>
                  </a:lnTo>
                  <a:lnTo>
                    <a:pt x="2441" y="2115"/>
                  </a:lnTo>
                  <a:lnTo>
                    <a:pt x="2685" y="2034"/>
                  </a:lnTo>
                  <a:lnTo>
                    <a:pt x="2888" y="1952"/>
                  </a:lnTo>
                  <a:lnTo>
                    <a:pt x="3091" y="1912"/>
                  </a:lnTo>
                  <a:lnTo>
                    <a:pt x="3295" y="1912"/>
                  </a:lnTo>
                  <a:lnTo>
                    <a:pt x="3702" y="1993"/>
                  </a:lnTo>
                  <a:lnTo>
                    <a:pt x="3864" y="1993"/>
                  </a:lnTo>
                  <a:lnTo>
                    <a:pt x="4027" y="1952"/>
                  </a:lnTo>
                  <a:lnTo>
                    <a:pt x="4149" y="1830"/>
                  </a:lnTo>
                  <a:lnTo>
                    <a:pt x="4190" y="1627"/>
                  </a:lnTo>
                  <a:lnTo>
                    <a:pt x="4190" y="1342"/>
                  </a:lnTo>
                  <a:lnTo>
                    <a:pt x="4068" y="1098"/>
                  </a:lnTo>
                  <a:lnTo>
                    <a:pt x="3905" y="854"/>
                  </a:lnTo>
                  <a:lnTo>
                    <a:pt x="3702" y="651"/>
                  </a:lnTo>
                  <a:lnTo>
                    <a:pt x="3498" y="529"/>
                  </a:lnTo>
                  <a:lnTo>
                    <a:pt x="3214" y="447"/>
                  </a:lnTo>
                  <a:lnTo>
                    <a:pt x="2969" y="407"/>
                  </a:lnTo>
                  <a:lnTo>
                    <a:pt x="2685" y="447"/>
                  </a:lnTo>
                  <a:lnTo>
                    <a:pt x="2156" y="569"/>
                  </a:lnTo>
                  <a:lnTo>
                    <a:pt x="1871" y="569"/>
                  </a:lnTo>
                  <a:lnTo>
                    <a:pt x="1586" y="529"/>
                  </a:lnTo>
                  <a:lnTo>
                    <a:pt x="1302" y="366"/>
                  </a:lnTo>
                  <a:lnTo>
                    <a:pt x="976" y="163"/>
                  </a:lnTo>
                  <a:lnTo>
                    <a:pt x="814" y="81"/>
                  </a:lnTo>
                  <a:lnTo>
                    <a:pt x="651" y="41"/>
                  </a:lnTo>
                  <a:lnTo>
                    <a:pt x="4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2" name="Google Shape;1342;p40"/>
            <p:cNvSpPr/>
            <p:nvPr/>
          </p:nvSpPr>
          <p:spPr>
            <a:xfrm>
              <a:off x="9714893" y="910139"/>
              <a:ext cx="175812" cy="342316"/>
            </a:xfrm>
            <a:custGeom>
              <a:avLst/>
              <a:gdLst/>
              <a:ahLst/>
              <a:cxnLst/>
              <a:rect l="l" t="t" r="r" b="b"/>
              <a:pathLst>
                <a:path w="2361" h="4597" extrusionOk="0">
                  <a:moveTo>
                    <a:pt x="1140" y="0"/>
                  </a:moveTo>
                  <a:lnTo>
                    <a:pt x="1018" y="41"/>
                  </a:lnTo>
                  <a:lnTo>
                    <a:pt x="936" y="82"/>
                  </a:lnTo>
                  <a:lnTo>
                    <a:pt x="855" y="204"/>
                  </a:lnTo>
                  <a:lnTo>
                    <a:pt x="774" y="367"/>
                  </a:lnTo>
                  <a:lnTo>
                    <a:pt x="774" y="489"/>
                  </a:lnTo>
                  <a:lnTo>
                    <a:pt x="774" y="814"/>
                  </a:lnTo>
                  <a:lnTo>
                    <a:pt x="936" y="1383"/>
                  </a:lnTo>
                  <a:lnTo>
                    <a:pt x="977" y="1709"/>
                  </a:lnTo>
                  <a:lnTo>
                    <a:pt x="977" y="1872"/>
                  </a:lnTo>
                  <a:lnTo>
                    <a:pt x="936" y="1994"/>
                  </a:lnTo>
                  <a:lnTo>
                    <a:pt x="814" y="2116"/>
                  </a:lnTo>
                  <a:lnTo>
                    <a:pt x="652" y="2197"/>
                  </a:lnTo>
                  <a:lnTo>
                    <a:pt x="408" y="2360"/>
                  </a:lnTo>
                  <a:lnTo>
                    <a:pt x="367" y="2360"/>
                  </a:lnTo>
                  <a:lnTo>
                    <a:pt x="367" y="2400"/>
                  </a:lnTo>
                  <a:lnTo>
                    <a:pt x="245" y="2482"/>
                  </a:lnTo>
                  <a:lnTo>
                    <a:pt x="164" y="2604"/>
                  </a:lnTo>
                  <a:lnTo>
                    <a:pt x="41" y="2888"/>
                  </a:lnTo>
                  <a:lnTo>
                    <a:pt x="1" y="3173"/>
                  </a:lnTo>
                  <a:lnTo>
                    <a:pt x="1" y="3458"/>
                  </a:lnTo>
                  <a:lnTo>
                    <a:pt x="41" y="3783"/>
                  </a:lnTo>
                  <a:lnTo>
                    <a:pt x="123" y="4109"/>
                  </a:lnTo>
                  <a:lnTo>
                    <a:pt x="204" y="4231"/>
                  </a:lnTo>
                  <a:lnTo>
                    <a:pt x="286" y="4394"/>
                  </a:lnTo>
                  <a:lnTo>
                    <a:pt x="408" y="4475"/>
                  </a:lnTo>
                  <a:lnTo>
                    <a:pt x="570" y="4556"/>
                  </a:lnTo>
                  <a:lnTo>
                    <a:pt x="692" y="4597"/>
                  </a:lnTo>
                  <a:lnTo>
                    <a:pt x="977" y="4597"/>
                  </a:lnTo>
                  <a:lnTo>
                    <a:pt x="1058" y="4516"/>
                  </a:lnTo>
                  <a:lnTo>
                    <a:pt x="1180" y="4434"/>
                  </a:lnTo>
                  <a:lnTo>
                    <a:pt x="1221" y="4312"/>
                  </a:lnTo>
                  <a:lnTo>
                    <a:pt x="1302" y="4190"/>
                  </a:lnTo>
                  <a:lnTo>
                    <a:pt x="1343" y="4027"/>
                  </a:lnTo>
                  <a:lnTo>
                    <a:pt x="1343" y="3865"/>
                  </a:lnTo>
                  <a:lnTo>
                    <a:pt x="1302" y="3661"/>
                  </a:lnTo>
                  <a:lnTo>
                    <a:pt x="1302" y="3499"/>
                  </a:lnTo>
                  <a:lnTo>
                    <a:pt x="1343" y="3336"/>
                  </a:lnTo>
                  <a:lnTo>
                    <a:pt x="1384" y="3214"/>
                  </a:lnTo>
                  <a:lnTo>
                    <a:pt x="1424" y="3173"/>
                  </a:lnTo>
                  <a:lnTo>
                    <a:pt x="1587" y="3011"/>
                  </a:lnTo>
                  <a:lnTo>
                    <a:pt x="1953" y="2766"/>
                  </a:lnTo>
                  <a:lnTo>
                    <a:pt x="2116" y="2644"/>
                  </a:lnTo>
                  <a:lnTo>
                    <a:pt x="2279" y="2482"/>
                  </a:lnTo>
                  <a:lnTo>
                    <a:pt x="2319" y="2360"/>
                  </a:lnTo>
                  <a:lnTo>
                    <a:pt x="2360" y="2238"/>
                  </a:lnTo>
                  <a:lnTo>
                    <a:pt x="2360" y="2034"/>
                  </a:lnTo>
                  <a:lnTo>
                    <a:pt x="2279" y="1790"/>
                  </a:lnTo>
                  <a:lnTo>
                    <a:pt x="2157" y="1587"/>
                  </a:lnTo>
                  <a:lnTo>
                    <a:pt x="1913" y="1343"/>
                  </a:lnTo>
                  <a:lnTo>
                    <a:pt x="1791" y="1221"/>
                  </a:lnTo>
                  <a:lnTo>
                    <a:pt x="1709" y="1099"/>
                  </a:lnTo>
                  <a:lnTo>
                    <a:pt x="1628" y="895"/>
                  </a:lnTo>
                  <a:lnTo>
                    <a:pt x="1628" y="733"/>
                  </a:lnTo>
                  <a:lnTo>
                    <a:pt x="1628" y="529"/>
                  </a:lnTo>
                  <a:lnTo>
                    <a:pt x="1628" y="367"/>
                  </a:lnTo>
                  <a:lnTo>
                    <a:pt x="1547" y="245"/>
                  </a:lnTo>
                  <a:lnTo>
                    <a:pt x="1465" y="123"/>
                  </a:lnTo>
                  <a:lnTo>
                    <a:pt x="1384" y="82"/>
                  </a:lnTo>
                  <a:lnTo>
                    <a:pt x="1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3" name="Google Shape;1343;p40"/>
            <p:cNvSpPr/>
            <p:nvPr/>
          </p:nvSpPr>
          <p:spPr>
            <a:xfrm>
              <a:off x="9708862" y="567898"/>
              <a:ext cx="42445" cy="1553861"/>
            </a:xfrm>
            <a:custGeom>
              <a:avLst/>
              <a:gdLst/>
              <a:ahLst/>
              <a:cxnLst/>
              <a:rect l="l" t="t" r="r" b="b"/>
              <a:pathLst>
                <a:path w="570" h="20867" extrusionOk="0">
                  <a:moveTo>
                    <a:pt x="245" y="0"/>
                  </a:moveTo>
                  <a:lnTo>
                    <a:pt x="204" y="41"/>
                  </a:lnTo>
                  <a:lnTo>
                    <a:pt x="163" y="122"/>
                  </a:lnTo>
                  <a:lnTo>
                    <a:pt x="122" y="203"/>
                  </a:lnTo>
                  <a:lnTo>
                    <a:pt x="163" y="4190"/>
                  </a:lnTo>
                  <a:lnTo>
                    <a:pt x="204" y="8176"/>
                  </a:lnTo>
                  <a:lnTo>
                    <a:pt x="163" y="12162"/>
                  </a:lnTo>
                  <a:lnTo>
                    <a:pt x="122" y="16148"/>
                  </a:lnTo>
                  <a:lnTo>
                    <a:pt x="0" y="20664"/>
                  </a:lnTo>
                  <a:lnTo>
                    <a:pt x="0" y="20745"/>
                  </a:lnTo>
                  <a:lnTo>
                    <a:pt x="41" y="20826"/>
                  </a:lnTo>
                  <a:lnTo>
                    <a:pt x="122" y="20826"/>
                  </a:lnTo>
                  <a:lnTo>
                    <a:pt x="163" y="20867"/>
                  </a:lnTo>
                  <a:lnTo>
                    <a:pt x="245" y="20826"/>
                  </a:lnTo>
                  <a:lnTo>
                    <a:pt x="326" y="20826"/>
                  </a:lnTo>
                  <a:lnTo>
                    <a:pt x="367" y="20745"/>
                  </a:lnTo>
                  <a:lnTo>
                    <a:pt x="367" y="20664"/>
                  </a:lnTo>
                  <a:lnTo>
                    <a:pt x="489" y="16677"/>
                  </a:lnTo>
                  <a:lnTo>
                    <a:pt x="529" y="12691"/>
                  </a:lnTo>
                  <a:lnTo>
                    <a:pt x="570" y="8705"/>
                  </a:lnTo>
                  <a:lnTo>
                    <a:pt x="570" y="4719"/>
                  </a:lnTo>
                  <a:lnTo>
                    <a:pt x="489" y="203"/>
                  </a:lnTo>
                  <a:lnTo>
                    <a:pt x="489" y="122"/>
                  </a:lnTo>
                  <a:lnTo>
                    <a:pt x="448" y="41"/>
                  </a:lnTo>
                  <a:lnTo>
                    <a:pt x="3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4" name="Google Shape;1344;p40"/>
            <p:cNvSpPr/>
            <p:nvPr/>
          </p:nvSpPr>
          <p:spPr>
            <a:xfrm>
              <a:off x="9081866" y="1325133"/>
              <a:ext cx="1205588" cy="115123"/>
            </a:xfrm>
            <a:custGeom>
              <a:avLst/>
              <a:gdLst/>
              <a:ahLst/>
              <a:cxnLst/>
              <a:rect l="l" t="t" r="r" b="b"/>
              <a:pathLst>
                <a:path w="16190" h="1546" extrusionOk="0">
                  <a:moveTo>
                    <a:pt x="16027" y="0"/>
                  </a:moveTo>
                  <a:lnTo>
                    <a:pt x="3702" y="895"/>
                  </a:lnTo>
                  <a:lnTo>
                    <a:pt x="204" y="1180"/>
                  </a:lnTo>
                  <a:lnTo>
                    <a:pt x="123" y="1180"/>
                  </a:lnTo>
                  <a:lnTo>
                    <a:pt x="41" y="1220"/>
                  </a:lnTo>
                  <a:lnTo>
                    <a:pt x="0" y="1383"/>
                  </a:lnTo>
                  <a:lnTo>
                    <a:pt x="41" y="1424"/>
                  </a:lnTo>
                  <a:lnTo>
                    <a:pt x="41" y="1505"/>
                  </a:lnTo>
                  <a:lnTo>
                    <a:pt x="123" y="1546"/>
                  </a:lnTo>
                  <a:lnTo>
                    <a:pt x="204" y="1546"/>
                  </a:lnTo>
                  <a:lnTo>
                    <a:pt x="12529" y="610"/>
                  </a:lnTo>
                  <a:lnTo>
                    <a:pt x="16027" y="366"/>
                  </a:lnTo>
                  <a:lnTo>
                    <a:pt x="16108" y="326"/>
                  </a:lnTo>
                  <a:lnTo>
                    <a:pt x="16149" y="285"/>
                  </a:lnTo>
                  <a:lnTo>
                    <a:pt x="16190" y="163"/>
                  </a:lnTo>
                  <a:lnTo>
                    <a:pt x="16190" y="81"/>
                  </a:lnTo>
                  <a:lnTo>
                    <a:pt x="16149" y="41"/>
                  </a:lnTo>
                  <a:lnTo>
                    <a:pt x="161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5" name="Google Shape;1345;p40"/>
            <p:cNvSpPr/>
            <p:nvPr/>
          </p:nvSpPr>
          <p:spPr>
            <a:xfrm>
              <a:off x="9069729" y="540644"/>
              <a:ext cx="1226811" cy="1623560"/>
            </a:xfrm>
            <a:custGeom>
              <a:avLst/>
              <a:gdLst/>
              <a:ahLst/>
              <a:cxnLst/>
              <a:rect l="l" t="t" r="r" b="b"/>
              <a:pathLst>
                <a:path w="16475" h="21803" extrusionOk="0">
                  <a:moveTo>
                    <a:pt x="16104" y="376"/>
                  </a:moveTo>
                  <a:lnTo>
                    <a:pt x="15946" y="8298"/>
                  </a:lnTo>
                  <a:lnTo>
                    <a:pt x="15864" y="12325"/>
                  </a:lnTo>
                  <a:lnTo>
                    <a:pt x="15864" y="14318"/>
                  </a:lnTo>
                  <a:lnTo>
                    <a:pt x="15824" y="15294"/>
                  </a:lnTo>
                  <a:lnTo>
                    <a:pt x="15742" y="16270"/>
                  </a:lnTo>
                  <a:lnTo>
                    <a:pt x="15661" y="17409"/>
                  </a:lnTo>
                  <a:lnTo>
                    <a:pt x="15620" y="18508"/>
                  </a:lnTo>
                  <a:lnTo>
                    <a:pt x="15620" y="19606"/>
                  </a:lnTo>
                  <a:lnTo>
                    <a:pt x="15661" y="20135"/>
                  </a:lnTo>
                  <a:lnTo>
                    <a:pt x="15689" y="20523"/>
                  </a:lnTo>
                  <a:lnTo>
                    <a:pt x="15214" y="20582"/>
                  </a:lnTo>
                  <a:lnTo>
                    <a:pt x="14563" y="20623"/>
                  </a:lnTo>
                  <a:lnTo>
                    <a:pt x="11960" y="20623"/>
                  </a:lnTo>
                  <a:lnTo>
                    <a:pt x="10658" y="20663"/>
                  </a:lnTo>
                  <a:lnTo>
                    <a:pt x="6306" y="20989"/>
                  </a:lnTo>
                  <a:lnTo>
                    <a:pt x="1791" y="21314"/>
                  </a:lnTo>
                  <a:lnTo>
                    <a:pt x="733" y="21396"/>
                  </a:lnTo>
                  <a:lnTo>
                    <a:pt x="517" y="21427"/>
                  </a:lnTo>
                  <a:lnTo>
                    <a:pt x="517" y="21427"/>
                  </a:lnTo>
                  <a:lnTo>
                    <a:pt x="408" y="19647"/>
                  </a:lnTo>
                  <a:lnTo>
                    <a:pt x="367" y="17613"/>
                  </a:lnTo>
                  <a:lnTo>
                    <a:pt x="367" y="15620"/>
                  </a:lnTo>
                  <a:lnTo>
                    <a:pt x="408" y="13626"/>
                  </a:lnTo>
                  <a:lnTo>
                    <a:pt x="448" y="11593"/>
                  </a:lnTo>
                  <a:lnTo>
                    <a:pt x="570" y="9600"/>
                  </a:lnTo>
                  <a:lnTo>
                    <a:pt x="774" y="5573"/>
                  </a:lnTo>
                  <a:lnTo>
                    <a:pt x="970" y="1212"/>
                  </a:lnTo>
                  <a:lnTo>
                    <a:pt x="970" y="1212"/>
                  </a:lnTo>
                  <a:lnTo>
                    <a:pt x="12895" y="569"/>
                  </a:lnTo>
                  <a:lnTo>
                    <a:pt x="16104" y="376"/>
                  </a:lnTo>
                  <a:close/>
                  <a:moveTo>
                    <a:pt x="16271" y="0"/>
                  </a:moveTo>
                  <a:lnTo>
                    <a:pt x="4190" y="691"/>
                  </a:lnTo>
                  <a:lnTo>
                    <a:pt x="814" y="854"/>
                  </a:lnTo>
                  <a:lnTo>
                    <a:pt x="733" y="895"/>
                  </a:lnTo>
                  <a:lnTo>
                    <a:pt x="652" y="936"/>
                  </a:lnTo>
                  <a:lnTo>
                    <a:pt x="611" y="976"/>
                  </a:lnTo>
                  <a:lnTo>
                    <a:pt x="611" y="1058"/>
                  </a:lnTo>
                  <a:lnTo>
                    <a:pt x="408" y="5085"/>
                  </a:lnTo>
                  <a:lnTo>
                    <a:pt x="204" y="9111"/>
                  </a:lnTo>
                  <a:lnTo>
                    <a:pt x="41" y="13098"/>
                  </a:lnTo>
                  <a:lnTo>
                    <a:pt x="1" y="15132"/>
                  </a:lnTo>
                  <a:lnTo>
                    <a:pt x="1" y="17125"/>
                  </a:lnTo>
                  <a:lnTo>
                    <a:pt x="41" y="19402"/>
                  </a:lnTo>
                  <a:lnTo>
                    <a:pt x="163" y="21640"/>
                  </a:lnTo>
                  <a:lnTo>
                    <a:pt x="204" y="21721"/>
                  </a:lnTo>
                  <a:lnTo>
                    <a:pt x="245" y="21802"/>
                  </a:lnTo>
                  <a:lnTo>
                    <a:pt x="733" y="21802"/>
                  </a:lnTo>
                  <a:lnTo>
                    <a:pt x="1669" y="21721"/>
                  </a:lnTo>
                  <a:lnTo>
                    <a:pt x="4272" y="21518"/>
                  </a:lnTo>
                  <a:lnTo>
                    <a:pt x="10251" y="21070"/>
                  </a:lnTo>
                  <a:lnTo>
                    <a:pt x="11675" y="20989"/>
                  </a:lnTo>
                  <a:lnTo>
                    <a:pt x="14522" y="20989"/>
                  </a:lnTo>
                  <a:lnTo>
                    <a:pt x="15254" y="20948"/>
                  </a:lnTo>
                  <a:lnTo>
                    <a:pt x="15946" y="20867"/>
                  </a:lnTo>
                  <a:lnTo>
                    <a:pt x="16027" y="20826"/>
                  </a:lnTo>
                  <a:lnTo>
                    <a:pt x="16068" y="20704"/>
                  </a:lnTo>
                  <a:lnTo>
                    <a:pt x="15987" y="19728"/>
                  </a:lnTo>
                  <a:lnTo>
                    <a:pt x="15987" y="18752"/>
                  </a:lnTo>
                  <a:lnTo>
                    <a:pt x="16027" y="17775"/>
                  </a:lnTo>
                  <a:lnTo>
                    <a:pt x="16109" y="16799"/>
                  </a:lnTo>
                  <a:lnTo>
                    <a:pt x="16190" y="14765"/>
                  </a:lnTo>
                  <a:lnTo>
                    <a:pt x="16231" y="12772"/>
                  </a:lnTo>
                  <a:lnTo>
                    <a:pt x="16312" y="8745"/>
                  </a:lnTo>
                  <a:lnTo>
                    <a:pt x="16393" y="4718"/>
                  </a:lnTo>
                  <a:lnTo>
                    <a:pt x="16475" y="163"/>
                  </a:lnTo>
                  <a:lnTo>
                    <a:pt x="16475" y="81"/>
                  </a:lnTo>
                  <a:lnTo>
                    <a:pt x="16434" y="41"/>
                  </a:lnTo>
                  <a:lnTo>
                    <a:pt x="163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46" name="Google Shape;1346;p40"/>
          <p:cNvGrpSpPr/>
          <p:nvPr/>
        </p:nvGrpSpPr>
        <p:grpSpPr>
          <a:xfrm flipH="1">
            <a:off x="5924611" y="1266456"/>
            <a:ext cx="724835" cy="635493"/>
            <a:chOff x="5375211" y="1361181"/>
            <a:chExt cx="724835" cy="635493"/>
          </a:xfrm>
        </p:grpSpPr>
        <p:sp>
          <p:nvSpPr>
            <p:cNvPr id="1347" name="Google Shape;1347;p40"/>
            <p:cNvSpPr/>
            <p:nvPr/>
          </p:nvSpPr>
          <p:spPr>
            <a:xfrm flipH="1">
              <a:off x="5375211" y="1361181"/>
              <a:ext cx="724835" cy="635493"/>
            </a:xfrm>
            <a:custGeom>
              <a:avLst/>
              <a:gdLst/>
              <a:ahLst/>
              <a:cxnLst/>
              <a:rect l="l" t="t" r="r" b="b"/>
              <a:pathLst>
                <a:path w="11553" h="10129" extrusionOk="0">
                  <a:moveTo>
                    <a:pt x="6265" y="0"/>
                  </a:moveTo>
                  <a:lnTo>
                    <a:pt x="5410" y="41"/>
                  </a:lnTo>
                  <a:lnTo>
                    <a:pt x="4556" y="41"/>
                  </a:lnTo>
                  <a:lnTo>
                    <a:pt x="4150" y="82"/>
                  </a:lnTo>
                  <a:lnTo>
                    <a:pt x="3702" y="163"/>
                  </a:lnTo>
                  <a:lnTo>
                    <a:pt x="2970" y="366"/>
                  </a:lnTo>
                  <a:lnTo>
                    <a:pt x="2644" y="488"/>
                  </a:lnTo>
                  <a:lnTo>
                    <a:pt x="2278" y="651"/>
                  </a:lnTo>
                  <a:lnTo>
                    <a:pt x="1953" y="814"/>
                  </a:lnTo>
                  <a:lnTo>
                    <a:pt x="1628" y="1017"/>
                  </a:lnTo>
                  <a:lnTo>
                    <a:pt x="1343" y="1261"/>
                  </a:lnTo>
                  <a:lnTo>
                    <a:pt x="1058" y="1505"/>
                  </a:lnTo>
                  <a:lnTo>
                    <a:pt x="814" y="1790"/>
                  </a:lnTo>
                  <a:lnTo>
                    <a:pt x="611" y="2075"/>
                  </a:lnTo>
                  <a:lnTo>
                    <a:pt x="407" y="2360"/>
                  </a:lnTo>
                  <a:lnTo>
                    <a:pt x="285" y="2685"/>
                  </a:lnTo>
                  <a:lnTo>
                    <a:pt x="163" y="3010"/>
                  </a:lnTo>
                  <a:lnTo>
                    <a:pt x="41" y="3376"/>
                  </a:lnTo>
                  <a:lnTo>
                    <a:pt x="1" y="3702"/>
                  </a:lnTo>
                  <a:lnTo>
                    <a:pt x="1" y="4068"/>
                  </a:lnTo>
                  <a:lnTo>
                    <a:pt x="41" y="4393"/>
                  </a:lnTo>
                  <a:lnTo>
                    <a:pt x="82" y="4759"/>
                  </a:lnTo>
                  <a:lnTo>
                    <a:pt x="204" y="5085"/>
                  </a:lnTo>
                  <a:lnTo>
                    <a:pt x="367" y="5370"/>
                  </a:lnTo>
                  <a:lnTo>
                    <a:pt x="529" y="5695"/>
                  </a:lnTo>
                  <a:lnTo>
                    <a:pt x="773" y="5939"/>
                  </a:lnTo>
                  <a:lnTo>
                    <a:pt x="1017" y="6224"/>
                  </a:lnTo>
                  <a:lnTo>
                    <a:pt x="1262" y="6427"/>
                  </a:lnTo>
                  <a:lnTo>
                    <a:pt x="1587" y="6671"/>
                  </a:lnTo>
                  <a:lnTo>
                    <a:pt x="1912" y="6875"/>
                  </a:lnTo>
                  <a:lnTo>
                    <a:pt x="2278" y="7037"/>
                  </a:lnTo>
                  <a:lnTo>
                    <a:pt x="2644" y="7159"/>
                  </a:lnTo>
                  <a:lnTo>
                    <a:pt x="3011" y="7281"/>
                  </a:lnTo>
                  <a:lnTo>
                    <a:pt x="3377" y="7363"/>
                  </a:lnTo>
                  <a:lnTo>
                    <a:pt x="4150" y="7485"/>
                  </a:lnTo>
                  <a:lnTo>
                    <a:pt x="4719" y="7525"/>
                  </a:lnTo>
                  <a:lnTo>
                    <a:pt x="4638" y="7892"/>
                  </a:lnTo>
                  <a:lnTo>
                    <a:pt x="4516" y="8258"/>
                  </a:lnTo>
                  <a:lnTo>
                    <a:pt x="4312" y="8624"/>
                  </a:lnTo>
                  <a:lnTo>
                    <a:pt x="3987" y="8949"/>
                  </a:lnTo>
                  <a:lnTo>
                    <a:pt x="3661" y="9234"/>
                  </a:lnTo>
                  <a:lnTo>
                    <a:pt x="3295" y="9478"/>
                  </a:lnTo>
                  <a:lnTo>
                    <a:pt x="3214" y="9519"/>
                  </a:lnTo>
                  <a:lnTo>
                    <a:pt x="3173" y="9600"/>
                  </a:lnTo>
                  <a:lnTo>
                    <a:pt x="3214" y="9681"/>
                  </a:lnTo>
                  <a:lnTo>
                    <a:pt x="3255" y="9763"/>
                  </a:lnTo>
                  <a:lnTo>
                    <a:pt x="3417" y="9885"/>
                  </a:lnTo>
                  <a:lnTo>
                    <a:pt x="3661" y="10007"/>
                  </a:lnTo>
                  <a:lnTo>
                    <a:pt x="4109" y="10088"/>
                  </a:lnTo>
                  <a:lnTo>
                    <a:pt x="4394" y="10129"/>
                  </a:lnTo>
                  <a:lnTo>
                    <a:pt x="4678" y="10129"/>
                  </a:lnTo>
                  <a:lnTo>
                    <a:pt x="4963" y="10088"/>
                  </a:lnTo>
                  <a:lnTo>
                    <a:pt x="5248" y="10047"/>
                  </a:lnTo>
                  <a:lnTo>
                    <a:pt x="5492" y="9925"/>
                  </a:lnTo>
                  <a:lnTo>
                    <a:pt x="5695" y="9803"/>
                  </a:lnTo>
                  <a:lnTo>
                    <a:pt x="5899" y="9681"/>
                  </a:lnTo>
                  <a:lnTo>
                    <a:pt x="6102" y="9519"/>
                  </a:lnTo>
                  <a:lnTo>
                    <a:pt x="6265" y="9315"/>
                  </a:lnTo>
                  <a:lnTo>
                    <a:pt x="6387" y="9112"/>
                  </a:lnTo>
                  <a:lnTo>
                    <a:pt x="6509" y="8908"/>
                  </a:lnTo>
                  <a:lnTo>
                    <a:pt x="6590" y="8664"/>
                  </a:lnTo>
                  <a:lnTo>
                    <a:pt x="6671" y="8380"/>
                  </a:lnTo>
                  <a:lnTo>
                    <a:pt x="6671" y="8095"/>
                  </a:lnTo>
                  <a:lnTo>
                    <a:pt x="6671" y="7810"/>
                  </a:lnTo>
                  <a:lnTo>
                    <a:pt x="6590" y="7566"/>
                  </a:lnTo>
                  <a:lnTo>
                    <a:pt x="7119" y="7485"/>
                  </a:lnTo>
                  <a:lnTo>
                    <a:pt x="7607" y="7403"/>
                  </a:lnTo>
                  <a:lnTo>
                    <a:pt x="8054" y="7322"/>
                  </a:lnTo>
                  <a:lnTo>
                    <a:pt x="8543" y="7159"/>
                  </a:lnTo>
                  <a:lnTo>
                    <a:pt x="8990" y="6997"/>
                  </a:lnTo>
                  <a:lnTo>
                    <a:pt x="9437" y="6753"/>
                  </a:lnTo>
                  <a:lnTo>
                    <a:pt x="9844" y="6509"/>
                  </a:lnTo>
                  <a:lnTo>
                    <a:pt x="10251" y="6224"/>
                  </a:lnTo>
                  <a:lnTo>
                    <a:pt x="10495" y="5939"/>
                  </a:lnTo>
                  <a:lnTo>
                    <a:pt x="10780" y="5654"/>
                  </a:lnTo>
                  <a:lnTo>
                    <a:pt x="10983" y="5329"/>
                  </a:lnTo>
                  <a:lnTo>
                    <a:pt x="11186" y="5004"/>
                  </a:lnTo>
                  <a:lnTo>
                    <a:pt x="11349" y="4637"/>
                  </a:lnTo>
                  <a:lnTo>
                    <a:pt x="11471" y="4312"/>
                  </a:lnTo>
                  <a:lnTo>
                    <a:pt x="11512" y="3905"/>
                  </a:lnTo>
                  <a:lnTo>
                    <a:pt x="11553" y="3539"/>
                  </a:lnTo>
                  <a:lnTo>
                    <a:pt x="11512" y="3132"/>
                  </a:lnTo>
                  <a:lnTo>
                    <a:pt x="11431" y="2726"/>
                  </a:lnTo>
                  <a:lnTo>
                    <a:pt x="11309" y="2360"/>
                  </a:lnTo>
                  <a:lnTo>
                    <a:pt x="11146" y="1993"/>
                  </a:lnTo>
                  <a:lnTo>
                    <a:pt x="10942" y="1668"/>
                  </a:lnTo>
                  <a:lnTo>
                    <a:pt x="10698" y="1383"/>
                  </a:lnTo>
                  <a:lnTo>
                    <a:pt x="10414" y="1099"/>
                  </a:lnTo>
                  <a:lnTo>
                    <a:pt x="10088" y="814"/>
                  </a:lnTo>
                  <a:lnTo>
                    <a:pt x="9763" y="610"/>
                  </a:lnTo>
                  <a:lnTo>
                    <a:pt x="9397" y="448"/>
                  </a:lnTo>
                  <a:lnTo>
                    <a:pt x="9031" y="285"/>
                  </a:lnTo>
                  <a:lnTo>
                    <a:pt x="8665" y="204"/>
                  </a:lnTo>
                  <a:lnTo>
                    <a:pt x="8298" y="122"/>
                  </a:lnTo>
                  <a:lnTo>
                    <a:pt x="7892" y="41"/>
                  </a:lnTo>
                  <a:lnTo>
                    <a:pt x="71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0"/>
            <p:cNvSpPr/>
            <p:nvPr/>
          </p:nvSpPr>
          <p:spPr>
            <a:xfrm flipH="1">
              <a:off x="5801404" y="1578073"/>
              <a:ext cx="56215" cy="58787"/>
            </a:xfrm>
            <a:custGeom>
              <a:avLst/>
              <a:gdLst/>
              <a:ahLst/>
              <a:cxnLst/>
              <a:rect l="l" t="t" r="r" b="b"/>
              <a:pathLst>
                <a:path w="896" h="937" extrusionOk="0">
                  <a:moveTo>
                    <a:pt x="408" y="1"/>
                  </a:moveTo>
                  <a:lnTo>
                    <a:pt x="326" y="41"/>
                  </a:lnTo>
                  <a:lnTo>
                    <a:pt x="204" y="123"/>
                  </a:lnTo>
                  <a:lnTo>
                    <a:pt x="123" y="204"/>
                  </a:lnTo>
                  <a:lnTo>
                    <a:pt x="41" y="326"/>
                  </a:lnTo>
                  <a:lnTo>
                    <a:pt x="1" y="448"/>
                  </a:lnTo>
                  <a:lnTo>
                    <a:pt x="41" y="611"/>
                  </a:lnTo>
                  <a:lnTo>
                    <a:pt x="82" y="774"/>
                  </a:lnTo>
                  <a:lnTo>
                    <a:pt x="204" y="896"/>
                  </a:lnTo>
                  <a:lnTo>
                    <a:pt x="367" y="936"/>
                  </a:lnTo>
                  <a:lnTo>
                    <a:pt x="530" y="936"/>
                  </a:lnTo>
                  <a:lnTo>
                    <a:pt x="652" y="896"/>
                  </a:lnTo>
                  <a:lnTo>
                    <a:pt x="774" y="774"/>
                  </a:lnTo>
                  <a:lnTo>
                    <a:pt x="814" y="652"/>
                  </a:lnTo>
                  <a:lnTo>
                    <a:pt x="896" y="530"/>
                  </a:lnTo>
                  <a:lnTo>
                    <a:pt x="896"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0"/>
            <p:cNvSpPr/>
            <p:nvPr/>
          </p:nvSpPr>
          <p:spPr>
            <a:xfrm flipH="1">
              <a:off x="5791177" y="1567909"/>
              <a:ext cx="76606" cy="81687"/>
            </a:xfrm>
            <a:custGeom>
              <a:avLst/>
              <a:gdLst/>
              <a:ahLst/>
              <a:cxnLst/>
              <a:rect l="l" t="t" r="r" b="b"/>
              <a:pathLst>
                <a:path w="1221" h="1302" extrusionOk="0">
                  <a:moveTo>
                    <a:pt x="773" y="366"/>
                  </a:moveTo>
                  <a:lnTo>
                    <a:pt x="773" y="407"/>
                  </a:lnTo>
                  <a:lnTo>
                    <a:pt x="814" y="407"/>
                  </a:lnTo>
                  <a:lnTo>
                    <a:pt x="814" y="448"/>
                  </a:lnTo>
                  <a:lnTo>
                    <a:pt x="854" y="448"/>
                  </a:lnTo>
                  <a:lnTo>
                    <a:pt x="854" y="488"/>
                  </a:lnTo>
                  <a:lnTo>
                    <a:pt x="854" y="529"/>
                  </a:lnTo>
                  <a:lnTo>
                    <a:pt x="854" y="570"/>
                  </a:lnTo>
                  <a:lnTo>
                    <a:pt x="854" y="651"/>
                  </a:lnTo>
                  <a:lnTo>
                    <a:pt x="854" y="732"/>
                  </a:lnTo>
                  <a:lnTo>
                    <a:pt x="814" y="732"/>
                  </a:lnTo>
                  <a:lnTo>
                    <a:pt x="814" y="773"/>
                  </a:lnTo>
                  <a:lnTo>
                    <a:pt x="773" y="814"/>
                  </a:lnTo>
                  <a:lnTo>
                    <a:pt x="732" y="854"/>
                  </a:lnTo>
                  <a:lnTo>
                    <a:pt x="732" y="895"/>
                  </a:lnTo>
                  <a:lnTo>
                    <a:pt x="692" y="895"/>
                  </a:lnTo>
                  <a:lnTo>
                    <a:pt x="651" y="936"/>
                  </a:lnTo>
                  <a:lnTo>
                    <a:pt x="570" y="936"/>
                  </a:lnTo>
                  <a:lnTo>
                    <a:pt x="529" y="895"/>
                  </a:lnTo>
                  <a:lnTo>
                    <a:pt x="488" y="895"/>
                  </a:lnTo>
                  <a:lnTo>
                    <a:pt x="448" y="854"/>
                  </a:lnTo>
                  <a:lnTo>
                    <a:pt x="407" y="814"/>
                  </a:lnTo>
                  <a:lnTo>
                    <a:pt x="407" y="773"/>
                  </a:lnTo>
                  <a:lnTo>
                    <a:pt x="366" y="732"/>
                  </a:lnTo>
                  <a:lnTo>
                    <a:pt x="366" y="692"/>
                  </a:lnTo>
                  <a:lnTo>
                    <a:pt x="366" y="651"/>
                  </a:lnTo>
                  <a:lnTo>
                    <a:pt x="366" y="610"/>
                  </a:lnTo>
                  <a:lnTo>
                    <a:pt x="366" y="570"/>
                  </a:lnTo>
                  <a:lnTo>
                    <a:pt x="407" y="529"/>
                  </a:lnTo>
                  <a:lnTo>
                    <a:pt x="407" y="488"/>
                  </a:lnTo>
                  <a:lnTo>
                    <a:pt x="448" y="448"/>
                  </a:lnTo>
                  <a:lnTo>
                    <a:pt x="488" y="448"/>
                  </a:lnTo>
                  <a:lnTo>
                    <a:pt x="488" y="407"/>
                  </a:lnTo>
                  <a:lnTo>
                    <a:pt x="529" y="407"/>
                  </a:lnTo>
                  <a:lnTo>
                    <a:pt x="529" y="366"/>
                  </a:lnTo>
                  <a:close/>
                  <a:moveTo>
                    <a:pt x="488" y="0"/>
                  </a:moveTo>
                  <a:lnTo>
                    <a:pt x="325" y="81"/>
                  </a:lnTo>
                  <a:lnTo>
                    <a:pt x="163" y="203"/>
                  </a:lnTo>
                  <a:lnTo>
                    <a:pt x="41" y="366"/>
                  </a:lnTo>
                  <a:lnTo>
                    <a:pt x="0" y="529"/>
                  </a:lnTo>
                  <a:lnTo>
                    <a:pt x="0" y="773"/>
                  </a:lnTo>
                  <a:lnTo>
                    <a:pt x="41" y="895"/>
                  </a:lnTo>
                  <a:lnTo>
                    <a:pt x="81" y="1017"/>
                  </a:lnTo>
                  <a:lnTo>
                    <a:pt x="203" y="1139"/>
                  </a:lnTo>
                  <a:lnTo>
                    <a:pt x="285" y="1220"/>
                  </a:lnTo>
                  <a:lnTo>
                    <a:pt x="407" y="1261"/>
                  </a:lnTo>
                  <a:lnTo>
                    <a:pt x="529" y="1302"/>
                  </a:lnTo>
                  <a:lnTo>
                    <a:pt x="732" y="1302"/>
                  </a:lnTo>
                  <a:lnTo>
                    <a:pt x="895" y="1220"/>
                  </a:lnTo>
                  <a:lnTo>
                    <a:pt x="1017" y="1098"/>
                  </a:lnTo>
                  <a:lnTo>
                    <a:pt x="1139" y="976"/>
                  </a:lnTo>
                  <a:lnTo>
                    <a:pt x="1180" y="814"/>
                  </a:lnTo>
                  <a:lnTo>
                    <a:pt x="1220" y="610"/>
                  </a:lnTo>
                  <a:lnTo>
                    <a:pt x="1220" y="448"/>
                  </a:lnTo>
                  <a:lnTo>
                    <a:pt x="1180" y="285"/>
                  </a:lnTo>
                  <a:lnTo>
                    <a:pt x="1058" y="122"/>
                  </a:lnTo>
                  <a:lnTo>
                    <a:pt x="895"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flipH="1">
              <a:off x="5696754" y="1578073"/>
              <a:ext cx="56215" cy="58787"/>
            </a:xfrm>
            <a:custGeom>
              <a:avLst/>
              <a:gdLst/>
              <a:ahLst/>
              <a:cxnLst/>
              <a:rect l="l" t="t" r="r" b="b"/>
              <a:pathLst>
                <a:path w="896" h="937" extrusionOk="0">
                  <a:moveTo>
                    <a:pt x="448" y="1"/>
                  </a:moveTo>
                  <a:lnTo>
                    <a:pt x="326" y="41"/>
                  </a:lnTo>
                  <a:lnTo>
                    <a:pt x="204" y="123"/>
                  </a:lnTo>
                  <a:lnTo>
                    <a:pt x="123" y="204"/>
                  </a:lnTo>
                  <a:lnTo>
                    <a:pt x="41" y="326"/>
                  </a:lnTo>
                  <a:lnTo>
                    <a:pt x="1" y="448"/>
                  </a:lnTo>
                  <a:lnTo>
                    <a:pt x="41" y="611"/>
                  </a:lnTo>
                  <a:lnTo>
                    <a:pt x="123" y="774"/>
                  </a:lnTo>
                  <a:lnTo>
                    <a:pt x="245" y="896"/>
                  </a:lnTo>
                  <a:lnTo>
                    <a:pt x="407" y="936"/>
                  </a:lnTo>
                  <a:lnTo>
                    <a:pt x="529" y="936"/>
                  </a:lnTo>
                  <a:lnTo>
                    <a:pt x="651" y="896"/>
                  </a:lnTo>
                  <a:lnTo>
                    <a:pt x="773" y="774"/>
                  </a:lnTo>
                  <a:lnTo>
                    <a:pt x="855" y="652"/>
                  </a:lnTo>
                  <a:lnTo>
                    <a:pt x="895" y="530"/>
                  </a:lnTo>
                  <a:lnTo>
                    <a:pt x="895" y="367"/>
                  </a:lnTo>
                  <a:lnTo>
                    <a:pt x="855" y="245"/>
                  </a:lnTo>
                  <a:lnTo>
                    <a:pt x="773" y="123"/>
                  </a:lnTo>
                  <a:lnTo>
                    <a:pt x="692" y="41"/>
                  </a:lnTo>
                  <a:lnTo>
                    <a:pt x="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0"/>
            <p:cNvSpPr/>
            <p:nvPr/>
          </p:nvSpPr>
          <p:spPr>
            <a:xfrm flipH="1">
              <a:off x="5686527" y="1567909"/>
              <a:ext cx="76668" cy="81687"/>
            </a:xfrm>
            <a:custGeom>
              <a:avLst/>
              <a:gdLst/>
              <a:ahLst/>
              <a:cxnLst/>
              <a:rect l="l" t="t" r="r" b="b"/>
              <a:pathLst>
                <a:path w="1222" h="1302" extrusionOk="0">
                  <a:moveTo>
                    <a:pt x="774" y="366"/>
                  </a:moveTo>
                  <a:lnTo>
                    <a:pt x="774" y="407"/>
                  </a:lnTo>
                  <a:lnTo>
                    <a:pt x="814" y="407"/>
                  </a:lnTo>
                  <a:lnTo>
                    <a:pt x="855" y="448"/>
                  </a:lnTo>
                  <a:lnTo>
                    <a:pt x="855" y="488"/>
                  </a:lnTo>
                  <a:lnTo>
                    <a:pt x="855" y="529"/>
                  </a:lnTo>
                  <a:lnTo>
                    <a:pt x="855" y="570"/>
                  </a:lnTo>
                  <a:lnTo>
                    <a:pt x="855" y="651"/>
                  </a:lnTo>
                  <a:lnTo>
                    <a:pt x="855" y="732"/>
                  </a:lnTo>
                  <a:lnTo>
                    <a:pt x="814" y="773"/>
                  </a:lnTo>
                  <a:lnTo>
                    <a:pt x="774" y="814"/>
                  </a:lnTo>
                  <a:lnTo>
                    <a:pt x="814" y="814"/>
                  </a:lnTo>
                  <a:lnTo>
                    <a:pt x="733" y="854"/>
                  </a:lnTo>
                  <a:lnTo>
                    <a:pt x="733" y="895"/>
                  </a:lnTo>
                  <a:lnTo>
                    <a:pt x="692" y="895"/>
                  </a:lnTo>
                  <a:lnTo>
                    <a:pt x="652" y="936"/>
                  </a:lnTo>
                  <a:lnTo>
                    <a:pt x="570" y="936"/>
                  </a:lnTo>
                  <a:lnTo>
                    <a:pt x="530" y="895"/>
                  </a:lnTo>
                  <a:lnTo>
                    <a:pt x="489" y="895"/>
                  </a:lnTo>
                  <a:lnTo>
                    <a:pt x="489" y="854"/>
                  </a:lnTo>
                  <a:lnTo>
                    <a:pt x="448" y="854"/>
                  </a:lnTo>
                  <a:lnTo>
                    <a:pt x="408" y="814"/>
                  </a:lnTo>
                  <a:lnTo>
                    <a:pt x="408" y="773"/>
                  </a:lnTo>
                  <a:lnTo>
                    <a:pt x="367" y="732"/>
                  </a:lnTo>
                  <a:lnTo>
                    <a:pt x="367" y="692"/>
                  </a:lnTo>
                  <a:lnTo>
                    <a:pt x="367" y="651"/>
                  </a:lnTo>
                  <a:lnTo>
                    <a:pt x="367" y="610"/>
                  </a:lnTo>
                  <a:lnTo>
                    <a:pt x="367" y="570"/>
                  </a:lnTo>
                  <a:lnTo>
                    <a:pt x="408" y="529"/>
                  </a:lnTo>
                  <a:lnTo>
                    <a:pt x="408" y="488"/>
                  </a:lnTo>
                  <a:lnTo>
                    <a:pt x="448" y="448"/>
                  </a:lnTo>
                  <a:lnTo>
                    <a:pt x="489" y="448"/>
                  </a:lnTo>
                  <a:lnTo>
                    <a:pt x="489" y="407"/>
                  </a:lnTo>
                  <a:lnTo>
                    <a:pt x="530" y="407"/>
                  </a:lnTo>
                  <a:lnTo>
                    <a:pt x="570" y="366"/>
                  </a:lnTo>
                  <a:close/>
                  <a:moveTo>
                    <a:pt x="489" y="0"/>
                  </a:moveTo>
                  <a:lnTo>
                    <a:pt x="326" y="81"/>
                  </a:lnTo>
                  <a:lnTo>
                    <a:pt x="164" y="203"/>
                  </a:lnTo>
                  <a:lnTo>
                    <a:pt x="82" y="366"/>
                  </a:lnTo>
                  <a:lnTo>
                    <a:pt x="1" y="529"/>
                  </a:lnTo>
                  <a:lnTo>
                    <a:pt x="1" y="773"/>
                  </a:lnTo>
                  <a:lnTo>
                    <a:pt x="41" y="895"/>
                  </a:lnTo>
                  <a:lnTo>
                    <a:pt x="123" y="1017"/>
                  </a:lnTo>
                  <a:lnTo>
                    <a:pt x="204" y="1139"/>
                  </a:lnTo>
                  <a:lnTo>
                    <a:pt x="286" y="1220"/>
                  </a:lnTo>
                  <a:lnTo>
                    <a:pt x="408" y="1261"/>
                  </a:lnTo>
                  <a:lnTo>
                    <a:pt x="570" y="1302"/>
                  </a:lnTo>
                  <a:lnTo>
                    <a:pt x="733" y="1302"/>
                  </a:lnTo>
                  <a:lnTo>
                    <a:pt x="896" y="1220"/>
                  </a:lnTo>
                  <a:lnTo>
                    <a:pt x="1018" y="1098"/>
                  </a:lnTo>
                  <a:lnTo>
                    <a:pt x="1140" y="976"/>
                  </a:lnTo>
                  <a:lnTo>
                    <a:pt x="1221" y="814"/>
                  </a:lnTo>
                  <a:lnTo>
                    <a:pt x="1221" y="610"/>
                  </a:lnTo>
                  <a:lnTo>
                    <a:pt x="1221" y="448"/>
                  </a:lnTo>
                  <a:lnTo>
                    <a:pt x="1180" y="285"/>
                  </a:lnTo>
                  <a:lnTo>
                    <a:pt x="1058" y="122"/>
                  </a:lnTo>
                  <a:lnTo>
                    <a:pt x="896"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0"/>
            <p:cNvSpPr/>
            <p:nvPr/>
          </p:nvSpPr>
          <p:spPr>
            <a:xfrm flipH="1">
              <a:off x="5592103" y="1578073"/>
              <a:ext cx="53705" cy="58787"/>
            </a:xfrm>
            <a:custGeom>
              <a:avLst/>
              <a:gdLst/>
              <a:ahLst/>
              <a:cxnLst/>
              <a:rect l="l" t="t" r="r" b="b"/>
              <a:pathLst>
                <a:path w="856" h="937" extrusionOk="0">
                  <a:moveTo>
                    <a:pt x="408" y="1"/>
                  </a:moveTo>
                  <a:lnTo>
                    <a:pt x="286" y="41"/>
                  </a:lnTo>
                  <a:lnTo>
                    <a:pt x="204" y="123"/>
                  </a:lnTo>
                  <a:lnTo>
                    <a:pt x="82" y="204"/>
                  </a:lnTo>
                  <a:lnTo>
                    <a:pt x="42" y="326"/>
                  </a:lnTo>
                  <a:lnTo>
                    <a:pt x="1" y="448"/>
                  </a:lnTo>
                  <a:lnTo>
                    <a:pt x="1" y="611"/>
                  </a:lnTo>
                  <a:lnTo>
                    <a:pt x="82" y="774"/>
                  </a:lnTo>
                  <a:lnTo>
                    <a:pt x="204" y="896"/>
                  </a:lnTo>
                  <a:lnTo>
                    <a:pt x="367" y="936"/>
                  </a:lnTo>
                  <a:lnTo>
                    <a:pt x="530" y="936"/>
                  </a:lnTo>
                  <a:lnTo>
                    <a:pt x="652" y="896"/>
                  </a:lnTo>
                  <a:lnTo>
                    <a:pt x="733" y="774"/>
                  </a:lnTo>
                  <a:lnTo>
                    <a:pt x="814" y="652"/>
                  </a:lnTo>
                  <a:lnTo>
                    <a:pt x="855" y="530"/>
                  </a:lnTo>
                  <a:lnTo>
                    <a:pt x="855" y="367"/>
                  </a:lnTo>
                  <a:lnTo>
                    <a:pt x="855" y="245"/>
                  </a:lnTo>
                  <a:lnTo>
                    <a:pt x="774" y="123"/>
                  </a:lnTo>
                  <a:lnTo>
                    <a:pt x="652" y="41"/>
                  </a:lnTo>
                  <a:lnTo>
                    <a:pt x="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flipH="1">
              <a:off x="5579367" y="1567909"/>
              <a:ext cx="76606" cy="81687"/>
            </a:xfrm>
            <a:custGeom>
              <a:avLst/>
              <a:gdLst/>
              <a:ahLst/>
              <a:cxnLst/>
              <a:rect l="l" t="t" r="r" b="b"/>
              <a:pathLst>
                <a:path w="1221" h="1302" extrusionOk="0">
                  <a:moveTo>
                    <a:pt x="732" y="366"/>
                  </a:moveTo>
                  <a:lnTo>
                    <a:pt x="773" y="407"/>
                  </a:lnTo>
                  <a:lnTo>
                    <a:pt x="814" y="407"/>
                  </a:lnTo>
                  <a:lnTo>
                    <a:pt x="814" y="448"/>
                  </a:lnTo>
                  <a:lnTo>
                    <a:pt x="854" y="488"/>
                  </a:lnTo>
                  <a:lnTo>
                    <a:pt x="854" y="529"/>
                  </a:lnTo>
                  <a:lnTo>
                    <a:pt x="854" y="570"/>
                  </a:lnTo>
                  <a:lnTo>
                    <a:pt x="854" y="651"/>
                  </a:lnTo>
                  <a:lnTo>
                    <a:pt x="814" y="732"/>
                  </a:lnTo>
                  <a:lnTo>
                    <a:pt x="773" y="773"/>
                  </a:lnTo>
                  <a:lnTo>
                    <a:pt x="773" y="814"/>
                  </a:lnTo>
                  <a:lnTo>
                    <a:pt x="732" y="854"/>
                  </a:lnTo>
                  <a:lnTo>
                    <a:pt x="692" y="895"/>
                  </a:lnTo>
                  <a:lnTo>
                    <a:pt x="651" y="895"/>
                  </a:lnTo>
                  <a:lnTo>
                    <a:pt x="651" y="936"/>
                  </a:lnTo>
                  <a:lnTo>
                    <a:pt x="529" y="936"/>
                  </a:lnTo>
                  <a:lnTo>
                    <a:pt x="488" y="895"/>
                  </a:lnTo>
                  <a:lnTo>
                    <a:pt x="448" y="895"/>
                  </a:lnTo>
                  <a:lnTo>
                    <a:pt x="448" y="854"/>
                  </a:lnTo>
                  <a:lnTo>
                    <a:pt x="407" y="854"/>
                  </a:lnTo>
                  <a:lnTo>
                    <a:pt x="407" y="814"/>
                  </a:lnTo>
                  <a:lnTo>
                    <a:pt x="366" y="773"/>
                  </a:lnTo>
                  <a:lnTo>
                    <a:pt x="366" y="732"/>
                  </a:lnTo>
                  <a:lnTo>
                    <a:pt x="326" y="692"/>
                  </a:lnTo>
                  <a:lnTo>
                    <a:pt x="326" y="651"/>
                  </a:lnTo>
                  <a:lnTo>
                    <a:pt x="326" y="610"/>
                  </a:lnTo>
                  <a:lnTo>
                    <a:pt x="366" y="529"/>
                  </a:lnTo>
                  <a:lnTo>
                    <a:pt x="407" y="488"/>
                  </a:lnTo>
                  <a:lnTo>
                    <a:pt x="448" y="448"/>
                  </a:lnTo>
                  <a:lnTo>
                    <a:pt x="488" y="407"/>
                  </a:lnTo>
                  <a:lnTo>
                    <a:pt x="529" y="407"/>
                  </a:lnTo>
                  <a:lnTo>
                    <a:pt x="529" y="366"/>
                  </a:lnTo>
                  <a:close/>
                  <a:moveTo>
                    <a:pt x="488" y="0"/>
                  </a:moveTo>
                  <a:lnTo>
                    <a:pt x="285" y="81"/>
                  </a:lnTo>
                  <a:lnTo>
                    <a:pt x="163" y="203"/>
                  </a:lnTo>
                  <a:lnTo>
                    <a:pt x="41" y="366"/>
                  </a:lnTo>
                  <a:lnTo>
                    <a:pt x="0" y="529"/>
                  </a:lnTo>
                  <a:lnTo>
                    <a:pt x="0" y="773"/>
                  </a:lnTo>
                  <a:lnTo>
                    <a:pt x="41" y="895"/>
                  </a:lnTo>
                  <a:lnTo>
                    <a:pt x="82" y="1017"/>
                  </a:lnTo>
                  <a:lnTo>
                    <a:pt x="163" y="1139"/>
                  </a:lnTo>
                  <a:lnTo>
                    <a:pt x="285" y="1220"/>
                  </a:lnTo>
                  <a:lnTo>
                    <a:pt x="407" y="1261"/>
                  </a:lnTo>
                  <a:lnTo>
                    <a:pt x="529" y="1302"/>
                  </a:lnTo>
                  <a:lnTo>
                    <a:pt x="692" y="1302"/>
                  </a:lnTo>
                  <a:lnTo>
                    <a:pt x="854" y="1220"/>
                  </a:lnTo>
                  <a:lnTo>
                    <a:pt x="1017" y="1098"/>
                  </a:lnTo>
                  <a:lnTo>
                    <a:pt x="1098" y="976"/>
                  </a:lnTo>
                  <a:lnTo>
                    <a:pt x="1180" y="814"/>
                  </a:lnTo>
                  <a:lnTo>
                    <a:pt x="1220" y="610"/>
                  </a:lnTo>
                  <a:lnTo>
                    <a:pt x="1220" y="448"/>
                  </a:lnTo>
                  <a:lnTo>
                    <a:pt x="1139" y="285"/>
                  </a:lnTo>
                  <a:lnTo>
                    <a:pt x="1017" y="122"/>
                  </a:lnTo>
                  <a:lnTo>
                    <a:pt x="854" y="41"/>
                  </a:lnTo>
                  <a:lnTo>
                    <a:pt x="6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flipH="1">
              <a:off x="5936671" y="1460687"/>
              <a:ext cx="91914" cy="140412"/>
            </a:xfrm>
            <a:custGeom>
              <a:avLst/>
              <a:gdLst/>
              <a:ahLst/>
              <a:cxnLst/>
              <a:rect l="l" t="t" r="r" b="b"/>
              <a:pathLst>
                <a:path w="1465" h="2238" extrusionOk="0">
                  <a:moveTo>
                    <a:pt x="1261" y="1"/>
                  </a:moveTo>
                  <a:lnTo>
                    <a:pt x="1180" y="41"/>
                  </a:lnTo>
                  <a:lnTo>
                    <a:pt x="936" y="204"/>
                  </a:lnTo>
                  <a:lnTo>
                    <a:pt x="692" y="407"/>
                  </a:lnTo>
                  <a:lnTo>
                    <a:pt x="489" y="652"/>
                  </a:lnTo>
                  <a:lnTo>
                    <a:pt x="326" y="896"/>
                  </a:lnTo>
                  <a:lnTo>
                    <a:pt x="204" y="1140"/>
                  </a:lnTo>
                  <a:lnTo>
                    <a:pt x="82" y="1465"/>
                  </a:lnTo>
                  <a:lnTo>
                    <a:pt x="41" y="1750"/>
                  </a:lnTo>
                  <a:lnTo>
                    <a:pt x="0" y="2035"/>
                  </a:lnTo>
                  <a:lnTo>
                    <a:pt x="41" y="2116"/>
                  </a:lnTo>
                  <a:lnTo>
                    <a:pt x="82" y="2197"/>
                  </a:lnTo>
                  <a:lnTo>
                    <a:pt x="123" y="2238"/>
                  </a:lnTo>
                  <a:lnTo>
                    <a:pt x="285" y="2238"/>
                  </a:lnTo>
                  <a:lnTo>
                    <a:pt x="326" y="2197"/>
                  </a:lnTo>
                  <a:lnTo>
                    <a:pt x="367" y="2116"/>
                  </a:lnTo>
                  <a:lnTo>
                    <a:pt x="367" y="2035"/>
                  </a:lnTo>
                  <a:lnTo>
                    <a:pt x="407" y="1790"/>
                  </a:lnTo>
                  <a:lnTo>
                    <a:pt x="448" y="1546"/>
                  </a:lnTo>
                  <a:lnTo>
                    <a:pt x="529" y="1302"/>
                  </a:lnTo>
                  <a:lnTo>
                    <a:pt x="651" y="1058"/>
                  </a:lnTo>
                  <a:lnTo>
                    <a:pt x="814" y="855"/>
                  </a:lnTo>
                  <a:lnTo>
                    <a:pt x="977" y="652"/>
                  </a:lnTo>
                  <a:lnTo>
                    <a:pt x="1180" y="489"/>
                  </a:lnTo>
                  <a:lnTo>
                    <a:pt x="1383" y="367"/>
                  </a:lnTo>
                  <a:lnTo>
                    <a:pt x="1424" y="326"/>
                  </a:lnTo>
                  <a:lnTo>
                    <a:pt x="1465" y="245"/>
                  </a:lnTo>
                  <a:lnTo>
                    <a:pt x="1465" y="163"/>
                  </a:lnTo>
                  <a:lnTo>
                    <a:pt x="1424" y="123"/>
                  </a:lnTo>
                  <a:lnTo>
                    <a:pt x="1383" y="82"/>
                  </a:lnTo>
                  <a:lnTo>
                    <a:pt x="1343" y="4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flipH="1">
              <a:off x="5885601" y="1432642"/>
              <a:ext cx="23026" cy="28108"/>
            </a:xfrm>
            <a:custGeom>
              <a:avLst/>
              <a:gdLst/>
              <a:ahLst/>
              <a:cxnLst/>
              <a:rect l="l" t="t" r="r" b="b"/>
              <a:pathLst>
                <a:path w="367" h="448" extrusionOk="0">
                  <a:moveTo>
                    <a:pt x="204" y="0"/>
                  </a:moveTo>
                  <a:lnTo>
                    <a:pt x="122" y="41"/>
                  </a:lnTo>
                  <a:lnTo>
                    <a:pt x="41" y="82"/>
                  </a:lnTo>
                  <a:lnTo>
                    <a:pt x="41" y="122"/>
                  </a:lnTo>
                  <a:lnTo>
                    <a:pt x="0" y="204"/>
                  </a:lnTo>
                  <a:lnTo>
                    <a:pt x="0" y="244"/>
                  </a:lnTo>
                  <a:lnTo>
                    <a:pt x="41" y="326"/>
                  </a:lnTo>
                  <a:lnTo>
                    <a:pt x="41" y="366"/>
                  </a:lnTo>
                  <a:lnTo>
                    <a:pt x="122" y="407"/>
                  </a:lnTo>
                  <a:lnTo>
                    <a:pt x="204" y="448"/>
                  </a:lnTo>
                  <a:lnTo>
                    <a:pt x="244" y="407"/>
                  </a:lnTo>
                  <a:lnTo>
                    <a:pt x="326" y="366"/>
                  </a:lnTo>
                  <a:lnTo>
                    <a:pt x="366" y="326"/>
                  </a:lnTo>
                  <a:lnTo>
                    <a:pt x="366" y="244"/>
                  </a:lnTo>
                  <a:lnTo>
                    <a:pt x="366" y="204"/>
                  </a:lnTo>
                  <a:lnTo>
                    <a:pt x="366" y="122"/>
                  </a:lnTo>
                  <a:lnTo>
                    <a:pt x="326" y="82"/>
                  </a:lnTo>
                  <a:lnTo>
                    <a:pt x="244"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6" name="Google Shape;1356;p40"/>
          <p:cNvSpPr/>
          <p:nvPr/>
        </p:nvSpPr>
        <p:spPr>
          <a:xfrm>
            <a:off x="4978042" y="2548979"/>
            <a:ext cx="152693" cy="154523"/>
          </a:xfrm>
          <a:custGeom>
            <a:avLst/>
            <a:gdLst/>
            <a:ahLst/>
            <a:cxnLst/>
            <a:rect l="l" t="t" r="r" b="b"/>
            <a:pathLst>
              <a:path w="3337" h="3377" extrusionOk="0">
                <a:moveTo>
                  <a:pt x="1506" y="1"/>
                </a:moveTo>
                <a:lnTo>
                  <a:pt x="1262" y="41"/>
                </a:lnTo>
                <a:lnTo>
                  <a:pt x="1018" y="123"/>
                </a:lnTo>
                <a:lnTo>
                  <a:pt x="773" y="204"/>
                </a:lnTo>
                <a:lnTo>
                  <a:pt x="570" y="367"/>
                </a:lnTo>
                <a:lnTo>
                  <a:pt x="407" y="529"/>
                </a:lnTo>
                <a:lnTo>
                  <a:pt x="245" y="692"/>
                </a:lnTo>
                <a:lnTo>
                  <a:pt x="163" y="896"/>
                </a:lnTo>
                <a:lnTo>
                  <a:pt x="82" y="1099"/>
                </a:lnTo>
                <a:lnTo>
                  <a:pt x="1" y="1343"/>
                </a:lnTo>
                <a:lnTo>
                  <a:pt x="1" y="1546"/>
                </a:lnTo>
                <a:lnTo>
                  <a:pt x="1" y="1790"/>
                </a:lnTo>
                <a:lnTo>
                  <a:pt x="41" y="1994"/>
                </a:lnTo>
                <a:lnTo>
                  <a:pt x="123" y="2319"/>
                </a:lnTo>
                <a:lnTo>
                  <a:pt x="245" y="2563"/>
                </a:lnTo>
                <a:lnTo>
                  <a:pt x="448" y="2807"/>
                </a:lnTo>
                <a:lnTo>
                  <a:pt x="692" y="3011"/>
                </a:lnTo>
                <a:lnTo>
                  <a:pt x="936" y="3173"/>
                </a:lnTo>
                <a:lnTo>
                  <a:pt x="1221" y="3295"/>
                </a:lnTo>
                <a:lnTo>
                  <a:pt x="1506" y="3377"/>
                </a:lnTo>
                <a:lnTo>
                  <a:pt x="1831" y="3377"/>
                </a:lnTo>
                <a:lnTo>
                  <a:pt x="2075" y="3336"/>
                </a:lnTo>
                <a:lnTo>
                  <a:pt x="2319" y="3255"/>
                </a:lnTo>
                <a:lnTo>
                  <a:pt x="2563" y="3173"/>
                </a:lnTo>
                <a:lnTo>
                  <a:pt x="2767" y="3011"/>
                </a:lnTo>
                <a:lnTo>
                  <a:pt x="2929" y="2848"/>
                </a:lnTo>
                <a:lnTo>
                  <a:pt x="3092" y="2645"/>
                </a:lnTo>
                <a:lnTo>
                  <a:pt x="3214" y="2441"/>
                </a:lnTo>
                <a:lnTo>
                  <a:pt x="3295" y="2197"/>
                </a:lnTo>
                <a:lnTo>
                  <a:pt x="3336" y="1912"/>
                </a:lnTo>
                <a:lnTo>
                  <a:pt x="3336" y="1628"/>
                </a:lnTo>
                <a:lnTo>
                  <a:pt x="3295" y="1343"/>
                </a:lnTo>
                <a:lnTo>
                  <a:pt x="3214" y="1099"/>
                </a:lnTo>
                <a:lnTo>
                  <a:pt x="3092" y="855"/>
                </a:lnTo>
                <a:lnTo>
                  <a:pt x="2929" y="611"/>
                </a:lnTo>
                <a:lnTo>
                  <a:pt x="2726" y="407"/>
                </a:lnTo>
                <a:lnTo>
                  <a:pt x="2482" y="245"/>
                </a:lnTo>
                <a:lnTo>
                  <a:pt x="2238" y="123"/>
                </a:lnTo>
                <a:lnTo>
                  <a:pt x="1994" y="41"/>
                </a:lnTo>
                <a:lnTo>
                  <a:pt x="17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0"/>
          <p:cNvSpPr/>
          <p:nvPr/>
        </p:nvSpPr>
        <p:spPr>
          <a:xfrm>
            <a:off x="5543603" y="107429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rot="316832">
            <a:off x="7637496" y="2499910"/>
            <a:ext cx="319339" cy="635502"/>
          </a:xfrm>
          <a:custGeom>
            <a:avLst/>
            <a:gdLst/>
            <a:ahLst/>
            <a:cxnLst/>
            <a:rect l="l" t="t" r="r" b="b"/>
            <a:pathLst>
              <a:path w="4354" h="8665" extrusionOk="0">
                <a:moveTo>
                  <a:pt x="1750" y="0"/>
                </a:moveTo>
                <a:lnTo>
                  <a:pt x="1669" y="82"/>
                </a:lnTo>
                <a:lnTo>
                  <a:pt x="123" y="2726"/>
                </a:lnTo>
                <a:lnTo>
                  <a:pt x="123" y="2807"/>
                </a:lnTo>
                <a:lnTo>
                  <a:pt x="123" y="2888"/>
                </a:lnTo>
                <a:lnTo>
                  <a:pt x="164" y="2970"/>
                </a:lnTo>
                <a:lnTo>
                  <a:pt x="245" y="3010"/>
                </a:lnTo>
                <a:lnTo>
                  <a:pt x="570" y="3092"/>
                </a:lnTo>
                <a:lnTo>
                  <a:pt x="936" y="3092"/>
                </a:lnTo>
                <a:lnTo>
                  <a:pt x="692" y="3621"/>
                </a:lnTo>
                <a:lnTo>
                  <a:pt x="489" y="4190"/>
                </a:lnTo>
                <a:lnTo>
                  <a:pt x="286" y="4719"/>
                </a:lnTo>
                <a:lnTo>
                  <a:pt x="41" y="5288"/>
                </a:lnTo>
                <a:lnTo>
                  <a:pt x="1" y="5370"/>
                </a:lnTo>
                <a:lnTo>
                  <a:pt x="41" y="5451"/>
                </a:lnTo>
                <a:lnTo>
                  <a:pt x="82" y="5492"/>
                </a:lnTo>
                <a:lnTo>
                  <a:pt x="164" y="5532"/>
                </a:lnTo>
                <a:lnTo>
                  <a:pt x="733" y="5654"/>
                </a:lnTo>
                <a:lnTo>
                  <a:pt x="1343" y="5736"/>
                </a:lnTo>
                <a:lnTo>
                  <a:pt x="814" y="7078"/>
                </a:lnTo>
                <a:lnTo>
                  <a:pt x="408" y="8420"/>
                </a:lnTo>
                <a:lnTo>
                  <a:pt x="408" y="8542"/>
                </a:lnTo>
                <a:lnTo>
                  <a:pt x="489" y="8624"/>
                </a:lnTo>
                <a:lnTo>
                  <a:pt x="570" y="8664"/>
                </a:lnTo>
                <a:lnTo>
                  <a:pt x="692" y="8624"/>
                </a:lnTo>
                <a:lnTo>
                  <a:pt x="1669" y="7851"/>
                </a:lnTo>
                <a:lnTo>
                  <a:pt x="2563" y="6997"/>
                </a:lnTo>
                <a:lnTo>
                  <a:pt x="3377" y="6061"/>
                </a:lnTo>
                <a:lnTo>
                  <a:pt x="4150" y="5085"/>
                </a:lnTo>
                <a:lnTo>
                  <a:pt x="4150" y="5044"/>
                </a:lnTo>
                <a:lnTo>
                  <a:pt x="4190" y="5004"/>
                </a:lnTo>
                <a:lnTo>
                  <a:pt x="4190" y="4922"/>
                </a:lnTo>
                <a:lnTo>
                  <a:pt x="4109" y="4841"/>
                </a:lnTo>
                <a:lnTo>
                  <a:pt x="4068" y="4800"/>
                </a:lnTo>
                <a:lnTo>
                  <a:pt x="3987" y="4759"/>
                </a:lnTo>
                <a:lnTo>
                  <a:pt x="2767" y="4719"/>
                </a:lnTo>
                <a:lnTo>
                  <a:pt x="3458" y="3743"/>
                </a:lnTo>
                <a:lnTo>
                  <a:pt x="3784" y="3295"/>
                </a:lnTo>
                <a:lnTo>
                  <a:pt x="3906" y="3132"/>
                </a:lnTo>
                <a:lnTo>
                  <a:pt x="3987" y="3051"/>
                </a:lnTo>
                <a:lnTo>
                  <a:pt x="4028" y="2929"/>
                </a:lnTo>
                <a:lnTo>
                  <a:pt x="4028" y="2848"/>
                </a:lnTo>
                <a:lnTo>
                  <a:pt x="3946" y="2766"/>
                </a:lnTo>
                <a:lnTo>
                  <a:pt x="3865" y="2726"/>
                </a:lnTo>
                <a:lnTo>
                  <a:pt x="3296" y="2726"/>
                </a:lnTo>
                <a:lnTo>
                  <a:pt x="3621" y="2197"/>
                </a:lnTo>
                <a:lnTo>
                  <a:pt x="3906" y="1627"/>
                </a:lnTo>
                <a:lnTo>
                  <a:pt x="4150" y="1058"/>
                </a:lnTo>
                <a:lnTo>
                  <a:pt x="4353" y="489"/>
                </a:lnTo>
                <a:lnTo>
                  <a:pt x="4353" y="407"/>
                </a:lnTo>
                <a:lnTo>
                  <a:pt x="4312" y="326"/>
                </a:lnTo>
                <a:lnTo>
                  <a:pt x="4272" y="285"/>
                </a:lnTo>
                <a:lnTo>
                  <a:pt x="4190" y="244"/>
                </a:lnTo>
                <a:lnTo>
                  <a:pt x="3580" y="244"/>
                </a:lnTo>
                <a:lnTo>
                  <a:pt x="3011" y="163"/>
                </a:lnTo>
                <a:lnTo>
                  <a:pt x="2441" y="82"/>
                </a:lnTo>
                <a:lnTo>
                  <a:pt x="18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6793003" y="2351447"/>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A5ED9554-5D9D-A539-70E9-E35AD7B2AC80}"/>
              </a:ext>
            </a:extLst>
          </p:cNvPr>
          <p:cNvPicPr>
            <a:picLocks noChangeAspect="1"/>
          </p:cNvPicPr>
          <p:nvPr/>
        </p:nvPicPr>
        <p:blipFill>
          <a:blip r:embed="rId3"/>
          <a:stretch>
            <a:fillRect/>
          </a:stretch>
        </p:blipFill>
        <p:spPr>
          <a:xfrm>
            <a:off x="4848482" y="2128674"/>
            <a:ext cx="2700762" cy="2749534"/>
          </a:xfrm>
          <a:prstGeom prst="rect">
            <a:avLst/>
          </a:prstGeom>
        </p:spPr>
      </p:pic>
    </p:spTree>
    <p:extLst>
      <p:ext uri="{BB962C8B-B14F-4D97-AF65-F5344CB8AC3E}">
        <p14:creationId xmlns:p14="http://schemas.microsoft.com/office/powerpoint/2010/main" val="3065865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2" name="TextBox 1">
            <a:extLst>
              <a:ext uri="{FF2B5EF4-FFF2-40B4-BE49-F238E27FC236}">
                <a16:creationId xmlns:a16="http://schemas.microsoft.com/office/drawing/2014/main" id="{77FA59CB-DD35-90A3-AB7C-7E54824F3B12}"/>
              </a:ext>
            </a:extLst>
          </p:cNvPr>
          <p:cNvSpPr txBox="1"/>
          <p:nvPr/>
        </p:nvSpPr>
        <p:spPr>
          <a:xfrm>
            <a:off x="715108" y="914400"/>
            <a:ext cx="7666892" cy="3631763"/>
          </a:xfrm>
          <a:prstGeom prst="rect">
            <a:avLst/>
          </a:prstGeom>
          <a:noFill/>
        </p:spPr>
        <p:txBody>
          <a:bodyPr wrap="square" rtlCol="0">
            <a:spAutoFit/>
          </a:bodyPr>
          <a:lstStyle/>
          <a:p>
            <a:pPr marL="342900" indent="-342900" algn="just" rtl="0">
              <a:spcBef>
                <a:spcPts val="1200"/>
              </a:spcBef>
              <a:spcAft>
                <a:spcPts val="0"/>
              </a:spcAft>
              <a:buFont typeface="Arial" panose="020B0604020202020204" pitchFamily="34" charset="0"/>
              <a:buChar char="•"/>
            </a:pPr>
            <a:r>
              <a:rPr lang="ro-RO" sz="2000" dirty="0">
                <a:latin typeface="Times New Roman" panose="02020603050405020304" pitchFamily="18" charset="0"/>
              </a:rPr>
              <a:t>S</a:t>
            </a:r>
            <a:r>
              <a:rPr lang="ro-RO" sz="2000" b="0" i="0" u="none" strike="noStrike" dirty="0">
                <a:solidFill>
                  <a:srgbClr val="000000"/>
                </a:solidFill>
                <a:effectLst/>
                <a:latin typeface="Times New Roman" panose="02020603050405020304" pitchFamily="18" charset="0"/>
              </a:rPr>
              <a:t>tudenții din România sunt afectați în mod magistral de stresul academic și de blocajele emoționale care au loc în cadrul actului educațional, fapt care le afectează dramatic performanța academică, dar și sănătatea fizică și emoțională. </a:t>
            </a:r>
            <a:r>
              <a:rPr lang="ro-RO" sz="2000" b="1" i="0" u="none" strike="noStrike" dirty="0">
                <a:solidFill>
                  <a:srgbClr val="000000"/>
                </a:solidFill>
                <a:effectLst/>
                <a:latin typeface="Times New Roman" panose="02020603050405020304" pitchFamily="18" charset="0"/>
              </a:rPr>
              <a:t>Sesizăm o relație de invers proporționalitate între stres și progresul pe plan academic.</a:t>
            </a:r>
            <a:endParaRPr lang="ro-RO" sz="2000" b="1" dirty="0">
              <a:effectLst/>
            </a:endParaRPr>
          </a:p>
          <a:p>
            <a:pPr marL="342900" indent="-342900" algn="just" rtl="0">
              <a:spcBef>
                <a:spcPts val="1200"/>
              </a:spcBef>
              <a:spcAft>
                <a:spcPts val="0"/>
              </a:spcAft>
              <a:buFont typeface="Arial" panose="020B0604020202020204" pitchFamily="34" charset="0"/>
              <a:buChar char="•"/>
            </a:pPr>
            <a:r>
              <a:rPr lang="ro-RO" sz="2000" dirty="0">
                <a:latin typeface="Times New Roman" panose="02020603050405020304" pitchFamily="18" charset="0"/>
              </a:rPr>
              <a:t>E</a:t>
            </a:r>
            <a:r>
              <a:rPr lang="ro-RO" sz="2000" b="0" i="0" u="none" strike="noStrike" dirty="0">
                <a:solidFill>
                  <a:srgbClr val="000000"/>
                </a:solidFill>
                <a:effectLst/>
                <a:latin typeface="Times New Roman" panose="02020603050405020304" pitchFamily="18" charset="0"/>
              </a:rPr>
              <a:t>xistă simptomatologia specifică persoanelor care se confruntă cu stresul cronic și cu blocajele emoționale în cazul studenților aparținând eșantionului nostru. Câteva astfel de simptome: </a:t>
            </a:r>
            <a:r>
              <a:rPr lang="ro-RO" sz="2000" b="1" i="0" u="none" strike="noStrike" dirty="0">
                <a:solidFill>
                  <a:srgbClr val="000000"/>
                </a:solidFill>
                <a:effectLst/>
                <a:latin typeface="Times New Roman" panose="02020603050405020304" pitchFamily="18" charset="0"/>
              </a:rPr>
              <a:t>creșterea ritmului și a frecvenței cardiace, lipsa somnului, schimbări majore în comportamentul alimentar și un nivel sporit al anxietății.</a:t>
            </a:r>
            <a:endParaRPr lang="ro-RO" sz="2000" b="1" dirty="0">
              <a:effectLst/>
            </a:endParaRPr>
          </a:p>
        </p:txBody>
      </p:sp>
    </p:spTree>
    <p:extLst>
      <p:ext uri="{BB962C8B-B14F-4D97-AF65-F5344CB8AC3E}">
        <p14:creationId xmlns:p14="http://schemas.microsoft.com/office/powerpoint/2010/main" val="3271864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2" name="TextBox 1">
            <a:extLst>
              <a:ext uri="{FF2B5EF4-FFF2-40B4-BE49-F238E27FC236}">
                <a16:creationId xmlns:a16="http://schemas.microsoft.com/office/drawing/2014/main" id="{77FA59CB-DD35-90A3-AB7C-7E54824F3B12}"/>
              </a:ext>
            </a:extLst>
          </p:cNvPr>
          <p:cNvSpPr txBox="1"/>
          <p:nvPr/>
        </p:nvSpPr>
        <p:spPr>
          <a:xfrm>
            <a:off x="627185" y="1155978"/>
            <a:ext cx="7889630" cy="2831544"/>
          </a:xfrm>
          <a:prstGeom prst="rect">
            <a:avLst/>
          </a:prstGeom>
          <a:noFill/>
        </p:spPr>
        <p:txBody>
          <a:bodyPr wrap="square" rtlCol="0">
            <a:spAutoFit/>
          </a:bodyPr>
          <a:lstStyle/>
          <a:p>
            <a:pPr marL="342900" indent="-342900" algn="just" rtl="0">
              <a:spcBef>
                <a:spcPts val="1200"/>
              </a:spcBef>
              <a:spcAft>
                <a:spcPts val="0"/>
              </a:spcAft>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Un nivel ridicat de stres academic minimize</a:t>
            </a:r>
            <a:r>
              <a:rPr lang="ro-RO" sz="2400" dirty="0">
                <a:latin typeface="Times New Roman" panose="02020603050405020304" pitchFamily="18" charset="0"/>
              </a:rPr>
              <a:t>ază</a:t>
            </a:r>
            <a:r>
              <a:rPr lang="ro-RO" sz="2400" b="0" i="0" u="none" strike="noStrike" dirty="0">
                <a:solidFill>
                  <a:srgbClr val="000000"/>
                </a:solidFill>
                <a:effectLst/>
                <a:latin typeface="Times New Roman" panose="02020603050405020304" pitchFamily="18" charset="0"/>
              </a:rPr>
              <a:t> performanța </a:t>
            </a:r>
            <a:r>
              <a:rPr lang="ro-RO" sz="2400" dirty="0">
                <a:latin typeface="Times New Roman" panose="02020603050405020304" pitchFamily="18" charset="0"/>
              </a:rPr>
              <a:t>academică</a:t>
            </a:r>
            <a:r>
              <a:rPr lang="ro-RO" sz="2400" b="0" i="0" u="none" strike="noStrike" dirty="0">
                <a:solidFill>
                  <a:srgbClr val="000000"/>
                </a:solidFill>
                <a:effectLst/>
                <a:latin typeface="Times New Roman" panose="02020603050405020304" pitchFamily="18" charset="0"/>
              </a:rPr>
              <a:t>. Potențialele blocaje emoționale și stresul contribuie la </a:t>
            </a:r>
            <a:r>
              <a:rPr lang="ro-RO" sz="2400" b="1" i="0" u="none" strike="noStrike" dirty="0">
                <a:solidFill>
                  <a:srgbClr val="000000"/>
                </a:solidFill>
                <a:effectLst/>
                <a:latin typeface="Times New Roman" panose="02020603050405020304" pitchFamily="18" charset="0"/>
              </a:rPr>
              <a:t>absenteism, inabilitatea de a-și finaliza la timp sarcinile sau chiar nepromovarea examenelor</a:t>
            </a:r>
            <a:r>
              <a:rPr lang="ro-RO" sz="2400" b="0" i="0" u="none" strike="noStrike" dirty="0">
                <a:solidFill>
                  <a:srgbClr val="000000"/>
                </a:solidFill>
                <a:effectLst/>
                <a:latin typeface="Times New Roman" panose="02020603050405020304" pitchFamily="18" charset="0"/>
              </a:rPr>
              <a:t>.</a:t>
            </a:r>
            <a:endParaRPr lang="ro-RO" sz="2400" b="0" dirty="0">
              <a:effectLst/>
            </a:endParaRPr>
          </a:p>
          <a:p>
            <a:pPr marL="342900" indent="-342900" algn="just" rtl="0">
              <a:spcBef>
                <a:spcPts val="1200"/>
              </a:spcBef>
              <a:spcAft>
                <a:spcPts val="0"/>
              </a:spcAft>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Tinerii se plâng și de </a:t>
            </a:r>
            <a:r>
              <a:rPr lang="ro-RO" sz="2400" b="1" i="0" u="none" strike="noStrike" dirty="0">
                <a:solidFill>
                  <a:srgbClr val="000000"/>
                </a:solidFill>
                <a:effectLst/>
                <a:latin typeface="Times New Roman" panose="02020603050405020304" pitchFamily="18" charset="0"/>
              </a:rPr>
              <a:t>degradarea stării lor de sănătate </a:t>
            </a:r>
            <a:r>
              <a:rPr lang="ro-RO" sz="2400" b="0" i="0" u="none" strike="noStrike" dirty="0">
                <a:solidFill>
                  <a:srgbClr val="000000"/>
                </a:solidFill>
                <a:effectLst/>
                <a:latin typeface="Times New Roman" panose="02020603050405020304" pitchFamily="18" charset="0"/>
              </a:rPr>
              <a:t>prin reducerea numărului de ore dormite pe noapte, migrând către o alimentație nesănătoasă pentru a câștiga timp.</a:t>
            </a:r>
            <a:endParaRPr lang="ro-RO" sz="2400" b="0" dirty="0">
              <a:effectLst/>
            </a:endParaRPr>
          </a:p>
        </p:txBody>
      </p:sp>
    </p:spTree>
    <p:extLst>
      <p:ext uri="{BB962C8B-B14F-4D97-AF65-F5344CB8AC3E}">
        <p14:creationId xmlns:p14="http://schemas.microsoft.com/office/powerpoint/2010/main" val="2522639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2" name="TextBox 1">
            <a:extLst>
              <a:ext uri="{FF2B5EF4-FFF2-40B4-BE49-F238E27FC236}">
                <a16:creationId xmlns:a16="http://schemas.microsoft.com/office/drawing/2014/main" id="{77FA59CB-DD35-90A3-AB7C-7E54824F3B12}"/>
              </a:ext>
            </a:extLst>
          </p:cNvPr>
          <p:cNvSpPr txBox="1"/>
          <p:nvPr/>
        </p:nvSpPr>
        <p:spPr>
          <a:xfrm>
            <a:off x="866921" y="860926"/>
            <a:ext cx="7410157" cy="3477875"/>
          </a:xfrm>
          <a:prstGeom prst="rect">
            <a:avLst/>
          </a:prstGeom>
          <a:noFill/>
        </p:spPr>
        <p:txBody>
          <a:bodyPr wrap="square" rtlCol="0">
            <a:spAutoFit/>
          </a:bodyPr>
          <a:lstStyle/>
          <a:p>
            <a:pPr algn="just" rtl="0">
              <a:spcBef>
                <a:spcPts val="1200"/>
              </a:spcBef>
              <a:spcAft>
                <a:spcPts val="0"/>
              </a:spcAft>
            </a:pPr>
            <a:r>
              <a:rPr lang="ro-RO" sz="2000" dirty="0">
                <a:latin typeface="Times New Roman" panose="02020603050405020304" pitchFamily="18" charset="0"/>
              </a:rPr>
              <a:t>T</a:t>
            </a:r>
            <a:r>
              <a:rPr lang="ro-RO" sz="2000" b="0" i="0" u="none" strike="noStrike" dirty="0">
                <a:solidFill>
                  <a:srgbClr val="000000"/>
                </a:solidFill>
                <a:effectLst/>
                <a:latin typeface="Times New Roman" panose="02020603050405020304" pitchFamily="18" charset="0"/>
              </a:rPr>
              <a:t>oate aceste probleme </a:t>
            </a:r>
            <a:r>
              <a:rPr lang="ro-RO" sz="2000" b="0" i="0" u="none" strike="noStrike" dirty="0" err="1">
                <a:solidFill>
                  <a:srgbClr val="000000"/>
                </a:solidFill>
                <a:effectLst/>
                <a:latin typeface="Times New Roman" panose="02020603050405020304" pitchFamily="18" charset="0"/>
              </a:rPr>
              <a:t>impactează</a:t>
            </a:r>
            <a:r>
              <a:rPr lang="ro-RO" sz="2000" b="0" i="0" u="none" strike="noStrike" dirty="0">
                <a:solidFill>
                  <a:srgbClr val="000000"/>
                </a:solidFill>
                <a:effectLst/>
                <a:latin typeface="Times New Roman" panose="02020603050405020304" pitchFamily="18" charset="0"/>
              </a:rPr>
              <a:t> în mod negativ mentalul studentului român:</a:t>
            </a:r>
          </a:p>
          <a:p>
            <a:pPr marL="342900" indent="-342900" algn="just" rtl="0">
              <a:spcBef>
                <a:spcPts val="1200"/>
              </a:spcBef>
              <a:spcAft>
                <a:spcPts val="0"/>
              </a:spcAft>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stima de sine devine din ce în ce mai scăzută, </a:t>
            </a:r>
          </a:p>
          <a:p>
            <a:pPr marL="342900" indent="-342900" algn="just" rtl="0">
              <a:spcBef>
                <a:spcPts val="1200"/>
              </a:spcBef>
              <a:spcAft>
                <a:spcPts val="0"/>
              </a:spcAft>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gradul de</a:t>
            </a:r>
            <a:r>
              <a:rPr lang="en-US" sz="2000" dirty="0"/>
              <a:t>  </a:t>
            </a:r>
            <a:r>
              <a:rPr lang="ro-RO" sz="2000" b="0" i="0" u="none" strike="noStrike" dirty="0">
                <a:solidFill>
                  <a:srgbClr val="000000"/>
                </a:solidFill>
                <a:effectLst/>
                <a:latin typeface="Times New Roman" panose="02020603050405020304" pitchFamily="18" charset="0"/>
              </a:rPr>
              <a:t>motivație scade covârșitor, </a:t>
            </a:r>
          </a:p>
          <a:p>
            <a:pPr marL="342900" indent="-342900" algn="just" rtl="0">
              <a:spcBef>
                <a:spcPts val="1200"/>
              </a:spcBef>
              <a:spcAft>
                <a:spcPts val="0"/>
              </a:spcAft>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tânărul se simte copleșit de emoțiile pe care nu le mai poate gestiona în mod eficient. </a:t>
            </a:r>
          </a:p>
          <a:p>
            <a:pPr algn="just" rtl="0">
              <a:spcBef>
                <a:spcPts val="1200"/>
              </a:spcBef>
              <a:spcAft>
                <a:spcPts val="0"/>
              </a:spcAft>
            </a:pPr>
            <a:r>
              <a:rPr lang="ro-RO" sz="2000" b="0" i="0" u="none" strike="noStrike" dirty="0">
                <a:solidFill>
                  <a:srgbClr val="000000"/>
                </a:solidFill>
                <a:effectLst/>
                <a:latin typeface="Times New Roman" panose="02020603050405020304" pitchFamily="18" charset="0"/>
              </a:rPr>
              <a:t>Din acest motiv, studenții sunt predispuși la un comportament impulsiv și irațional în momentele critice, luând decizii pripite doar pentru a scăpa de contactul cu stresul.</a:t>
            </a:r>
            <a:endParaRPr lang="ro-RO" sz="2000" b="0" dirty="0">
              <a:effectLst/>
              <a:latin typeface="Times New Roman" panose="02020603050405020304" pitchFamily="18" charset="0"/>
            </a:endParaRPr>
          </a:p>
        </p:txBody>
      </p:sp>
    </p:spTree>
    <p:extLst>
      <p:ext uri="{BB962C8B-B14F-4D97-AF65-F5344CB8AC3E}">
        <p14:creationId xmlns:p14="http://schemas.microsoft.com/office/powerpoint/2010/main" val="3039087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8"/>
        <p:cNvGrpSpPr/>
        <p:nvPr/>
      </p:nvGrpSpPr>
      <p:grpSpPr>
        <a:xfrm>
          <a:off x="0" y="0"/>
          <a:ext cx="0" cy="0"/>
          <a:chOff x="0" y="0"/>
          <a:chExt cx="0" cy="0"/>
        </a:xfrm>
      </p:grpSpPr>
      <p:sp>
        <p:nvSpPr>
          <p:cNvPr id="1779" name="Google Shape;1779;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dirty="0"/>
              <a:t>Diverse locuri, aceleași probleme</a:t>
            </a:r>
            <a:endParaRPr dirty="0"/>
          </a:p>
        </p:txBody>
      </p:sp>
      <p:sp>
        <p:nvSpPr>
          <p:cNvPr id="1780" name="Google Shape;1780;p55"/>
          <p:cNvSpPr/>
          <p:nvPr/>
        </p:nvSpPr>
        <p:spPr>
          <a:xfrm>
            <a:off x="2872412" y="1432446"/>
            <a:ext cx="3399105" cy="2962747"/>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1" name="Google Shape;1781;p55"/>
          <p:cNvGrpSpPr/>
          <p:nvPr/>
        </p:nvGrpSpPr>
        <p:grpSpPr>
          <a:xfrm>
            <a:off x="3053163" y="1435125"/>
            <a:ext cx="3117224" cy="2781084"/>
            <a:chOff x="6031360" y="3076713"/>
            <a:chExt cx="539107" cy="480965"/>
          </a:xfrm>
        </p:grpSpPr>
        <p:sp>
          <p:nvSpPr>
            <p:cNvPr id="1782" name="Google Shape;1782;p55"/>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5"/>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5"/>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5"/>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5"/>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5"/>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5"/>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9" name="Google Shape;1789;p55"/>
          <p:cNvSpPr txBox="1"/>
          <p:nvPr/>
        </p:nvSpPr>
        <p:spPr>
          <a:xfrm>
            <a:off x="6217188" y="3562415"/>
            <a:ext cx="1978200" cy="657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solidFill>
                <a:schemeClr val="dk1"/>
              </a:solidFill>
              <a:latin typeface="Hind"/>
              <a:ea typeface="Hind"/>
              <a:cs typeface="Hind"/>
              <a:sym typeface="Hind"/>
            </a:endParaRPr>
          </a:p>
        </p:txBody>
      </p:sp>
      <p:sp>
        <p:nvSpPr>
          <p:cNvPr id="1790" name="Google Shape;1790;p55"/>
          <p:cNvSpPr txBox="1"/>
          <p:nvPr/>
        </p:nvSpPr>
        <p:spPr>
          <a:xfrm>
            <a:off x="6849896" y="1446865"/>
            <a:ext cx="1345500" cy="589169"/>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ro-RO" sz="2000" b="1" dirty="0">
                <a:solidFill>
                  <a:schemeClr val="accent1"/>
                </a:solidFill>
                <a:latin typeface="Yusei Magic"/>
                <a:ea typeface="Yusei Magic"/>
                <a:cs typeface="Yusei Magic"/>
                <a:sym typeface="Yusei Magic"/>
              </a:rPr>
              <a:t>România</a:t>
            </a:r>
            <a:endParaRPr sz="2000" b="1" dirty="0">
              <a:solidFill>
                <a:schemeClr val="accent1"/>
              </a:solidFill>
              <a:latin typeface="Yusei Magic"/>
              <a:ea typeface="Yusei Magic"/>
              <a:cs typeface="Yusei Magic"/>
              <a:sym typeface="Yusei Magic"/>
            </a:endParaRPr>
          </a:p>
        </p:txBody>
      </p:sp>
      <p:sp>
        <p:nvSpPr>
          <p:cNvPr id="1791" name="Google Shape;1791;p55"/>
          <p:cNvSpPr txBox="1"/>
          <p:nvPr/>
        </p:nvSpPr>
        <p:spPr>
          <a:xfrm>
            <a:off x="6217188" y="2451999"/>
            <a:ext cx="1978200" cy="1699597"/>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ro-RO" sz="1800" dirty="0">
                <a:solidFill>
                  <a:schemeClr val="dk1"/>
                </a:solidFill>
                <a:latin typeface="Hind"/>
                <a:ea typeface="Hind"/>
                <a:cs typeface="Hind"/>
                <a:sym typeface="Hind"/>
              </a:rPr>
              <a:t>O comparație a impactului pe care stresul și blocajele emoționale îl au asupra factorilor de interes din cercetarea noastră</a:t>
            </a:r>
            <a:endParaRPr sz="1800" dirty="0">
              <a:solidFill>
                <a:schemeClr val="dk1"/>
              </a:solidFill>
              <a:latin typeface="Hind"/>
              <a:ea typeface="Hind"/>
              <a:cs typeface="Hind"/>
              <a:sym typeface="Hind"/>
            </a:endParaRPr>
          </a:p>
        </p:txBody>
      </p:sp>
      <p:sp>
        <p:nvSpPr>
          <p:cNvPr id="1792" name="Google Shape;1792;p55"/>
          <p:cNvSpPr txBox="1"/>
          <p:nvPr/>
        </p:nvSpPr>
        <p:spPr>
          <a:xfrm>
            <a:off x="948597" y="1762000"/>
            <a:ext cx="1345500" cy="52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b="1" dirty="0">
              <a:solidFill>
                <a:schemeClr val="accent1"/>
              </a:solidFill>
              <a:latin typeface="Yusei Magic"/>
              <a:ea typeface="Yusei Magic"/>
              <a:cs typeface="Yusei Magic"/>
              <a:sym typeface="Yusei Magic"/>
            </a:endParaRPr>
          </a:p>
        </p:txBody>
      </p:sp>
      <p:sp>
        <p:nvSpPr>
          <p:cNvPr id="1793" name="Google Shape;1793;p55"/>
          <p:cNvSpPr txBox="1"/>
          <p:nvPr/>
        </p:nvSpPr>
        <p:spPr>
          <a:xfrm>
            <a:off x="948586" y="2191140"/>
            <a:ext cx="1978200" cy="657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1"/>
              </a:solidFill>
              <a:latin typeface="Hind"/>
              <a:ea typeface="Hind"/>
              <a:cs typeface="Hind"/>
              <a:sym typeface="Hind"/>
            </a:endParaRPr>
          </a:p>
        </p:txBody>
      </p:sp>
      <p:sp>
        <p:nvSpPr>
          <p:cNvPr id="1794" name="Google Shape;1794;p55"/>
          <p:cNvSpPr txBox="1"/>
          <p:nvPr/>
        </p:nvSpPr>
        <p:spPr>
          <a:xfrm>
            <a:off x="6849896" y="3133275"/>
            <a:ext cx="1345500" cy="521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2000" b="1" dirty="0">
              <a:solidFill>
                <a:schemeClr val="accent1"/>
              </a:solidFill>
              <a:latin typeface="Yusei Magic"/>
              <a:ea typeface="Yusei Magic"/>
              <a:cs typeface="Yusei Magic"/>
              <a:sym typeface="Yusei Magic"/>
            </a:endParaRPr>
          </a:p>
        </p:txBody>
      </p:sp>
      <p:sp>
        <p:nvSpPr>
          <p:cNvPr id="1795" name="Google Shape;1795;p55"/>
          <p:cNvSpPr txBox="1"/>
          <p:nvPr/>
        </p:nvSpPr>
        <p:spPr>
          <a:xfrm>
            <a:off x="956217" y="3133275"/>
            <a:ext cx="1345500" cy="52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ro-RO" sz="2000" b="1" dirty="0">
                <a:solidFill>
                  <a:schemeClr val="accent1"/>
                </a:solidFill>
                <a:latin typeface="Yusei Magic"/>
                <a:ea typeface="Yusei Magic"/>
                <a:cs typeface="Yusei Magic"/>
                <a:sym typeface="Yusei Magic"/>
              </a:rPr>
              <a:t>Ghana</a:t>
            </a:r>
            <a:endParaRPr sz="2000" b="1" dirty="0">
              <a:solidFill>
                <a:schemeClr val="accent1"/>
              </a:solidFill>
              <a:latin typeface="Yusei Magic"/>
              <a:ea typeface="Yusei Magic"/>
              <a:cs typeface="Yusei Magic"/>
              <a:sym typeface="Yusei Magic"/>
            </a:endParaRPr>
          </a:p>
        </p:txBody>
      </p:sp>
      <p:sp>
        <p:nvSpPr>
          <p:cNvPr id="1796" name="Google Shape;1796;p55"/>
          <p:cNvSpPr txBox="1"/>
          <p:nvPr/>
        </p:nvSpPr>
        <p:spPr>
          <a:xfrm>
            <a:off x="948586" y="3562414"/>
            <a:ext cx="1978200" cy="143418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ro-RO" sz="2000" dirty="0">
                <a:solidFill>
                  <a:schemeClr val="dk1"/>
                </a:solidFill>
                <a:latin typeface="Hind"/>
                <a:ea typeface="Hind"/>
                <a:cs typeface="Hind"/>
                <a:sym typeface="Hind"/>
              </a:rPr>
              <a:t>Cât de mari sunt asemănările și diferențele?</a:t>
            </a:r>
            <a:endParaRPr sz="2000" dirty="0">
              <a:solidFill>
                <a:schemeClr val="dk1"/>
              </a:solidFill>
              <a:latin typeface="Hind"/>
              <a:ea typeface="Hind"/>
              <a:cs typeface="Hind"/>
              <a:sym typeface="Hind"/>
            </a:endParaRPr>
          </a:p>
        </p:txBody>
      </p:sp>
      <p:sp>
        <p:nvSpPr>
          <p:cNvPr id="1798" name="Google Shape;1798;p55"/>
          <p:cNvSpPr/>
          <p:nvPr/>
        </p:nvSpPr>
        <p:spPr>
          <a:xfrm>
            <a:off x="4268650" y="2896925"/>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5"/>
          <p:cNvSpPr/>
          <p:nvPr/>
        </p:nvSpPr>
        <p:spPr>
          <a:xfrm>
            <a:off x="4691675" y="2191138"/>
            <a:ext cx="138000" cy="138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02" name="Google Shape;1802;p55"/>
          <p:cNvCxnSpPr>
            <a:stCxn id="1795" idx="3"/>
            <a:endCxn id="1798" idx="4"/>
          </p:cNvCxnSpPr>
          <p:nvPr/>
        </p:nvCxnSpPr>
        <p:spPr>
          <a:xfrm flipV="1">
            <a:off x="2301717" y="3034925"/>
            <a:ext cx="2035933" cy="359200"/>
          </a:xfrm>
          <a:prstGeom prst="bentConnector2">
            <a:avLst/>
          </a:prstGeom>
          <a:noFill/>
          <a:ln w="19050" cap="flat" cmpd="sng">
            <a:solidFill>
              <a:schemeClr val="dk1"/>
            </a:solidFill>
            <a:prstDash val="solid"/>
            <a:round/>
            <a:headEnd type="oval" w="med" len="med"/>
            <a:tailEnd type="none" w="med" len="med"/>
          </a:ln>
        </p:spPr>
      </p:cxnSp>
      <p:cxnSp>
        <p:nvCxnSpPr>
          <p:cNvPr id="1803" name="Google Shape;1803;p55"/>
          <p:cNvCxnSpPr>
            <a:cxnSpLocks/>
            <a:stCxn id="1790" idx="1"/>
            <a:endCxn id="1800" idx="0"/>
          </p:cNvCxnSpPr>
          <p:nvPr/>
        </p:nvCxnSpPr>
        <p:spPr>
          <a:xfrm rot="10800000" flipV="1">
            <a:off x="4760676" y="1741450"/>
            <a:ext cx="2089221" cy="449688"/>
          </a:xfrm>
          <a:prstGeom prst="bentConnector2">
            <a:avLst/>
          </a:prstGeom>
          <a:noFill/>
          <a:ln w="19050" cap="flat" cmpd="sng">
            <a:solidFill>
              <a:schemeClr val="dk1"/>
            </a:solidFill>
            <a:prstDash val="solid"/>
            <a:round/>
            <a:headEnd type="oval"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2" name="TextBox 1">
            <a:extLst>
              <a:ext uri="{FF2B5EF4-FFF2-40B4-BE49-F238E27FC236}">
                <a16:creationId xmlns:a16="http://schemas.microsoft.com/office/drawing/2014/main" id="{77FA59CB-DD35-90A3-AB7C-7E54824F3B12}"/>
              </a:ext>
            </a:extLst>
          </p:cNvPr>
          <p:cNvSpPr txBox="1"/>
          <p:nvPr/>
        </p:nvSpPr>
        <p:spPr>
          <a:xfrm>
            <a:off x="919594" y="744281"/>
            <a:ext cx="5427133" cy="3816429"/>
          </a:xfrm>
          <a:prstGeom prst="rect">
            <a:avLst/>
          </a:prstGeom>
          <a:noFill/>
        </p:spPr>
        <p:txBody>
          <a:bodyPr wrap="square" rtlCol="0">
            <a:spAutoFit/>
          </a:bodyPr>
          <a:lstStyle/>
          <a:p>
            <a:pPr algn="just">
              <a:spcBef>
                <a:spcPts val="1200"/>
              </a:spcBef>
            </a:pPr>
            <a:r>
              <a:rPr lang="ro-RO" sz="2400" b="1" dirty="0">
                <a:latin typeface="Times New Roman" panose="02020603050405020304" pitchFamily="18" charset="0"/>
              </a:rPr>
              <a:t>C</a:t>
            </a:r>
            <a:r>
              <a:rPr lang="ro-RO" sz="2400" b="1" i="0" u="none" strike="noStrike" dirty="0">
                <a:solidFill>
                  <a:srgbClr val="000000"/>
                </a:solidFill>
                <a:effectLst/>
                <a:latin typeface="Times New Roman" panose="02020603050405020304" pitchFamily="18" charset="0"/>
              </a:rPr>
              <a:t>ercetare cu o temă asemănătoare</a:t>
            </a:r>
            <a:r>
              <a:rPr lang="ro-RO" sz="2400" b="1" i="0" u="none" strike="noStrike" baseline="30000" dirty="0">
                <a:solidFill>
                  <a:srgbClr val="000000"/>
                </a:solidFill>
                <a:effectLst/>
                <a:latin typeface="Times New Roman" panose="02020603050405020304" pitchFamily="18" charset="0"/>
              </a:rPr>
              <a:t>[7]</a:t>
            </a:r>
            <a:endParaRPr lang="ro-RO" sz="2400" b="1" baseline="30000" dirty="0">
              <a:latin typeface="Times New Roman" panose="02020603050405020304" pitchFamily="18" charset="0"/>
            </a:endParaRPr>
          </a:p>
          <a:p>
            <a:pPr marL="342900" indent="-342900" algn="just" rtl="0">
              <a:spcBef>
                <a:spcPts val="1200"/>
              </a:spcBef>
              <a:spcAft>
                <a:spcPts val="0"/>
              </a:spcAft>
              <a:buFont typeface="Wingdings" panose="05000000000000000000" pitchFamily="2" charset="2"/>
              <a:buChar char="v"/>
            </a:pPr>
            <a:r>
              <a:rPr lang="ro-RO" sz="2400" dirty="0">
                <a:latin typeface="Times New Roman" panose="02020603050405020304" pitchFamily="18" charset="0"/>
              </a:rPr>
              <a:t>Eșantion: </a:t>
            </a:r>
            <a:r>
              <a:rPr lang="ro-RO" sz="2400" b="0" i="0" u="none" strike="noStrike" dirty="0">
                <a:solidFill>
                  <a:srgbClr val="000000"/>
                </a:solidFill>
                <a:effectLst/>
                <a:latin typeface="Times New Roman" panose="02020603050405020304" pitchFamily="18" charset="0"/>
              </a:rPr>
              <a:t>studenții din Universitatea de Afaceri din Cape </a:t>
            </a:r>
            <a:r>
              <a:rPr lang="ro-RO" sz="2400" b="0" i="0" u="none" strike="noStrike" dirty="0" err="1">
                <a:solidFill>
                  <a:srgbClr val="000000"/>
                </a:solidFill>
                <a:effectLst/>
                <a:latin typeface="Times New Roman" panose="02020603050405020304" pitchFamily="18" charset="0"/>
              </a:rPr>
              <a:t>Coast</a:t>
            </a:r>
            <a:r>
              <a:rPr lang="ro-RO" sz="2400" dirty="0">
                <a:latin typeface="Times New Roman" panose="02020603050405020304" pitchFamily="18" charset="0"/>
              </a:rPr>
              <a:t>.</a:t>
            </a:r>
            <a:endParaRPr lang="ro-RO" sz="2400" b="0" i="0" u="none" strike="noStrike" dirty="0">
              <a:solidFill>
                <a:srgbClr val="000000"/>
              </a:solidFill>
              <a:effectLst/>
              <a:latin typeface="Times New Roman" panose="02020603050405020304" pitchFamily="18" charset="0"/>
            </a:endParaRPr>
          </a:p>
          <a:p>
            <a:pPr marL="342900" indent="-342900" algn="just" rtl="0">
              <a:spcBef>
                <a:spcPts val="1200"/>
              </a:spcBef>
              <a:spcAft>
                <a:spcPts val="0"/>
              </a:spcAft>
              <a:buFont typeface="Wingdings" panose="05000000000000000000" pitchFamily="2" charset="2"/>
              <a:buChar char="v"/>
            </a:pPr>
            <a:r>
              <a:rPr lang="ro-RO" sz="2400" b="0" i="0" u="none" strike="noStrike" dirty="0">
                <a:solidFill>
                  <a:srgbClr val="000000"/>
                </a:solidFill>
                <a:effectLst/>
                <a:latin typeface="Times New Roman" panose="02020603050405020304" pitchFamily="18" charset="0"/>
              </a:rPr>
              <a:t>Rezultate</a:t>
            </a:r>
            <a:r>
              <a:rPr lang="ro-RO" sz="2400" dirty="0">
                <a:latin typeface="Times New Roman" panose="02020603050405020304" pitchFamily="18" charset="0"/>
              </a:rPr>
              <a:t> </a:t>
            </a:r>
            <a:r>
              <a:rPr lang="ro-RO" sz="2400" b="0" i="0" u="none" strike="noStrike" dirty="0">
                <a:solidFill>
                  <a:srgbClr val="000000"/>
                </a:solidFill>
                <a:effectLst/>
                <a:latin typeface="Times New Roman" panose="02020603050405020304" pitchFamily="18" charset="0"/>
              </a:rPr>
              <a:t>similare:</a:t>
            </a:r>
          </a:p>
          <a:p>
            <a:pPr marL="630238" lvl="3" indent="-342900" algn="just">
              <a:spcBef>
                <a:spcPts val="1200"/>
              </a:spcBef>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scăderea motivației academice, </a:t>
            </a:r>
          </a:p>
          <a:p>
            <a:pPr marL="630238" lvl="3" indent="-342900" algn="just">
              <a:spcBef>
                <a:spcPts val="1200"/>
              </a:spcBef>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absenteism, </a:t>
            </a:r>
          </a:p>
          <a:p>
            <a:pPr marL="630238" lvl="3" indent="-342900" algn="just">
              <a:spcBef>
                <a:spcPts val="1200"/>
              </a:spcBef>
              <a:buFont typeface="Arial" panose="020B0604020202020204" pitchFamily="34" charset="0"/>
              <a:buChar char="•"/>
            </a:pPr>
            <a:r>
              <a:rPr lang="ro-RO" sz="2400" b="0" i="0" u="none" strike="noStrike" dirty="0">
                <a:solidFill>
                  <a:srgbClr val="000000"/>
                </a:solidFill>
                <a:effectLst/>
                <a:latin typeface="Times New Roman" panose="02020603050405020304" pitchFamily="18" charset="0"/>
              </a:rPr>
              <a:t>depășirea termenelor limită ale sarcinilor pe care le au de efectuat.</a:t>
            </a:r>
            <a:endParaRPr lang="ro-RO" sz="1600" b="0" dirty="0">
              <a:effectLst/>
            </a:endParaRPr>
          </a:p>
        </p:txBody>
      </p:sp>
      <p:grpSp>
        <p:nvGrpSpPr>
          <p:cNvPr id="3" name="Google Shape;2635;p64">
            <a:extLst>
              <a:ext uri="{FF2B5EF4-FFF2-40B4-BE49-F238E27FC236}">
                <a16:creationId xmlns:a16="http://schemas.microsoft.com/office/drawing/2014/main" id="{E5E1EB41-7BC5-3A15-55D1-095D69768629}"/>
              </a:ext>
            </a:extLst>
          </p:cNvPr>
          <p:cNvGrpSpPr/>
          <p:nvPr/>
        </p:nvGrpSpPr>
        <p:grpSpPr>
          <a:xfrm>
            <a:off x="6120667" y="1451072"/>
            <a:ext cx="2662470" cy="2541010"/>
            <a:chOff x="3432089" y="2956407"/>
            <a:chExt cx="1331235" cy="1270505"/>
          </a:xfrm>
        </p:grpSpPr>
        <p:sp>
          <p:nvSpPr>
            <p:cNvPr id="4" name="Google Shape;2636;p64">
              <a:extLst>
                <a:ext uri="{FF2B5EF4-FFF2-40B4-BE49-F238E27FC236}">
                  <a16:creationId xmlns:a16="http://schemas.microsoft.com/office/drawing/2014/main" id="{C9380BE4-7E5E-90E8-D370-629130982EC5}"/>
                </a:ext>
              </a:extLst>
            </p:cNvPr>
            <p:cNvSpPr/>
            <p:nvPr/>
          </p:nvSpPr>
          <p:spPr>
            <a:xfrm>
              <a:off x="3437323" y="3361423"/>
              <a:ext cx="1320767" cy="860274"/>
            </a:xfrm>
            <a:custGeom>
              <a:avLst/>
              <a:gdLst/>
              <a:ahLst/>
              <a:cxnLst/>
              <a:rect l="l" t="t" r="r" b="b"/>
              <a:pathLst>
                <a:path w="68638" h="44707" extrusionOk="0">
                  <a:moveTo>
                    <a:pt x="13543" y="0"/>
                  </a:moveTo>
                  <a:lnTo>
                    <a:pt x="11748" y="925"/>
                  </a:lnTo>
                  <a:lnTo>
                    <a:pt x="10008" y="1958"/>
                  </a:lnTo>
                  <a:lnTo>
                    <a:pt x="8322" y="3046"/>
                  </a:lnTo>
                  <a:lnTo>
                    <a:pt x="7452" y="3644"/>
                  </a:lnTo>
                  <a:lnTo>
                    <a:pt x="6690" y="4242"/>
                  </a:lnTo>
                  <a:lnTo>
                    <a:pt x="5874" y="4895"/>
                  </a:lnTo>
                  <a:lnTo>
                    <a:pt x="5167" y="5547"/>
                  </a:lnTo>
                  <a:lnTo>
                    <a:pt x="4406" y="6255"/>
                  </a:lnTo>
                  <a:lnTo>
                    <a:pt x="3753" y="6962"/>
                  </a:lnTo>
                  <a:lnTo>
                    <a:pt x="3101" y="7723"/>
                  </a:lnTo>
                  <a:lnTo>
                    <a:pt x="2557" y="8484"/>
                  </a:lnTo>
                  <a:lnTo>
                    <a:pt x="2013" y="9355"/>
                  </a:lnTo>
                  <a:lnTo>
                    <a:pt x="1523" y="10225"/>
                  </a:lnTo>
                  <a:lnTo>
                    <a:pt x="1143" y="10986"/>
                  </a:lnTo>
                  <a:lnTo>
                    <a:pt x="816" y="11748"/>
                  </a:lnTo>
                  <a:lnTo>
                    <a:pt x="544" y="12563"/>
                  </a:lnTo>
                  <a:lnTo>
                    <a:pt x="327" y="13379"/>
                  </a:lnTo>
                  <a:lnTo>
                    <a:pt x="164" y="14195"/>
                  </a:lnTo>
                  <a:lnTo>
                    <a:pt x="55" y="15011"/>
                  </a:lnTo>
                  <a:lnTo>
                    <a:pt x="1" y="15881"/>
                  </a:lnTo>
                  <a:lnTo>
                    <a:pt x="1" y="16697"/>
                  </a:lnTo>
                  <a:lnTo>
                    <a:pt x="55" y="17404"/>
                  </a:lnTo>
                  <a:lnTo>
                    <a:pt x="164" y="18056"/>
                  </a:lnTo>
                  <a:lnTo>
                    <a:pt x="327" y="18764"/>
                  </a:lnTo>
                  <a:lnTo>
                    <a:pt x="490" y="19416"/>
                  </a:lnTo>
                  <a:lnTo>
                    <a:pt x="762" y="20014"/>
                  </a:lnTo>
                  <a:lnTo>
                    <a:pt x="1034" y="20667"/>
                  </a:lnTo>
                  <a:lnTo>
                    <a:pt x="1415" y="21211"/>
                  </a:lnTo>
                  <a:lnTo>
                    <a:pt x="1850" y="21755"/>
                  </a:lnTo>
                  <a:lnTo>
                    <a:pt x="2230" y="22244"/>
                  </a:lnTo>
                  <a:lnTo>
                    <a:pt x="2666" y="22625"/>
                  </a:lnTo>
                  <a:lnTo>
                    <a:pt x="3155" y="22951"/>
                  </a:lnTo>
                  <a:lnTo>
                    <a:pt x="3644" y="23278"/>
                  </a:lnTo>
                  <a:lnTo>
                    <a:pt x="4134" y="23604"/>
                  </a:lnTo>
                  <a:lnTo>
                    <a:pt x="4678" y="23821"/>
                  </a:lnTo>
                  <a:lnTo>
                    <a:pt x="5222" y="24039"/>
                  </a:lnTo>
                  <a:lnTo>
                    <a:pt x="5820" y="24257"/>
                  </a:lnTo>
                  <a:lnTo>
                    <a:pt x="7016" y="24529"/>
                  </a:lnTo>
                  <a:lnTo>
                    <a:pt x="8213" y="24692"/>
                  </a:lnTo>
                  <a:lnTo>
                    <a:pt x="9464" y="24746"/>
                  </a:lnTo>
                  <a:lnTo>
                    <a:pt x="10660" y="24746"/>
                  </a:lnTo>
                  <a:lnTo>
                    <a:pt x="11857" y="24692"/>
                  </a:lnTo>
                  <a:lnTo>
                    <a:pt x="13053" y="24637"/>
                  </a:lnTo>
                  <a:lnTo>
                    <a:pt x="15501" y="24420"/>
                  </a:lnTo>
                  <a:lnTo>
                    <a:pt x="16697" y="24311"/>
                  </a:lnTo>
                  <a:lnTo>
                    <a:pt x="17894" y="24311"/>
                  </a:lnTo>
                  <a:lnTo>
                    <a:pt x="19090" y="24365"/>
                  </a:lnTo>
                  <a:lnTo>
                    <a:pt x="20287" y="24474"/>
                  </a:lnTo>
                  <a:lnTo>
                    <a:pt x="20559" y="27248"/>
                  </a:lnTo>
                  <a:lnTo>
                    <a:pt x="20722" y="29967"/>
                  </a:lnTo>
                  <a:lnTo>
                    <a:pt x="20776" y="32741"/>
                  </a:lnTo>
                  <a:lnTo>
                    <a:pt x="20831" y="35515"/>
                  </a:lnTo>
                  <a:lnTo>
                    <a:pt x="20831" y="44652"/>
                  </a:lnTo>
                  <a:lnTo>
                    <a:pt x="21320" y="44489"/>
                  </a:lnTo>
                  <a:lnTo>
                    <a:pt x="21864" y="44434"/>
                  </a:lnTo>
                  <a:lnTo>
                    <a:pt x="22408" y="44380"/>
                  </a:lnTo>
                  <a:lnTo>
                    <a:pt x="22952" y="44325"/>
                  </a:lnTo>
                  <a:lnTo>
                    <a:pt x="24040" y="44380"/>
                  </a:lnTo>
                  <a:lnTo>
                    <a:pt x="25073" y="44489"/>
                  </a:lnTo>
                  <a:lnTo>
                    <a:pt x="26813" y="44597"/>
                  </a:lnTo>
                  <a:lnTo>
                    <a:pt x="28499" y="44706"/>
                  </a:lnTo>
                  <a:lnTo>
                    <a:pt x="30185" y="44706"/>
                  </a:lnTo>
                  <a:lnTo>
                    <a:pt x="31871" y="44652"/>
                  </a:lnTo>
                  <a:lnTo>
                    <a:pt x="36440" y="44543"/>
                  </a:lnTo>
                  <a:lnTo>
                    <a:pt x="38724" y="44543"/>
                  </a:lnTo>
                  <a:lnTo>
                    <a:pt x="41008" y="44597"/>
                  </a:lnTo>
                  <a:lnTo>
                    <a:pt x="43510" y="44652"/>
                  </a:lnTo>
                  <a:lnTo>
                    <a:pt x="46012" y="44597"/>
                  </a:lnTo>
                  <a:lnTo>
                    <a:pt x="46012" y="35460"/>
                  </a:lnTo>
                  <a:lnTo>
                    <a:pt x="46066" y="33176"/>
                  </a:lnTo>
                  <a:lnTo>
                    <a:pt x="46230" y="30837"/>
                  </a:lnTo>
                  <a:lnTo>
                    <a:pt x="46338" y="28553"/>
                  </a:lnTo>
                  <a:lnTo>
                    <a:pt x="46447" y="26215"/>
                  </a:lnTo>
                  <a:lnTo>
                    <a:pt x="53191" y="24964"/>
                  </a:lnTo>
                  <a:lnTo>
                    <a:pt x="61132" y="23386"/>
                  </a:lnTo>
                  <a:lnTo>
                    <a:pt x="62219" y="23169"/>
                  </a:lnTo>
                  <a:lnTo>
                    <a:pt x="63307" y="22897"/>
                  </a:lnTo>
                  <a:lnTo>
                    <a:pt x="64341" y="22571"/>
                  </a:lnTo>
                  <a:lnTo>
                    <a:pt x="64830" y="22353"/>
                  </a:lnTo>
                  <a:lnTo>
                    <a:pt x="65319" y="22081"/>
                  </a:lnTo>
                  <a:lnTo>
                    <a:pt x="65863" y="21700"/>
                  </a:lnTo>
                  <a:lnTo>
                    <a:pt x="66298" y="21320"/>
                  </a:lnTo>
                  <a:lnTo>
                    <a:pt x="66734" y="20885"/>
                  </a:lnTo>
                  <a:lnTo>
                    <a:pt x="67114" y="20450"/>
                  </a:lnTo>
                  <a:lnTo>
                    <a:pt x="67441" y="19906"/>
                  </a:lnTo>
                  <a:lnTo>
                    <a:pt x="67767" y="19416"/>
                  </a:lnTo>
                  <a:lnTo>
                    <a:pt x="67984" y="18818"/>
                  </a:lnTo>
                  <a:lnTo>
                    <a:pt x="68202" y="18274"/>
                  </a:lnTo>
                  <a:lnTo>
                    <a:pt x="68365" y="17676"/>
                  </a:lnTo>
                  <a:lnTo>
                    <a:pt x="68528" y="17078"/>
                  </a:lnTo>
                  <a:lnTo>
                    <a:pt x="68583" y="16425"/>
                  </a:lnTo>
                  <a:lnTo>
                    <a:pt x="68637" y="15827"/>
                  </a:lnTo>
                  <a:lnTo>
                    <a:pt x="68637" y="15174"/>
                  </a:lnTo>
                  <a:lnTo>
                    <a:pt x="68583" y="14576"/>
                  </a:lnTo>
                  <a:lnTo>
                    <a:pt x="68474" y="13977"/>
                  </a:lnTo>
                  <a:lnTo>
                    <a:pt x="68365" y="13325"/>
                  </a:lnTo>
                  <a:lnTo>
                    <a:pt x="68202" y="12727"/>
                  </a:lnTo>
                  <a:lnTo>
                    <a:pt x="67984" y="12183"/>
                  </a:lnTo>
                  <a:lnTo>
                    <a:pt x="67767" y="11584"/>
                  </a:lnTo>
                  <a:lnTo>
                    <a:pt x="67495" y="11041"/>
                  </a:lnTo>
                  <a:lnTo>
                    <a:pt x="66842" y="10007"/>
                  </a:lnTo>
                  <a:lnTo>
                    <a:pt x="66135" y="8974"/>
                  </a:lnTo>
                  <a:lnTo>
                    <a:pt x="65319" y="8049"/>
                  </a:lnTo>
                  <a:lnTo>
                    <a:pt x="64449" y="7179"/>
                  </a:lnTo>
                  <a:lnTo>
                    <a:pt x="63525" y="6309"/>
                  </a:lnTo>
                  <a:lnTo>
                    <a:pt x="62600" y="5547"/>
                  </a:lnTo>
                  <a:lnTo>
                    <a:pt x="61567" y="4840"/>
                  </a:lnTo>
                  <a:lnTo>
                    <a:pt x="60533" y="4133"/>
                  </a:lnTo>
                  <a:lnTo>
                    <a:pt x="58467" y="2828"/>
                  </a:lnTo>
                  <a:lnTo>
                    <a:pt x="56291" y="1577"/>
                  </a:lnTo>
                  <a:lnTo>
                    <a:pt x="54225" y="272"/>
                  </a:lnTo>
                  <a:lnTo>
                    <a:pt x="53517" y="1088"/>
                  </a:lnTo>
                  <a:lnTo>
                    <a:pt x="52810" y="1904"/>
                  </a:lnTo>
                  <a:lnTo>
                    <a:pt x="52158" y="2774"/>
                  </a:lnTo>
                  <a:lnTo>
                    <a:pt x="51560" y="3698"/>
                  </a:lnTo>
                  <a:lnTo>
                    <a:pt x="50961" y="4623"/>
                  </a:lnTo>
                  <a:lnTo>
                    <a:pt x="50417" y="5602"/>
                  </a:lnTo>
                  <a:lnTo>
                    <a:pt x="49928" y="6581"/>
                  </a:lnTo>
                  <a:lnTo>
                    <a:pt x="49493" y="7560"/>
                  </a:lnTo>
                  <a:lnTo>
                    <a:pt x="50961" y="8212"/>
                  </a:lnTo>
                  <a:lnTo>
                    <a:pt x="52375" y="8919"/>
                  </a:lnTo>
                  <a:lnTo>
                    <a:pt x="53735" y="9735"/>
                  </a:lnTo>
                  <a:lnTo>
                    <a:pt x="55095" y="10551"/>
                  </a:lnTo>
                  <a:lnTo>
                    <a:pt x="56237" y="11258"/>
                  </a:lnTo>
                  <a:lnTo>
                    <a:pt x="56889" y="11693"/>
                  </a:lnTo>
                  <a:lnTo>
                    <a:pt x="57542" y="12183"/>
                  </a:lnTo>
                  <a:lnTo>
                    <a:pt x="58140" y="12727"/>
                  </a:lnTo>
                  <a:lnTo>
                    <a:pt x="58358" y="12999"/>
                  </a:lnTo>
                  <a:lnTo>
                    <a:pt x="58575" y="13270"/>
                  </a:lnTo>
                  <a:lnTo>
                    <a:pt x="58684" y="13597"/>
                  </a:lnTo>
                  <a:lnTo>
                    <a:pt x="58793" y="13923"/>
                  </a:lnTo>
                  <a:lnTo>
                    <a:pt x="58793" y="14249"/>
                  </a:lnTo>
                  <a:lnTo>
                    <a:pt x="58739" y="14576"/>
                  </a:lnTo>
                  <a:lnTo>
                    <a:pt x="58684" y="14793"/>
                  </a:lnTo>
                  <a:lnTo>
                    <a:pt x="58575" y="14956"/>
                  </a:lnTo>
                  <a:lnTo>
                    <a:pt x="58249" y="15283"/>
                  </a:lnTo>
                  <a:lnTo>
                    <a:pt x="57868" y="15555"/>
                  </a:lnTo>
                  <a:lnTo>
                    <a:pt x="57488" y="15718"/>
                  </a:lnTo>
                  <a:lnTo>
                    <a:pt x="57053" y="15827"/>
                  </a:lnTo>
                  <a:lnTo>
                    <a:pt x="55693" y="15827"/>
                  </a:lnTo>
                  <a:lnTo>
                    <a:pt x="39703" y="15065"/>
                  </a:lnTo>
                  <a:lnTo>
                    <a:pt x="37528" y="14956"/>
                  </a:lnTo>
                  <a:lnTo>
                    <a:pt x="35352" y="14848"/>
                  </a:lnTo>
                  <a:lnTo>
                    <a:pt x="33231" y="14848"/>
                  </a:lnTo>
                  <a:lnTo>
                    <a:pt x="31056" y="14902"/>
                  </a:lnTo>
                  <a:lnTo>
                    <a:pt x="28880" y="15065"/>
                  </a:lnTo>
                  <a:lnTo>
                    <a:pt x="26705" y="15228"/>
                  </a:lnTo>
                  <a:lnTo>
                    <a:pt x="24529" y="15392"/>
                  </a:lnTo>
                  <a:lnTo>
                    <a:pt x="22354" y="15446"/>
                  </a:lnTo>
                  <a:lnTo>
                    <a:pt x="21157" y="15555"/>
                  </a:lnTo>
                  <a:lnTo>
                    <a:pt x="20069" y="15718"/>
                  </a:lnTo>
                  <a:lnTo>
                    <a:pt x="17840" y="16153"/>
                  </a:lnTo>
                  <a:lnTo>
                    <a:pt x="17132" y="16262"/>
                  </a:lnTo>
                  <a:lnTo>
                    <a:pt x="16425" y="16370"/>
                  </a:lnTo>
                  <a:lnTo>
                    <a:pt x="15011" y="16370"/>
                  </a:lnTo>
                  <a:lnTo>
                    <a:pt x="12129" y="16316"/>
                  </a:lnTo>
                  <a:lnTo>
                    <a:pt x="11639" y="16316"/>
                  </a:lnTo>
                  <a:lnTo>
                    <a:pt x="11204" y="16262"/>
                  </a:lnTo>
                  <a:lnTo>
                    <a:pt x="10987" y="16153"/>
                  </a:lnTo>
                  <a:lnTo>
                    <a:pt x="10769" y="16099"/>
                  </a:lnTo>
                  <a:lnTo>
                    <a:pt x="10552" y="15935"/>
                  </a:lnTo>
                  <a:lnTo>
                    <a:pt x="10388" y="15772"/>
                  </a:lnTo>
                  <a:lnTo>
                    <a:pt x="10280" y="15555"/>
                  </a:lnTo>
                  <a:lnTo>
                    <a:pt x="10171" y="15283"/>
                  </a:lnTo>
                  <a:lnTo>
                    <a:pt x="10171" y="14956"/>
                  </a:lnTo>
                  <a:lnTo>
                    <a:pt x="10225" y="14684"/>
                  </a:lnTo>
                  <a:lnTo>
                    <a:pt x="10280" y="14358"/>
                  </a:lnTo>
                  <a:lnTo>
                    <a:pt x="10388" y="14086"/>
                  </a:lnTo>
                  <a:lnTo>
                    <a:pt x="10715" y="13542"/>
                  </a:lnTo>
                  <a:lnTo>
                    <a:pt x="11422" y="12563"/>
                  </a:lnTo>
                  <a:lnTo>
                    <a:pt x="12183" y="11639"/>
                  </a:lnTo>
                  <a:lnTo>
                    <a:pt x="13053" y="10823"/>
                  </a:lnTo>
                  <a:lnTo>
                    <a:pt x="13924" y="10062"/>
                  </a:lnTo>
                  <a:lnTo>
                    <a:pt x="14848" y="9300"/>
                  </a:lnTo>
                  <a:lnTo>
                    <a:pt x="15827" y="8648"/>
                  </a:lnTo>
                  <a:lnTo>
                    <a:pt x="17894" y="7342"/>
                  </a:lnTo>
                  <a:lnTo>
                    <a:pt x="17459" y="6363"/>
                  </a:lnTo>
                  <a:lnTo>
                    <a:pt x="17024" y="5384"/>
                  </a:lnTo>
                  <a:lnTo>
                    <a:pt x="16534" y="4460"/>
                  </a:lnTo>
                  <a:lnTo>
                    <a:pt x="15990" y="3481"/>
                  </a:lnTo>
                  <a:lnTo>
                    <a:pt x="15446" y="2611"/>
                  </a:lnTo>
                  <a:lnTo>
                    <a:pt x="14848" y="1686"/>
                  </a:lnTo>
                  <a:lnTo>
                    <a:pt x="14196" y="816"/>
                  </a:lnTo>
                  <a:lnTo>
                    <a:pt x="135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2637;p64">
              <a:extLst>
                <a:ext uri="{FF2B5EF4-FFF2-40B4-BE49-F238E27FC236}">
                  <a16:creationId xmlns:a16="http://schemas.microsoft.com/office/drawing/2014/main" id="{F76DF8BA-A567-786A-5806-0428096C9598}"/>
                </a:ext>
              </a:extLst>
            </p:cNvPr>
            <p:cNvSpPr/>
            <p:nvPr/>
          </p:nvSpPr>
          <p:spPr>
            <a:xfrm>
              <a:off x="3432089" y="3356189"/>
              <a:ext cx="1331235" cy="870723"/>
            </a:xfrm>
            <a:custGeom>
              <a:avLst/>
              <a:gdLst/>
              <a:ahLst/>
              <a:cxnLst/>
              <a:rect l="l" t="t" r="r" b="b"/>
              <a:pathLst>
                <a:path w="69182" h="45250" extrusionOk="0">
                  <a:moveTo>
                    <a:pt x="13776" y="601"/>
                  </a:moveTo>
                  <a:lnTo>
                    <a:pt x="14304" y="1305"/>
                  </a:lnTo>
                  <a:lnTo>
                    <a:pt x="14903" y="2121"/>
                  </a:lnTo>
                  <a:lnTo>
                    <a:pt x="15501" y="2991"/>
                  </a:lnTo>
                  <a:lnTo>
                    <a:pt x="16045" y="3916"/>
                  </a:lnTo>
                  <a:lnTo>
                    <a:pt x="16589" y="4841"/>
                  </a:lnTo>
                  <a:lnTo>
                    <a:pt x="17024" y="5765"/>
                  </a:lnTo>
                  <a:lnTo>
                    <a:pt x="17513" y="6744"/>
                  </a:lnTo>
                  <a:lnTo>
                    <a:pt x="17827" y="7505"/>
                  </a:lnTo>
                  <a:lnTo>
                    <a:pt x="17827" y="7505"/>
                  </a:lnTo>
                  <a:lnTo>
                    <a:pt x="16589" y="8267"/>
                  </a:lnTo>
                  <a:lnTo>
                    <a:pt x="15175" y="9246"/>
                  </a:lnTo>
                  <a:lnTo>
                    <a:pt x="14468" y="9735"/>
                  </a:lnTo>
                  <a:lnTo>
                    <a:pt x="13815" y="10279"/>
                  </a:lnTo>
                  <a:lnTo>
                    <a:pt x="13162" y="10823"/>
                  </a:lnTo>
                  <a:lnTo>
                    <a:pt x="12564" y="11421"/>
                  </a:lnTo>
                  <a:lnTo>
                    <a:pt x="11966" y="12020"/>
                  </a:lnTo>
                  <a:lnTo>
                    <a:pt x="11422" y="12672"/>
                  </a:lnTo>
                  <a:lnTo>
                    <a:pt x="10932" y="13379"/>
                  </a:lnTo>
                  <a:lnTo>
                    <a:pt x="10497" y="14141"/>
                  </a:lnTo>
                  <a:lnTo>
                    <a:pt x="10334" y="14467"/>
                  </a:lnTo>
                  <a:lnTo>
                    <a:pt x="10280" y="14793"/>
                  </a:lnTo>
                  <a:lnTo>
                    <a:pt x="10225" y="15174"/>
                  </a:lnTo>
                  <a:lnTo>
                    <a:pt x="10225" y="15500"/>
                  </a:lnTo>
                  <a:lnTo>
                    <a:pt x="10280" y="15827"/>
                  </a:lnTo>
                  <a:lnTo>
                    <a:pt x="10443" y="16153"/>
                  </a:lnTo>
                  <a:lnTo>
                    <a:pt x="10660" y="16425"/>
                  </a:lnTo>
                  <a:lnTo>
                    <a:pt x="10987" y="16642"/>
                  </a:lnTo>
                  <a:lnTo>
                    <a:pt x="11313" y="16751"/>
                  </a:lnTo>
                  <a:lnTo>
                    <a:pt x="11639" y="16806"/>
                  </a:lnTo>
                  <a:lnTo>
                    <a:pt x="12346" y="16860"/>
                  </a:lnTo>
                  <a:lnTo>
                    <a:pt x="14196" y="16914"/>
                  </a:lnTo>
                  <a:lnTo>
                    <a:pt x="16099" y="16914"/>
                  </a:lnTo>
                  <a:lnTo>
                    <a:pt x="17024" y="16860"/>
                  </a:lnTo>
                  <a:lnTo>
                    <a:pt x="18003" y="16697"/>
                  </a:lnTo>
                  <a:lnTo>
                    <a:pt x="19852" y="16316"/>
                  </a:lnTo>
                  <a:lnTo>
                    <a:pt x="20831" y="16153"/>
                  </a:lnTo>
                  <a:lnTo>
                    <a:pt x="21755" y="16044"/>
                  </a:lnTo>
                  <a:lnTo>
                    <a:pt x="22843" y="15990"/>
                  </a:lnTo>
                  <a:lnTo>
                    <a:pt x="23877" y="15935"/>
                  </a:lnTo>
                  <a:lnTo>
                    <a:pt x="25943" y="15881"/>
                  </a:lnTo>
                  <a:lnTo>
                    <a:pt x="30131" y="15555"/>
                  </a:lnTo>
                  <a:lnTo>
                    <a:pt x="32198" y="15392"/>
                  </a:lnTo>
                  <a:lnTo>
                    <a:pt x="36440" y="15392"/>
                  </a:lnTo>
                  <a:lnTo>
                    <a:pt x="38507" y="15500"/>
                  </a:lnTo>
                  <a:lnTo>
                    <a:pt x="42695" y="15718"/>
                  </a:lnTo>
                  <a:lnTo>
                    <a:pt x="51179" y="16153"/>
                  </a:lnTo>
                  <a:lnTo>
                    <a:pt x="55475" y="16371"/>
                  </a:lnTo>
                  <a:lnTo>
                    <a:pt x="57270" y="16371"/>
                  </a:lnTo>
                  <a:lnTo>
                    <a:pt x="57705" y="16262"/>
                  </a:lnTo>
                  <a:lnTo>
                    <a:pt x="58086" y="16153"/>
                  </a:lnTo>
                  <a:lnTo>
                    <a:pt x="58467" y="15935"/>
                  </a:lnTo>
                  <a:lnTo>
                    <a:pt x="58847" y="15664"/>
                  </a:lnTo>
                  <a:lnTo>
                    <a:pt x="59065" y="15392"/>
                  </a:lnTo>
                  <a:lnTo>
                    <a:pt x="59228" y="15120"/>
                  </a:lnTo>
                  <a:lnTo>
                    <a:pt x="59337" y="14793"/>
                  </a:lnTo>
                  <a:lnTo>
                    <a:pt x="59337" y="14521"/>
                  </a:lnTo>
                  <a:lnTo>
                    <a:pt x="59337" y="14249"/>
                  </a:lnTo>
                  <a:lnTo>
                    <a:pt x="59283" y="13978"/>
                  </a:lnTo>
                  <a:lnTo>
                    <a:pt x="59174" y="13706"/>
                  </a:lnTo>
                  <a:lnTo>
                    <a:pt x="59011" y="13434"/>
                  </a:lnTo>
                  <a:lnTo>
                    <a:pt x="58684" y="12944"/>
                  </a:lnTo>
                  <a:lnTo>
                    <a:pt x="58195" y="12455"/>
                  </a:lnTo>
                  <a:lnTo>
                    <a:pt x="57760" y="12020"/>
                  </a:lnTo>
                  <a:lnTo>
                    <a:pt x="57270" y="11693"/>
                  </a:lnTo>
                  <a:lnTo>
                    <a:pt x="56237" y="11041"/>
                  </a:lnTo>
                  <a:lnTo>
                    <a:pt x="55204" y="10388"/>
                  </a:lnTo>
                  <a:lnTo>
                    <a:pt x="53463" y="9355"/>
                  </a:lnTo>
                  <a:lnTo>
                    <a:pt x="51668" y="8430"/>
                  </a:lnTo>
                  <a:lnTo>
                    <a:pt x="50085" y="7710"/>
                  </a:lnTo>
                  <a:lnTo>
                    <a:pt x="50085" y="7710"/>
                  </a:lnTo>
                  <a:lnTo>
                    <a:pt x="50417" y="6962"/>
                  </a:lnTo>
                  <a:lnTo>
                    <a:pt x="50907" y="5983"/>
                  </a:lnTo>
                  <a:lnTo>
                    <a:pt x="51451" y="5058"/>
                  </a:lnTo>
                  <a:lnTo>
                    <a:pt x="52049" y="4133"/>
                  </a:lnTo>
                  <a:lnTo>
                    <a:pt x="52647" y="3263"/>
                  </a:lnTo>
                  <a:lnTo>
                    <a:pt x="53300" y="2393"/>
                  </a:lnTo>
                  <a:lnTo>
                    <a:pt x="53953" y="1523"/>
                  </a:lnTo>
                  <a:lnTo>
                    <a:pt x="54516" y="872"/>
                  </a:lnTo>
                  <a:lnTo>
                    <a:pt x="54516" y="872"/>
                  </a:lnTo>
                  <a:lnTo>
                    <a:pt x="56128" y="1849"/>
                  </a:lnTo>
                  <a:lnTo>
                    <a:pt x="57923" y="2937"/>
                  </a:lnTo>
                  <a:lnTo>
                    <a:pt x="59772" y="4079"/>
                  </a:lnTo>
                  <a:lnTo>
                    <a:pt x="61512" y="5221"/>
                  </a:lnTo>
                  <a:lnTo>
                    <a:pt x="62383" y="5819"/>
                  </a:lnTo>
                  <a:lnTo>
                    <a:pt x="63198" y="6472"/>
                  </a:lnTo>
                  <a:lnTo>
                    <a:pt x="64014" y="7125"/>
                  </a:lnTo>
                  <a:lnTo>
                    <a:pt x="64776" y="7832"/>
                  </a:lnTo>
                  <a:lnTo>
                    <a:pt x="65537" y="8593"/>
                  </a:lnTo>
                  <a:lnTo>
                    <a:pt x="66190" y="9409"/>
                  </a:lnTo>
                  <a:lnTo>
                    <a:pt x="66788" y="10225"/>
                  </a:lnTo>
                  <a:lnTo>
                    <a:pt x="67332" y="11149"/>
                  </a:lnTo>
                  <a:lnTo>
                    <a:pt x="67767" y="11965"/>
                  </a:lnTo>
                  <a:lnTo>
                    <a:pt x="68093" y="12781"/>
                  </a:lnTo>
                  <a:lnTo>
                    <a:pt x="68365" y="13651"/>
                  </a:lnTo>
                  <a:lnTo>
                    <a:pt x="68528" y="14467"/>
                  </a:lnTo>
                  <a:lnTo>
                    <a:pt x="68637" y="15392"/>
                  </a:lnTo>
                  <a:lnTo>
                    <a:pt x="68637" y="16262"/>
                  </a:lnTo>
                  <a:lnTo>
                    <a:pt x="68528" y="17132"/>
                  </a:lnTo>
                  <a:lnTo>
                    <a:pt x="68365" y="18002"/>
                  </a:lnTo>
                  <a:lnTo>
                    <a:pt x="68093" y="18818"/>
                  </a:lnTo>
                  <a:lnTo>
                    <a:pt x="67767" y="19579"/>
                  </a:lnTo>
                  <a:lnTo>
                    <a:pt x="67332" y="20286"/>
                  </a:lnTo>
                  <a:lnTo>
                    <a:pt x="66842" y="20939"/>
                  </a:lnTo>
                  <a:lnTo>
                    <a:pt x="66516" y="21320"/>
                  </a:lnTo>
                  <a:lnTo>
                    <a:pt x="66135" y="21592"/>
                  </a:lnTo>
                  <a:lnTo>
                    <a:pt x="65755" y="21864"/>
                  </a:lnTo>
                  <a:lnTo>
                    <a:pt x="65374" y="22136"/>
                  </a:lnTo>
                  <a:lnTo>
                    <a:pt x="64558" y="22571"/>
                  </a:lnTo>
                  <a:lnTo>
                    <a:pt x="63688" y="22897"/>
                  </a:lnTo>
                  <a:lnTo>
                    <a:pt x="62437" y="23223"/>
                  </a:lnTo>
                  <a:lnTo>
                    <a:pt x="61186" y="23441"/>
                  </a:lnTo>
                  <a:lnTo>
                    <a:pt x="58684" y="23930"/>
                  </a:lnTo>
                  <a:lnTo>
                    <a:pt x="53409" y="24964"/>
                  </a:lnTo>
                  <a:lnTo>
                    <a:pt x="46665" y="26269"/>
                  </a:lnTo>
                  <a:lnTo>
                    <a:pt x="46556" y="26269"/>
                  </a:lnTo>
                  <a:lnTo>
                    <a:pt x="46502" y="26378"/>
                  </a:lnTo>
                  <a:lnTo>
                    <a:pt x="46447" y="26487"/>
                  </a:lnTo>
                  <a:lnTo>
                    <a:pt x="46393" y="28281"/>
                  </a:lnTo>
                  <a:lnTo>
                    <a:pt x="46284" y="30022"/>
                  </a:lnTo>
                  <a:lnTo>
                    <a:pt x="46067" y="33557"/>
                  </a:lnTo>
                  <a:lnTo>
                    <a:pt x="46012" y="35352"/>
                  </a:lnTo>
                  <a:lnTo>
                    <a:pt x="46012" y="37146"/>
                  </a:lnTo>
                  <a:lnTo>
                    <a:pt x="46012" y="40736"/>
                  </a:lnTo>
                  <a:lnTo>
                    <a:pt x="46012" y="44603"/>
                  </a:lnTo>
                  <a:lnTo>
                    <a:pt x="46012" y="44603"/>
                  </a:lnTo>
                  <a:lnTo>
                    <a:pt x="43728" y="44652"/>
                  </a:lnTo>
                  <a:lnTo>
                    <a:pt x="41172" y="44597"/>
                  </a:lnTo>
                  <a:lnTo>
                    <a:pt x="38615" y="44543"/>
                  </a:lnTo>
                  <a:lnTo>
                    <a:pt x="36114" y="44597"/>
                  </a:lnTo>
                  <a:lnTo>
                    <a:pt x="31110" y="44706"/>
                  </a:lnTo>
                  <a:lnTo>
                    <a:pt x="28608" y="44706"/>
                  </a:lnTo>
                  <a:lnTo>
                    <a:pt x="27357" y="44652"/>
                  </a:lnTo>
                  <a:lnTo>
                    <a:pt x="26106" y="44543"/>
                  </a:lnTo>
                  <a:lnTo>
                    <a:pt x="24801" y="44434"/>
                  </a:lnTo>
                  <a:lnTo>
                    <a:pt x="23550" y="44380"/>
                  </a:lnTo>
                  <a:lnTo>
                    <a:pt x="22299" y="44380"/>
                  </a:lnTo>
                  <a:lnTo>
                    <a:pt x="21647" y="44489"/>
                  </a:lnTo>
                  <a:lnTo>
                    <a:pt x="21375" y="44563"/>
                  </a:lnTo>
                  <a:lnTo>
                    <a:pt x="21375" y="44563"/>
                  </a:lnTo>
                  <a:lnTo>
                    <a:pt x="21375" y="37038"/>
                  </a:lnTo>
                  <a:lnTo>
                    <a:pt x="21320" y="33122"/>
                  </a:lnTo>
                  <a:lnTo>
                    <a:pt x="21266" y="31164"/>
                  </a:lnTo>
                  <a:lnTo>
                    <a:pt x="21212" y="29206"/>
                  </a:lnTo>
                  <a:lnTo>
                    <a:pt x="21048" y="26976"/>
                  </a:lnTo>
                  <a:lnTo>
                    <a:pt x="20831" y="24746"/>
                  </a:lnTo>
                  <a:lnTo>
                    <a:pt x="20776" y="24583"/>
                  </a:lnTo>
                  <a:lnTo>
                    <a:pt x="20722" y="24529"/>
                  </a:lnTo>
                  <a:lnTo>
                    <a:pt x="20613" y="24474"/>
                  </a:lnTo>
                  <a:lnTo>
                    <a:pt x="19308" y="24365"/>
                  </a:lnTo>
                  <a:lnTo>
                    <a:pt x="18003" y="24311"/>
                  </a:lnTo>
                  <a:lnTo>
                    <a:pt x="16697" y="24365"/>
                  </a:lnTo>
                  <a:lnTo>
                    <a:pt x="15447" y="24474"/>
                  </a:lnTo>
                  <a:lnTo>
                    <a:pt x="12836" y="24692"/>
                  </a:lnTo>
                  <a:lnTo>
                    <a:pt x="11531" y="24746"/>
                  </a:lnTo>
                  <a:lnTo>
                    <a:pt x="10225" y="24801"/>
                  </a:lnTo>
                  <a:lnTo>
                    <a:pt x="9192" y="24746"/>
                  </a:lnTo>
                  <a:lnTo>
                    <a:pt x="8159" y="24637"/>
                  </a:lnTo>
                  <a:lnTo>
                    <a:pt x="7180" y="24474"/>
                  </a:lnTo>
                  <a:lnTo>
                    <a:pt x="6146" y="24257"/>
                  </a:lnTo>
                  <a:lnTo>
                    <a:pt x="5167" y="23930"/>
                  </a:lnTo>
                  <a:lnTo>
                    <a:pt x="4243" y="23495"/>
                  </a:lnTo>
                  <a:lnTo>
                    <a:pt x="3808" y="23223"/>
                  </a:lnTo>
                  <a:lnTo>
                    <a:pt x="3427" y="22897"/>
                  </a:lnTo>
                  <a:lnTo>
                    <a:pt x="2992" y="22571"/>
                  </a:lnTo>
                  <a:lnTo>
                    <a:pt x="2611" y="22244"/>
                  </a:lnTo>
                  <a:lnTo>
                    <a:pt x="2230" y="21809"/>
                  </a:lnTo>
                  <a:lnTo>
                    <a:pt x="1904" y="21320"/>
                  </a:lnTo>
                  <a:lnTo>
                    <a:pt x="1578" y="20830"/>
                  </a:lnTo>
                  <a:lnTo>
                    <a:pt x="1306" y="20286"/>
                  </a:lnTo>
                  <a:lnTo>
                    <a:pt x="1088" y="19797"/>
                  </a:lnTo>
                  <a:lnTo>
                    <a:pt x="925" y="19199"/>
                  </a:lnTo>
                  <a:lnTo>
                    <a:pt x="762" y="18655"/>
                  </a:lnTo>
                  <a:lnTo>
                    <a:pt x="653" y="18057"/>
                  </a:lnTo>
                  <a:lnTo>
                    <a:pt x="599" y="17513"/>
                  </a:lnTo>
                  <a:lnTo>
                    <a:pt x="544" y="16914"/>
                  </a:lnTo>
                  <a:lnTo>
                    <a:pt x="544" y="15718"/>
                  </a:lnTo>
                  <a:lnTo>
                    <a:pt x="708" y="14521"/>
                  </a:lnTo>
                  <a:lnTo>
                    <a:pt x="925" y="13434"/>
                  </a:lnTo>
                  <a:lnTo>
                    <a:pt x="1252" y="12346"/>
                  </a:lnTo>
                  <a:lnTo>
                    <a:pt x="1687" y="11258"/>
                  </a:lnTo>
                  <a:lnTo>
                    <a:pt x="2176" y="10279"/>
                  </a:lnTo>
                  <a:lnTo>
                    <a:pt x="2774" y="9300"/>
                  </a:lnTo>
                  <a:lnTo>
                    <a:pt x="3427" y="8376"/>
                  </a:lnTo>
                  <a:lnTo>
                    <a:pt x="4134" y="7505"/>
                  </a:lnTo>
                  <a:lnTo>
                    <a:pt x="4895" y="6690"/>
                  </a:lnTo>
                  <a:lnTo>
                    <a:pt x="5711" y="5874"/>
                  </a:lnTo>
                  <a:lnTo>
                    <a:pt x="6690" y="5058"/>
                  </a:lnTo>
                  <a:lnTo>
                    <a:pt x="7615" y="4297"/>
                  </a:lnTo>
                  <a:lnTo>
                    <a:pt x="8648" y="3590"/>
                  </a:lnTo>
                  <a:lnTo>
                    <a:pt x="9682" y="2937"/>
                  </a:lnTo>
                  <a:lnTo>
                    <a:pt x="10715" y="2284"/>
                  </a:lnTo>
                  <a:lnTo>
                    <a:pt x="11803" y="1686"/>
                  </a:lnTo>
                  <a:lnTo>
                    <a:pt x="13776" y="601"/>
                  </a:lnTo>
                  <a:close/>
                  <a:moveTo>
                    <a:pt x="13869" y="0"/>
                  </a:moveTo>
                  <a:lnTo>
                    <a:pt x="13706" y="54"/>
                  </a:lnTo>
                  <a:lnTo>
                    <a:pt x="11694" y="1088"/>
                  </a:lnTo>
                  <a:lnTo>
                    <a:pt x="9736" y="2284"/>
                  </a:lnTo>
                  <a:lnTo>
                    <a:pt x="8757" y="2883"/>
                  </a:lnTo>
                  <a:lnTo>
                    <a:pt x="7832" y="3535"/>
                  </a:lnTo>
                  <a:lnTo>
                    <a:pt x="6908" y="4242"/>
                  </a:lnTo>
                  <a:lnTo>
                    <a:pt x="5983" y="4949"/>
                  </a:lnTo>
                  <a:lnTo>
                    <a:pt x="5167" y="5711"/>
                  </a:lnTo>
                  <a:lnTo>
                    <a:pt x="4352" y="6472"/>
                  </a:lnTo>
                  <a:lnTo>
                    <a:pt x="3590" y="7342"/>
                  </a:lnTo>
                  <a:lnTo>
                    <a:pt x="2883" y="8213"/>
                  </a:lnTo>
                  <a:lnTo>
                    <a:pt x="2230" y="9137"/>
                  </a:lnTo>
                  <a:lnTo>
                    <a:pt x="1687" y="10116"/>
                  </a:lnTo>
                  <a:lnTo>
                    <a:pt x="1143" y="11149"/>
                  </a:lnTo>
                  <a:lnTo>
                    <a:pt x="708" y="12183"/>
                  </a:lnTo>
                  <a:lnTo>
                    <a:pt x="381" y="13379"/>
                  </a:lnTo>
                  <a:lnTo>
                    <a:pt x="164" y="14521"/>
                  </a:lnTo>
                  <a:lnTo>
                    <a:pt x="1" y="15772"/>
                  </a:lnTo>
                  <a:lnTo>
                    <a:pt x="1" y="16969"/>
                  </a:lnTo>
                  <a:lnTo>
                    <a:pt x="55" y="17567"/>
                  </a:lnTo>
                  <a:lnTo>
                    <a:pt x="109" y="18220"/>
                  </a:lnTo>
                  <a:lnTo>
                    <a:pt x="218" y="18764"/>
                  </a:lnTo>
                  <a:lnTo>
                    <a:pt x="381" y="19362"/>
                  </a:lnTo>
                  <a:lnTo>
                    <a:pt x="599" y="19960"/>
                  </a:lnTo>
                  <a:lnTo>
                    <a:pt x="816" y="20504"/>
                  </a:lnTo>
                  <a:lnTo>
                    <a:pt x="1088" y="21048"/>
                  </a:lnTo>
                  <a:lnTo>
                    <a:pt x="1415" y="21537"/>
                  </a:lnTo>
                  <a:lnTo>
                    <a:pt x="1741" y="22027"/>
                  </a:lnTo>
                  <a:lnTo>
                    <a:pt x="2067" y="22408"/>
                  </a:lnTo>
                  <a:lnTo>
                    <a:pt x="2448" y="22788"/>
                  </a:lnTo>
                  <a:lnTo>
                    <a:pt x="2829" y="23115"/>
                  </a:lnTo>
                  <a:lnTo>
                    <a:pt x="3264" y="23441"/>
                  </a:lnTo>
                  <a:lnTo>
                    <a:pt x="3699" y="23713"/>
                  </a:lnTo>
                  <a:lnTo>
                    <a:pt x="4624" y="24202"/>
                  </a:lnTo>
                  <a:lnTo>
                    <a:pt x="5548" y="24637"/>
                  </a:lnTo>
                  <a:lnTo>
                    <a:pt x="6581" y="24909"/>
                  </a:lnTo>
                  <a:lnTo>
                    <a:pt x="7615" y="25127"/>
                  </a:lnTo>
                  <a:lnTo>
                    <a:pt x="8648" y="25236"/>
                  </a:lnTo>
                  <a:lnTo>
                    <a:pt x="9410" y="25290"/>
                  </a:lnTo>
                  <a:lnTo>
                    <a:pt x="10171" y="25344"/>
                  </a:lnTo>
                  <a:lnTo>
                    <a:pt x="11639" y="25290"/>
                  </a:lnTo>
                  <a:lnTo>
                    <a:pt x="13108" y="25181"/>
                  </a:lnTo>
                  <a:lnTo>
                    <a:pt x="14576" y="25018"/>
                  </a:lnTo>
                  <a:lnTo>
                    <a:pt x="16045" y="24909"/>
                  </a:lnTo>
                  <a:lnTo>
                    <a:pt x="17513" y="24855"/>
                  </a:lnTo>
                  <a:lnTo>
                    <a:pt x="19036" y="24855"/>
                  </a:lnTo>
                  <a:lnTo>
                    <a:pt x="19743" y="24909"/>
                  </a:lnTo>
                  <a:lnTo>
                    <a:pt x="20314" y="24991"/>
                  </a:lnTo>
                  <a:lnTo>
                    <a:pt x="20314" y="24991"/>
                  </a:lnTo>
                  <a:lnTo>
                    <a:pt x="20505" y="26704"/>
                  </a:lnTo>
                  <a:lnTo>
                    <a:pt x="20613" y="28662"/>
                  </a:lnTo>
                  <a:lnTo>
                    <a:pt x="20722" y="30620"/>
                  </a:lnTo>
                  <a:lnTo>
                    <a:pt x="20776" y="32578"/>
                  </a:lnTo>
                  <a:lnTo>
                    <a:pt x="20831" y="36494"/>
                  </a:lnTo>
                  <a:lnTo>
                    <a:pt x="20831" y="40410"/>
                  </a:lnTo>
                  <a:lnTo>
                    <a:pt x="20831" y="44924"/>
                  </a:lnTo>
                  <a:lnTo>
                    <a:pt x="20885" y="45032"/>
                  </a:lnTo>
                  <a:lnTo>
                    <a:pt x="20940" y="45141"/>
                  </a:lnTo>
                  <a:lnTo>
                    <a:pt x="21048" y="45196"/>
                  </a:lnTo>
                  <a:lnTo>
                    <a:pt x="21157" y="45196"/>
                  </a:lnTo>
                  <a:lnTo>
                    <a:pt x="21701" y="45032"/>
                  </a:lnTo>
                  <a:lnTo>
                    <a:pt x="22299" y="44924"/>
                  </a:lnTo>
                  <a:lnTo>
                    <a:pt x="22843" y="44924"/>
                  </a:lnTo>
                  <a:lnTo>
                    <a:pt x="23441" y="44869"/>
                  </a:lnTo>
                  <a:lnTo>
                    <a:pt x="24584" y="44978"/>
                  </a:lnTo>
                  <a:lnTo>
                    <a:pt x="25726" y="45032"/>
                  </a:lnTo>
                  <a:lnTo>
                    <a:pt x="28119" y="45196"/>
                  </a:lnTo>
                  <a:lnTo>
                    <a:pt x="30512" y="45250"/>
                  </a:lnTo>
                  <a:lnTo>
                    <a:pt x="33014" y="45196"/>
                  </a:lnTo>
                  <a:lnTo>
                    <a:pt x="35570" y="45141"/>
                  </a:lnTo>
                  <a:lnTo>
                    <a:pt x="38072" y="45087"/>
                  </a:lnTo>
                  <a:lnTo>
                    <a:pt x="40628" y="45141"/>
                  </a:lnTo>
                  <a:lnTo>
                    <a:pt x="46284" y="45141"/>
                  </a:lnTo>
                  <a:lnTo>
                    <a:pt x="46393" y="45087"/>
                  </a:lnTo>
                  <a:lnTo>
                    <a:pt x="46447" y="45032"/>
                  </a:lnTo>
                  <a:lnTo>
                    <a:pt x="46502" y="44978"/>
                  </a:lnTo>
                  <a:lnTo>
                    <a:pt x="46556" y="44869"/>
                  </a:lnTo>
                  <a:lnTo>
                    <a:pt x="46556" y="37581"/>
                  </a:lnTo>
                  <a:lnTo>
                    <a:pt x="46610" y="34046"/>
                  </a:lnTo>
                  <a:lnTo>
                    <a:pt x="46774" y="30566"/>
                  </a:lnTo>
                  <a:lnTo>
                    <a:pt x="46937" y="28553"/>
                  </a:lnTo>
                  <a:lnTo>
                    <a:pt x="46985" y="26718"/>
                  </a:lnTo>
                  <a:lnTo>
                    <a:pt x="46985" y="26718"/>
                  </a:lnTo>
                  <a:lnTo>
                    <a:pt x="53518" y="25453"/>
                  </a:lnTo>
                  <a:lnTo>
                    <a:pt x="58521" y="24529"/>
                  </a:lnTo>
                  <a:lnTo>
                    <a:pt x="60860" y="24093"/>
                  </a:lnTo>
                  <a:lnTo>
                    <a:pt x="62002" y="23822"/>
                  </a:lnTo>
                  <a:lnTo>
                    <a:pt x="63198" y="23550"/>
                  </a:lnTo>
                  <a:lnTo>
                    <a:pt x="64177" y="23278"/>
                  </a:lnTo>
                  <a:lnTo>
                    <a:pt x="65102" y="22897"/>
                  </a:lnTo>
                  <a:lnTo>
                    <a:pt x="65537" y="22679"/>
                  </a:lnTo>
                  <a:lnTo>
                    <a:pt x="65972" y="22408"/>
                  </a:lnTo>
                  <a:lnTo>
                    <a:pt x="66353" y="22136"/>
                  </a:lnTo>
                  <a:lnTo>
                    <a:pt x="66734" y="21809"/>
                  </a:lnTo>
                  <a:lnTo>
                    <a:pt x="67332" y="21211"/>
                  </a:lnTo>
                  <a:lnTo>
                    <a:pt x="67821" y="20504"/>
                  </a:lnTo>
                  <a:lnTo>
                    <a:pt x="68256" y="19797"/>
                  </a:lnTo>
                  <a:lnTo>
                    <a:pt x="68583" y="18981"/>
                  </a:lnTo>
                  <a:lnTo>
                    <a:pt x="68855" y="18165"/>
                  </a:lnTo>
                  <a:lnTo>
                    <a:pt x="69072" y="17295"/>
                  </a:lnTo>
                  <a:lnTo>
                    <a:pt x="69181" y="16371"/>
                  </a:lnTo>
                  <a:lnTo>
                    <a:pt x="69181" y="15500"/>
                  </a:lnTo>
                  <a:lnTo>
                    <a:pt x="69072" y="14630"/>
                  </a:lnTo>
                  <a:lnTo>
                    <a:pt x="68909" y="13760"/>
                  </a:lnTo>
                  <a:lnTo>
                    <a:pt x="68692" y="12890"/>
                  </a:lnTo>
                  <a:lnTo>
                    <a:pt x="68365" y="12074"/>
                  </a:lnTo>
                  <a:lnTo>
                    <a:pt x="67930" y="11149"/>
                  </a:lnTo>
                  <a:lnTo>
                    <a:pt x="67441" y="10279"/>
                  </a:lnTo>
                  <a:lnTo>
                    <a:pt x="66897" y="9463"/>
                  </a:lnTo>
                  <a:lnTo>
                    <a:pt x="66299" y="8648"/>
                  </a:lnTo>
                  <a:lnTo>
                    <a:pt x="65591" y="7941"/>
                  </a:lnTo>
                  <a:lnTo>
                    <a:pt x="64884" y="7234"/>
                  </a:lnTo>
                  <a:lnTo>
                    <a:pt x="64177" y="6527"/>
                  </a:lnTo>
                  <a:lnTo>
                    <a:pt x="63362" y="5928"/>
                  </a:lnTo>
                  <a:lnTo>
                    <a:pt x="62328" y="5112"/>
                  </a:lnTo>
                  <a:lnTo>
                    <a:pt x="61295" y="4405"/>
                  </a:lnTo>
                  <a:lnTo>
                    <a:pt x="59065" y="2991"/>
                  </a:lnTo>
                  <a:lnTo>
                    <a:pt x="56835" y="1686"/>
                  </a:lnTo>
                  <a:lnTo>
                    <a:pt x="54605" y="326"/>
                  </a:lnTo>
                  <a:lnTo>
                    <a:pt x="54442" y="272"/>
                  </a:lnTo>
                  <a:lnTo>
                    <a:pt x="54279" y="326"/>
                  </a:lnTo>
                  <a:lnTo>
                    <a:pt x="53572" y="1142"/>
                  </a:lnTo>
                  <a:lnTo>
                    <a:pt x="52865" y="2012"/>
                  </a:lnTo>
                  <a:lnTo>
                    <a:pt x="52212" y="2883"/>
                  </a:lnTo>
                  <a:lnTo>
                    <a:pt x="51614" y="3807"/>
                  </a:lnTo>
                  <a:lnTo>
                    <a:pt x="51016" y="4732"/>
                  </a:lnTo>
                  <a:lnTo>
                    <a:pt x="50472" y="5711"/>
                  </a:lnTo>
                  <a:lnTo>
                    <a:pt x="49982" y="6690"/>
                  </a:lnTo>
                  <a:lnTo>
                    <a:pt x="49547" y="7669"/>
                  </a:lnTo>
                  <a:lnTo>
                    <a:pt x="49493" y="7886"/>
                  </a:lnTo>
                  <a:lnTo>
                    <a:pt x="49547" y="7995"/>
                  </a:lnTo>
                  <a:lnTo>
                    <a:pt x="49602" y="8049"/>
                  </a:lnTo>
                  <a:lnTo>
                    <a:pt x="51179" y="8811"/>
                  </a:lnTo>
                  <a:lnTo>
                    <a:pt x="52702" y="9572"/>
                  </a:lnTo>
                  <a:lnTo>
                    <a:pt x="54225" y="10442"/>
                  </a:lnTo>
                  <a:lnTo>
                    <a:pt x="55693" y="11313"/>
                  </a:lnTo>
                  <a:lnTo>
                    <a:pt x="56726" y="11965"/>
                  </a:lnTo>
                  <a:lnTo>
                    <a:pt x="57216" y="12292"/>
                  </a:lnTo>
                  <a:lnTo>
                    <a:pt x="57705" y="12672"/>
                  </a:lnTo>
                  <a:lnTo>
                    <a:pt x="58086" y="13053"/>
                  </a:lnTo>
                  <a:lnTo>
                    <a:pt x="58467" y="13488"/>
                  </a:lnTo>
                  <a:lnTo>
                    <a:pt x="58630" y="13706"/>
                  </a:lnTo>
                  <a:lnTo>
                    <a:pt x="58739" y="13978"/>
                  </a:lnTo>
                  <a:lnTo>
                    <a:pt x="58793" y="14195"/>
                  </a:lnTo>
                  <a:lnTo>
                    <a:pt x="58793" y="14467"/>
                  </a:lnTo>
                  <a:lnTo>
                    <a:pt x="58793" y="14739"/>
                  </a:lnTo>
                  <a:lnTo>
                    <a:pt x="58684" y="14902"/>
                  </a:lnTo>
                  <a:lnTo>
                    <a:pt x="58630" y="15120"/>
                  </a:lnTo>
                  <a:lnTo>
                    <a:pt x="58521" y="15283"/>
                  </a:lnTo>
                  <a:lnTo>
                    <a:pt x="58195" y="15500"/>
                  </a:lnTo>
                  <a:lnTo>
                    <a:pt x="57814" y="15664"/>
                  </a:lnTo>
                  <a:lnTo>
                    <a:pt x="57379" y="15772"/>
                  </a:lnTo>
                  <a:lnTo>
                    <a:pt x="56944" y="15827"/>
                  </a:lnTo>
                  <a:lnTo>
                    <a:pt x="56128" y="15827"/>
                  </a:lnTo>
                  <a:lnTo>
                    <a:pt x="52212" y="15664"/>
                  </a:lnTo>
                  <a:lnTo>
                    <a:pt x="44217" y="15283"/>
                  </a:lnTo>
                  <a:lnTo>
                    <a:pt x="40247" y="15065"/>
                  </a:lnTo>
                  <a:lnTo>
                    <a:pt x="36222" y="14902"/>
                  </a:lnTo>
                  <a:lnTo>
                    <a:pt x="34265" y="14848"/>
                  </a:lnTo>
                  <a:lnTo>
                    <a:pt x="32361" y="14902"/>
                  </a:lnTo>
                  <a:lnTo>
                    <a:pt x="30403" y="15011"/>
                  </a:lnTo>
                  <a:lnTo>
                    <a:pt x="28445" y="15120"/>
                  </a:lnTo>
                  <a:lnTo>
                    <a:pt x="26487" y="15283"/>
                  </a:lnTo>
                  <a:lnTo>
                    <a:pt x="24529" y="15392"/>
                  </a:lnTo>
                  <a:lnTo>
                    <a:pt x="22680" y="15446"/>
                  </a:lnTo>
                  <a:lnTo>
                    <a:pt x="21701" y="15555"/>
                  </a:lnTo>
                  <a:lnTo>
                    <a:pt x="20776" y="15664"/>
                  </a:lnTo>
                  <a:lnTo>
                    <a:pt x="19906" y="15772"/>
                  </a:lnTo>
                  <a:lnTo>
                    <a:pt x="19036" y="15990"/>
                  </a:lnTo>
                  <a:lnTo>
                    <a:pt x="18166" y="16153"/>
                  </a:lnTo>
                  <a:lnTo>
                    <a:pt x="17296" y="16316"/>
                  </a:lnTo>
                  <a:lnTo>
                    <a:pt x="16371" y="16371"/>
                  </a:lnTo>
                  <a:lnTo>
                    <a:pt x="15447" y="16425"/>
                  </a:lnTo>
                  <a:lnTo>
                    <a:pt x="13652" y="16371"/>
                  </a:lnTo>
                  <a:lnTo>
                    <a:pt x="12836" y="16371"/>
                  </a:lnTo>
                  <a:lnTo>
                    <a:pt x="12020" y="16316"/>
                  </a:lnTo>
                  <a:lnTo>
                    <a:pt x="11639" y="16316"/>
                  </a:lnTo>
                  <a:lnTo>
                    <a:pt x="11313" y="16207"/>
                  </a:lnTo>
                  <a:lnTo>
                    <a:pt x="10987" y="15990"/>
                  </a:lnTo>
                  <a:lnTo>
                    <a:pt x="10878" y="15881"/>
                  </a:lnTo>
                  <a:lnTo>
                    <a:pt x="10769" y="15718"/>
                  </a:lnTo>
                  <a:lnTo>
                    <a:pt x="10715" y="15500"/>
                  </a:lnTo>
                  <a:lnTo>
                    <a:pt x="10715" y="15337"/>
                  </a:lnTo>
                  <a:lnTo>
                    <a:pt x="10769" y="14956"/>
                  </a:lnTo>
                  <a:lnTo>
                    <a:pt x="10878" y="14576"/>
                  </a:lnTo>
                  <a:lnTo>
                    <a:pt x="11041" y="14195"/>
                  </a:lnTo>
                  <a:lnTo>
                    <a:pt x="11531" y="13488"/>
                  </a:lnTo>
                  <a:lnTo>
                    <a:pt x="12020" y="12835"/>
                  </a:lnTo>
                  <a:lnTo>
                    <a:pt x="12564" y="12237"/>
                  </a:lnTo>
                  <a:lnTo>
                    <a:pt x="13108" y="11639"/>
                  </a:lnTo>
                  <a:lnTo>
                    <a:pt x="13706" y="11095"/>
                  </a:lnTo>
                  <a:lnTo>
                    <a:pt x="14304" y="10551"/>
                  </a:lnTo>
                  <a:lnTo>
                    <a:pt x="15610" y="9627"/>
                  </a:lnTo>
                  <a:lnTo>
                    <a:pt x="16915" y="8702"/>
                  </a:lnTo>
                  <a:lnTo>
                    <a:pt x="18275" y="7832"/>
                  </a:lnTo>
                  <a:lnTo>
                    <a:pt x="18383" y="7723"/>
                  </a:lnTo>
                  <a:lnTo>
                    <a:pt x="18438" y="7614"/>
                  </a:lnTo>
                  <a:lnTo>
                    <a:pt x="18438" y="7560"/>
                  </a:lnTo>
                  <a:lnTo>
                    <a:pt x="18003" y="6527"/>
                  </a:lnTo>
                  <a:lnTo>
                    <a:pt x="17513" y="5548"/>
                  </a:lnTo>
                  <a:lnTo>
                    <a:pt x="17024" y="4569"/>
                  </a:lnTo>
                  <a:lnTo>
                    <a:pt x="16480" y="3644"/>
                  </a:lnTo>
                  <a:lnTo>
                    <a:pt x="15936" y="2719"/>
                  </a:lnTo>
                  <a:lnTo>
                    <a:pt x="15338" y="1795"/>
                  </a:lnTo>
                  <a:lnTo>
                    <a:pt x="14685" y="925"/>
                  </a:lnTo>
                  <a:lnTo>
                    <a:pt x="14032" y="54"/>
                  </a:lnTo>
                  <a:lnTo>
                    <a:pt x="139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38;p64">
              <a:extLst>
                <a:ext uri="{FF2B5EF4-FFF2-40B4-BE49-F238E27FC236}">
                  <a16:creationId xmlns:a16="http://schemas.microsoft.com/office/drawing/2014/main" id="{B9E264BD-A15A-2758-04E1-57829162CBAD}"/>
                </a:ext>
              </a:extLst>
            </p:cNvPr>
            <p:cNvSpPr/>
            <p:nvPr/>
          </p:nvSpPr>
          <p:spPr>
            <a:xfrm>
              <a:off x="4001417" y="3661779"/>
              <a:ext cx="195715" cy="58613"/>
            </a:xfrm>
            <a:custGeom>
              <a:avLst/>
              <a:gdLst/>
              <a:ahLst/>
              <a:cxnLst/>
              <a:rect l="l" t="t" r="r" b="b"/>
              <a:pathLst>
                <a:path w="10171" h="3046" extrusionOk="0">
                  <a:moveTo>
                    <a:pt x="163" y="0"/>
                  </a:moveTo>
                  <a:lnTo>
                    <a:pt x="109" y="54"/>
                  </a:lnTo>
                  <a:lnTo>
                    <a:pt x="0" y="109"/>
                  </a:lnTo>
                  <a:lnTo>
                    <a:pt x="0" y="218"/>
                  </a:lnTo>
                  <a:lnTo>
                    <a:pt x="0" y="326"/>
                  </a:lnTo>
                  <a:lnTo>
                    <a:pt x="218" y="816"/>
                  </a:lnTo>
                  <a:lnTo>
                    <a:pt x="490" y="1251"/>
                  </a:lnTo>
                  <a:lnTo>
                    <a:pt x="870" y="1632"/>
                  </a:lnTo>
                  <a:lnTo>
                    <a:pt x="1306" y="1958"/>
                  </a:lnTo>
                  <a:lnTo>
                    <a:pt x="1741" y="2230"/>
                  </a:lnTo>
                  <a:lnTo>
                    <a:pt x="2230" y="2447"/>
                  </a:lnTo>
                  <a:lnTo>
                    <a:pt x="2720" y="2665"/>
                  </a:lnTo>
                  <a:lnTo>
                    <a:pt x="3209" y="2774"/>
                  </a:lnTo>
                  <a:lnTo>
                    <a:pt x="3807" y="2937"/>
                  </a:lnTo>
                  <a:lnTo>
                    <a:pt x="4351" y="2991"/>
                  </a:lnTo>
                  <a:lnTo>
                    <a:pt x="4949" y="3046"/>
                  </a:lnTo>
                  <a:lnTo>
                    <a:pt x="5493" y="2991"/>
                  </a:lnTo>
                  <a:lnTo>
                    <a:pt x="6092" y="2937"/>
                  </a:lnTo>
                  <a:lnTo>
                    <a:pt x="6635" y="2828"/>
                  </a:lnTo>
                  <a:lnTo>
                    <a:pt x="7179" y="2665"/>
                  </a:lnTo>
                  <a:lnTo>
                    <a:pt x="7723" y="2393"/>
                  </a:lnTo>
                  <a:lnTo>
                    <a:pt x="8430" y="2012"/>
                  </a:lnTo>
                  <a:lnTo>
                    <a:pt x="9083" y="1523"/>
                  </a:lnTo>
                  <a:lnTo>
                    <a:pt x="9627" y="979"/>
                  </a:lnTo>
                  <a:lnTo>
                    <a:pt x="10116" y="381"/>
                  </a:lnTo>
                  <a:lnTo>
                    <a:pt x="10171" y="272"/>
                  </a:lnTo>
                  <a:lnTo>
                    <a:pt x="10171" y="163"/>
                  </a:lnTo>
                  <a:lnTo>
                    <a:pt x="10116" y="54"/>
                  </a:lnTo>
                  <a:lnTo>
                    <a:pt x="10062" y="0"/>
                  </a:lnTo>
                  <a:lnTo>
                    <a:pt x="9736" y="0"/>
                  </a:lnTo>
                  <a:lnTo>
                    <a:pt x="9681" y="109"/>
                  </a:lnTo>
                  <a:lnTo>
                    <a:pt x="9192" y="653"/>
                  </a:lnTo>
                  <a:lnTo>
                    <a:pt x="8648" y="1197"/>
                  </a:lnTo>
                  <a:lnTo>
                    <a:pt x="8050" y="1632"/>
                  </a:lnTo>
                  <a:lnTo>
                    <a:pt x="7451" y="1958"/>
                  </a:lnTo>
                  <a:lnTo>
                    <a:pt x="6744" y="2230"/>
                  </a:lnTo>
                  <a:lnTo>
                    <a:pt x="6037" y="2393"/>
                  </a:lnTo>
                  <a:lnTo>
                    <a:pt x="5330" y="2502"/>
                  </a:lnTo>
                  <a:lnTo>
                    <a:pt x="4569" y="2502"/>
                  </a:lnTo>
                  <a:lnTo>
                    <a:pt x="3970" y="2393"/>
                  </a:lnTo>
                  <a:lnTo>
                    <a:pt x="3372" y="2284"/>
                  </a:lnTo>
                  <a:lnTo>
                    <a:pt x="2774" y="2121"/>
                  </a:lnTo>
                  <a:lnTo>
                    <a:pt x="2176" y="1904"/>
                  </a:lnTo>
                  <a:lnTo>
                    <a:pt x="1632" y="1577"/>
                  </a:lnTo>
                  <a:lnTo>
                    <a:pt x="1142" y="1197"/>
                  </a:lnTo>
                  <a:lnTo>
                    <a:pt x="979" y="979"/>
                  </a:lnTo>
                  <a:lnTo>
                    <a:pt x="762" y="707"/>
                  </a:lnTo>
                  <a:lnTo>
                    <a:pt x="653" y="435"/>
                  </a:lnTo>
                  <a:lnTo>
                    <a:pt x="490" y="163"/>
                  </a:lnTo>
                  <a:lnTo>
                    <a:pt x="435" y="54"/>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639;p64">
              <a:extLst>
                <a:ext uri="{FF2B5EF4-FFF2-40B4-BE49-F238E27FC236}">
                  <a16:creationId xmlns:a16="http://schemas.microsoft.com/office/drawing/2014/main" id="{78E3F600-7CB3-7C5C-4C9B-43228E1801B3}"/>
                </a:ext>
              </a:extLst>
            </p:cNvPr>
            <p:cNvSpPr/>
            <p:nvPr/>
          </p:nvSpPr>
          <p:spPr>
            <a:xfrm>
              <a:off x="4024431" y="3557119"/>
              <a:ext cx="137122" cy="131888"/>
            </a:xfrm>
            <a:custGeom>
              <a:avLst/>
              <a:gdLst/>
              <a:ahLst/>
              <a:cxnLst/>
              <a:rect l="l" t="t" r="r" b="b"/>
              <a:pathLst>
                <a:path w="7126" h="6854" extrusionOk="0">
                  <a:moveTo>
                    <a:pt x="164" y="0"/>
                  </a:moveTo>
                  <a:lnTo>
                    <a:pt x="1" y="2176"/>
                  </a:lnTo>
                  <a:lnTo>
                    <a:pt x="1" y="3318"/>
                  </a:lnTo>
                  <a:lnTo>
                    <a:pt x="55" y="3807"/>
                  </a:lnTo>
                  <a:lnTo>
                    <a:pt x="110" y="4351"/>
                  </a:lnTo>
                  <a:lnTo>
                    <a:pt x="273" y="4950"/>
                  </a:lnTo>
                  <a:lnTo>
                    <a:pt x="381" y="5222"/>
                  </a:lnTo>
                  <a:lnTo>
                    <a:pt x="545" y="5493"/>
                  </a:lnTo>
                  <a:lnTo>
                    <a:pt x="762" y="5765"/>
                  </a:lnTo>
                  <a:lnTo>
                    <a:pt x="925" y="5983"/>
                  </a:lnTo>
                  <a:lnTo>
                    <a:pt x="1197" y="6146"/>
                  </a:lnTo>
                  <a:lnTo>
                    <a:pt x="1415" y="6309"/>
                  </a:lnTo>
                  <a:lnTo>
                    <a:pt x="1959" y="6527"/>
                  </a:lnTo>
                  <a:lnTo>
                    <a:pt x="2557" y="6690"/>
                  </a:lnTo>
                  <a:lnTo>
                    <a:pt x="3155" y="6799"/>
                  </a:lnTo>
                  <a:lnTo>
                    <a:pt x="3808" y="6853"/>
                  </a:lnTo>
                  <a:lnTo>
                    <a:pt x="4460" y="6799"/>
                  </a:lnTo>
                  <a:lnTo>
                    <a:pt x="5059" y="6690"/>
                  </a:lnTo>
                  <a:lnTo>
                    <a:pt x="5603" y="6527"/>
                  </a:lnTo>
                  <a:lnTo>
                    <a:pt x="5875" y="6364"/>
                  </a:lnTo>
                  <a:lnTo>
                    <a:pt x="6092" y="6200"/>
                  </a:lnTo>
                  <a:lnTo>
                    <a:pt x="6310" y="6037"/>
                  </a:lnTo>
                  <a:lnTo>
                    <a:pt x="6473" y="5820"/>
                  </a:lnTo>
                  <a:lnTo>
                    <a:pt x="6745" y="5330"/>
                  </a:lnTo>
                  <a:lnTo>
                    <a:pt x="6908" y="4895"/>
                  </a:lnTo>
                  <a:lnTo>
                    <a:pt x="7071" y="4406"/>
                  </a:lnTo>
                  <a:lnTo>
                    <a:pt x="7125" y="3862"/>
                  </a:lnTo>
                  <a:lnTo>
                    <a:pt x="7125" y="3372"/>
                  </a:lnTo>
                  <a:lnTo>
                    <a:pt x="7017" y="1850"/>
                  </a:lnTo>
                  <a:lnTo>
                    <a:pt x="6962" y="272"/>
                  </a:lnTo>
                  <a:lnTo>
                    <a:pt x="3536" y="109"/>
                  </a:lnTo>
                  <a:lnTo>
                    <a:pt x="18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40;p64">
              <a:extLst>
                <a:ext uri="{FF2B5EF4-FFF2-40B4-BE49-F238E27FC236}">
                  <a16:creationId xmlns:a16="http://schemas.microsoft.com/office/drawing/2014/main" id="{9E7509AD-6EF8-2C6A-0693-8EE208C54EDF}"/>
                </a:ext>
              </a:extLst>
            </p:cNvPr>
            <p:cNvSpPr/>
            <p:nvPr/>
          </p:nvSpPr>
          <p:spPr>
            <a:xfrm>
              <a:off x="4019197" y="3551885"/>
              <a:ext cx="147590" cy="142356"/>
            </a:xfrm>
            <a:custGeom>
              <a:avLst/>
              <a:gdLst/>
              <a:ahLst/>
              <a:cxnLst/>
              <a:rect l="l" t="t" r="r" b="b"/>
              <a:pathLst>
                <a:path w="7670" h="7398" extrusionOk="0">
                  <a:moveTo>
                    <a:pt x="2122" y="544"/>
                  </a:moveTo>
                  <a:lnTo>
                    <a:pt x="3808" y="653"/>
                  </a:lnTo>
                  <a:lnTo>
                    <a:pt x="6973" y="804"/>
                  </a:lnTo>
                  <a:lnTo>
                    <a:pt x="6973" y="804"/>
                  </a:lnTo>
                  <a:lnTo>
                    <a:pt x="7017" y="1850"/>
                  </a:lnTo>
                  <a:lnTo>
                    <a:pt x="7071" y="3155"/>
                  </a:lnTo>
                  <a:lnTo>
                    <a:pt x="7126" y="3753"/>
                  </a:lnTo>
                  <a:lnTo>
                    <a:pt x="7071" y="4351"/>
                  </a:lnTo>
                  <a:lnTo>
                    <a:pt x="7017" y="4895"/>
                  </a:lnTo>
                  <a:lnTo>
                    <a:pt x="6799" y="5494"/>
                  </a:lnTo>
                  <a:lnTo>
                    <a:pt x="6636" y="5820"/>
                  </a:lnTo>
                  <a:lnTo>
                    <a:pt x="6418" y="6092"/>
                  </a:lnTo>
                  <a:lnTo>
                    <a:pt x="6147" y="6309"/>
                  </a:lnTo>
                  <a:lnTo>
                    <a:pt x="5875" y="6472"/>
                  </a:lnTo>
                  <a:lnTo>
                    <a:pt x="5548" y="6636"/>
                  </a:lnTo>
                  <a:lnTo>
                    <a:pt x="5222" y="6744"/>
                  </a:lnTo>
                  <a:lnTo>
                    <a:pt x="4896" y="6799"/>
                  </a:lnTo>
                  <a:lnTo>
                    <a:pt x="4569" y="6853"/>
                  </a:lnTo>
                  <a:lnTo>
                    <a:pt x="3862" y="6853"/>
                  </a:lnTo>
                  <a:lnTo>
                    <a:pt x="3210" y="6799"/>
                  </a:lnTo>
                  <a:lnTo>
                    <a:pt x="2557" y="6636"/>
                  </a:lnTo>
                  <a:lnTo>
                    <a:pt x="1959" y="6418"/>
                  </a:lnTo>
                  <a:lnTo>
                    <a:pt x="1578" y="6201"/>
                  </a:lnTo>
                  <a:lnTo>
                    <a:pt x="1306" y="5983"/>
                  </a:lnTo>
                  <a:lnTo>
                    <a:pt x="1089" y="5657"/>
                  </a:lnTo>
                  <a:lnTo>
                    <a:pt x="925" y="5330"/>
                  </a:lnTo>
                  <a:lnTo>
                    <a:pt x="762" y="5004"/>
                  </a:lnTo>
                  <a:lnTo>
                    <a:pt x="653" y="4623"/>
                  </a:lnTo>
                  <a:lnTo>
                    <a:pt x="599" y="3862"/>
                  </a:lnTo>
                  <a:lnTo>
                    <a:pt x="545" y="2992"/>
                  </a:lnTo>
                  <a:lnTo>
                    <a:pt x="599" y="2067"/>
                  </a:lnTo>
                  <a:lnTo>
                    <a:pt x="691" y="544"/>
                  </a:lnTo>
                  <a:close/>
                  <a:moveTo>
                    <a:pt x="436" y="0"/>
                  </a:moveTo>
                  <a:lnTo>
                    <a:pt x="327" y="55"/>
                  </a:lnTo>
                  <a:lnTo>
                    <a:pt x="218" y="109"/>
                  </a:lnTo>
                  <a:lnTo>
                    <a:pt x="164" y="164"/>
                  </a:lnTo>
                  <a:lnTo>
                    <a:pt x="164" y="272"/>
                  </a:lnTo>
                  <a:lnTo>
                    <a:pt x="55" y="1904"/>
                  </a:lnTo>
                  <a:lnTo>
                    <a:pt x="1" y="2720"/>
                  </a:lnTo>
                  <a:lnTo>
                    <a:pt x="1" y="3481"/>
                  </a:lnTo>
                  <a:lnTo>
                    <a:pt x="55" y="4188"/>
                  </a:lnTo>
                  <a:lnTo>
                    <a:pt x="164" y="4895"/>
                  </a:lnTo>
                  <a:lnTo>
                    <a:pt x="273" y="5222"/>
                  </a:lnTo>
                  <a:lnTo>
                    <a:pt x="382" y="5548"/>
                  </a:lnTo>
                  <a:lnTo>
                    <a:pt x="545" y="5820"/>
                  </a:lnTo>
                  <a:lnTo>
                    <a:pt x="762" y="6146"/>
                  </a:lnTo>
                  <a:lnTo>
                    <a:pt x="925" y="6364"/>
                  </a:lnTo>
                  <a:lnTo>
                    <a:pt x="1143" y="6527"/>
                  </a:lnTo>
                  <a:lnTo>
                    <a:pt x="1632" y="6853"/>
                  </a:lnTo>
                  <a:lnTo>
                    <a:pt x="2176" y="7071"/>
                  </a:lnTo>
                  <a:lnTo>
                    <a:pt x="2720" y="7234"/>
                  </a:lnTo>
                  <a:lnTo>
                    <a:pt x="3318" y="7343"/>
                  </a:lnTo>
                  <a:lnTo>
                    <a:pt x="3917" y="7397"/>
                  </a:lnTo>
                  <a:lnTo>
                    <a:pt x="4515" y="7397"/>
                  </a:lnTo>
                  <a:lnTo>
                    <a:pt x="5113" y="7288"/>
                  </a:lnTo>
                  <a:lnTo>
                    <a:pt x="5440" y="7234"/>
                  </a:lnTo>
                  <a:lnTo>
                    <a:pt x="5766" y="7125"/>
                  </a:lnTo>
                  <a:lnTo>
                    <a:pt x="6092" y="6962"/>
                  </a:lnTo>
                  <a:lnTo>
                    <a:pt x="6364" y="6799"/>
                  </a:lnTo>
                  <a:lnTo>
                    <a:pt x="6636" y="6581"/>
                  </a:lnTo>
                  <a:lnTo>
                    <a:pt x="6854" y="6364"/>
                  </a:lnTo>
                  <a:lnTo>
                    <a:pt x="7071" y="6092"/>
                  </a:lnTo>
                  <a:lnTo>
                    <a:pt x="7234" y="5765"/>
                  </a:lnTo>
                  <a:lnTo>
                    <a:pt x="7289" y="5657"/>
                  </a:lnTo>
                  <a:lnTo>
                    <a:pt x="7289" y="5646"/>
                  </a:lnTo>
                  <a:lnTo>
                    <a:pt x="7506" y="5167"/>
                  </a:lnTo>
                  <a:lnTo>
                    <a:pt x="7615" y="4515"/>
                  </a:lnTo>
                  <a:lnTo>
                    <a:pt x="7669" y="3862"/>
                  </a:lnTo>
                  <a:lnTo>
                    <a:pt x="7669" y="3209"/>
                  </a:lnTo>
                  <a:lnTo>
                    <a:pt x="7561" y="1850"/>
                  </a:lnTo>
                  <a:lnTo>
                    <a:pt x="7506" y="544"/>
                  </a:lnTo>
                  <a:lnTo>
                    <a:pt x="7452" y="436"/>
                  </a:lnTo>
                  <a:lnTo>
                    <a:pt x="7397" y="381"/>
                  </a:lnTo>
                  <a:lnTo>
                    <a:pt x="7343" y="327"/>
                  </a:lnTo>
                  <a:lnTo>
                    <a:pt x="7234" y="272"/>
                  </a:lnTo>
                  <a:lnTo>
                    <a:pt x="3808" y="109"/>
                  </a:lnTo>
                  <a:lnTo>
                    <a:pt x="2122" y="55"/>
                  </a:lnTo>
                  <a:lnTo>
                    <a:pt x="4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41;p64">
              <a:extLst>
                <a:ext uri="{FF2B5EF4-FFF2-40B4-BE49-F238E27FC236}">
                  <a16:creationId xmlns:a16="http://schemas.microsoft.com/office/drawing/2014/main" id="{731B3EAB-390E-674C-4D87-1EA1035B1B38}"/>
                </a:ext>
              </a:extLst>
            </p:cNvPr>
            <p:cNvSpPr/>
            <p:nvPr/>
          </p:nvSpPr>
          <p:spPr>
            <a:xfrm>
              <a:off x="3856983" y="3191877"/>
              <a:ext cx="432244" cy="405035"/>
            </a:xfrm>
            <a:custGeom>
              <a:avLst/>
              <a:gdLst/>
              <a:ahLst/>
              <a:cxnLst/>
              <a:rect l="l" t="t" r="r" b="b"/>
              <a:pathLst>
                <a:path w="22463" h="21049" extrusionOk="0">
                  <a:moveTo>
                    <a:pt x="7017" y="0"/>
                  </a:moveTo>
                  <a:lnTo>
                    <a:pt x="6255" y="55"/>
                  </a:lnTo>
                  <a:lnTo>
                    <a:pt x="5603" y="218"/>
                  </a:lnTo>
                  <a:lnTo>
                    <a:pt x="5004" y="490"/>
                  </a:lnTo>
                  <a:lnTo>
                    <a:pt x="4461" y="871"/>
                  </a:lnTo>
                  <a:lnTo>
                    <a:pt x="3971" y="1306"/>
                  </a:lnTo>
                  <a:lnTo>
                    <a:pt x="3536" y="1850"/>
                  </a:lnTo>
                  <a:lnTo>
                    <a:pt x="3210" y="2502"/>
                  </a:lnTo>
                  <a:lnTo>
                    <a:pt x="2938" y="3155"/>
                  </a:lnTo>
                  <a:lnTo>
                    <a:pt x="2775" y="3753"/>
                  </a:lnTo>
                  <a:lnTo>
                    <a:pt x="2666" y="4297"/>
                  </a:lnTo>
                  <a:lnTo>
                    <a:pt x="2611" y="4895"/>
                  </a:lnTo>
                  <a:lnTo>
                    <a:pt x="2611" y="5493"/>
                  </a:lnTo>
                  <a:lnTo>
                    <a:pt x="2611" y="6690"/>
                  </a:lnTo>
                  <a:lnTo>
                    <a:pt x="2666" y="7886"/>
                  </a:lnTo>
                  <a:lnTo>
                    <a:pt x="2122" y="7941"/>
                  </a:lnTo>
                  <a:lnTo>
                    <a:pt x="1632" y="8104"/>
                  </a:lnTo>
                  <a:lnTo>
                    <a:pt x="1143" y="8322"/>
                  </a:lnTo>
                  <a:lnTo>
                    <a:pt x="762" y="8648"/>
                  </a:lnTo>
                  <a:lnTo>
                    <a:pt x="436" y="9083"/>
                  </a:lnTo>
                  <a:lnTo>
                    <a:pt x="164" y="9518"/>
                  </a:lnTo>
                  <a:lnTo>
                    <a:pt x="1" y="10008"/>
                  </a:lnTo>
                  <a:lnTo>
                    <a:pt x="1" y="10551"/>
                  </a:lnTo>
                  <a:lnTo>
                    <a:pt x="110" y="11095"/>
                  </a:lnTo>
                  <a:lnTo>
                    <a:pt x="273" y="11530"/>
                  </a:lnTo>
                  <a:lnTo>
                    <a:pt x="599" y="11965"/>
                  </a:lnTo>
                  <a:lnTo>
                    <a:pt x="980" y="12346"/>
                  </a:lnTo>
                  <a:lnTo>
                    <a:pt x="1415" y="12618"/>
                  </a:lnTo>
                  <a:lnTo>
                    <a:pt x="1904" y="12836"/>
                  </a:lnTo>
                  <a:lnTo>
                    <a:pt x="2448" y="12890"/>
                  </a:lnTo>
                  <a:lnTo>
                    <a:pt x="2938" y="12890"/>
                  </a:lnTo>
                  <a:lnTo>
                    <a:pt x="2938" y="12944"/>
                  </a:lnTo>
                  <a:lnTo>
                    <a:pt x="2938" y="13053"/>
                  </a:lnTo>
                  <a:lnTo>
                    <a:pt x="2992" y="13488"/>
                  </a:lnTo>
                  <a:lnTo>
                    <a:pt x="3318" y="14848"/>
                  </a:lnTo>
                  <a:lnTo>
                    <a:pt x="3699" y="16208"/>
                  </a:lnTo>
                  <a:lnTo>
                    <a:pt x="3917" y="16969"/>
                  </a:lnTo>
                  <a:lnTo>
                    <a:pt x="4352" y="18002"/>
                  </a:lnTo>
                  <a:lnTo>
                    <a:pt x="4624" y="18492"/>
                  </a:lnTo>
                  <a:lnTo>
                    <a:pt x="4896" y="18927"/>
                  </a:lnTo>
                  <a:lnTo>
                    <a:pt x="5222" y="19362"/>
                  </a:lnTo>
                  <a:lnTo>
                    <a:pt x="5603" y="19743"/>
                  </a:lnTo>
                  <a:lnTo>
                    <a:pt x="5983" y="20124"/>
                  </a:lnTo>
                  <a:lnTo>
                    <a:pt x="6473" y="20395"/>
                  </a:lnTo>
                  <a:lnTo>
                    <a:pt x="6962" y="20667"/>
                  </a:lnTo>
                  <a:lnTo>
                    <a:pt x="7506" y="20831"/>
                  </a:lnTo>
                  <a:lnTo>
                    <a:pt x="8050" y="20939"/>
                  </a:lnTo>
                  <a:lnTo>
                    <a:pt x="8648" y="20994"/>
                  </a:lnTo>
                  <a:lnTo>
                    <a:pt x="9192" y="21048"/>
                  </a:lnTo>
                  <a:lnTo>
                    <a:pt x="9790" y="20994"/>
                  </a:lnTo>
                  <a:lnTo>
                    <a:pt x="10933" y="20939"/>
                  </a:lnTo>
                  <a:lnTo>
                    <a:pt x="12020" y="20885"/>
                  </a:lnTo>
                  <a:lnTo>
                    <a:pt x="13054" y="20722"/>
                  </a:lnTo>
                  <a:lnTo>
                    <a:pt x="14033" y="20559"/>
                  </a:lnTo>
                  <a:lnTo>
                    <a:pt x="15066" y="20287"/>
                  </a:lnTo>
                  <a:lnTo>
                    <a:pt x="15719" y="20015"/>
                  </a:lnTo>
                  <a:lnTo>
                    <a:pt x="16317" y="19688"/>
                  </a:lnTo>
                  <a:lnTo>
                    <a:pt x="16806" y="19362"/>
                  </a:lnTo>
                  <a:lnTo>
                    <a:pt x="17296" y="18927"/>
                  </a:lnTo>
                  <a:lnTo>
                    <a:pt x="17731" y="18492"/>
                  </a:lnTo>
                  <a:lnTo>
                    <a:pt x="18112" y="18002"/>
                  </a:lnTo>
                  <a:lnTo>
                    <a:pt x="18438" y="17459"/>
                  </a:lnTo>
                  <a:lnTo>
                    <a:pt x="18710" y="16860"/>
                  </a:lnTo>
                  <a:lnTo>
                    <a:pt x="18982" y="16316"/>
                  </a:lnTo>
                  <a:lnTo>
                    <a:pt x="19199" y="15664"/>
                  </a:lnTo>
                  <a:lnTo>
                    <a:pt x="19526" y="14413"/>
                  </a:lnTo>
                  <a:lnTo>
                    <a:pt x="19798" y="13108"/>
                  </a:lnTo>
                  <a:lnTo>
                    <a:pt x="20015" y="11802"/>
                  </a:lnTo>
                  <a:lnTo>
                    <a:pt x="20450" y="11911"/>
                  </a:lnTo>
                  <a:lnTo>
                    <a:pt x="20831" y="11911"/>
                  </a:lnTo>
                  <a:lnTo>
                    <a:pt x="21212" y="11802"/>
                  </a:lnTo>
                  <a:lnTo>
                    <a:pt x="21592" y="11639"/>
                  </a:lnTo>
                  <a:lnTo>
                    <a:pt x="21919" y="11367"/>
                  </a:lnTo>
                  <a:lnTo>
                    <a:pt x="22191" y="11041"/>
                  </a:lnTo>
                  <a:lnTo>
                    <a:pt x="22354" y="10660"/>
                  </a:lnTo>
                  <a:lnTo>
                    <a:pt x="22463" y="10279"/>
                  </a:lnTo>
                  <a:lnTo>
                    <a:pt x="22408" y="9844"/>
                  </a:lnTo>
                  <a:lnTo>
                    <a:pt x="22245" y="9464"/>
                  </a:lnTo>
                  <a:lnTo>
                    <a:pt x="22028" y="9029"/>
                  </a:lnTo>
                  <a:lnTo>
                    <a:pt x="21864" y="8865"/>
                  </a:lnTo>
                  <a:lnTo>
                    <a:pt x="21701" y="8757"/>
                  </a:lnTo>
                  <a:lnTo>
                    <a:pt x="21429" y="8702"/>
                  </a:lnTo>
                  <a:lnTo>
                    <a:pt x="20994" y="8593"/>
                  </a:lnTo>
                  <a:lnTo>
                    <a:pt x="20342" y="8593"/>
                  </a:lnTo>
                  <a:lnTo>
                    <a:pt x="20396" y="6962"/>
                  </a:lnTo>
                  <a:lnTo>
                    <a:pt x="20450" y="5276"/>
                  </a:lnTo>
                  <a:lnTo>
                    <a:pt x="20450" y="4406"/>
                  </a:lnTo>
                  <a:lnTo>
                    <a:pt x="20396" y="3535"/>
                  </a:lnTo>
                  <a:lnTo>
                    <a:pt x="20287" y="2720"/>
                  </a:lnTo>
                  <a:lnTo>
                    <a:pt x="20124" y="1958"/>
                  </a:lnTo>
                  <a:lnTo>
                    <a:pt x="20070" y="1686"/>
                  </a:lnTo>
                  <a:lnTo>
                    <a:pt x="19961" y="1414"/>
                  </a:lnTo>
                  <a:lnTo>
                    <a:pt x="19798" y="1197"/>
                  </a:lnTo>
                  <a:lnTo>
                    <a:pt x="19635" y="979"/>
                  </a:lnTo>
                  <a:lnTo>
                    <a:pt x="19254" y="707"/>
                  </a:lnTo>
                  <a:lnTo>
                    <a:pt x="18819" y="490"/>
                  </a:lnTo>
                  <a:lnTo>
                    <a:pt x="18275" y="327"/>
                  </a:lnTo>
                  <a:lnTo>
                    <a:pt x="17731" y="218"/>
                  </a:lnTo>
                  <a:lnTo>
                    <a:pt x="17187" y="218"/>
                  </a:lnTo>
                  <a:lnTo>
                    <a:pt x="16643" y="164"/>
                  </a:lnTo>
                  <a:lnTo>
                    <a:pt x="7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642;p64">
              <a:extLst>
                <a:ext uri="{FF2B5EF4-FFF2-40B4-BE49-F238E27FC236}">
                  <a16:creationId xmlns:a16="http://schemas.microsoft.com/office/drawing/2014/main" id="{06C39E7B-1383-3C16-6B20-11581364086C}"/>
                </a:ext>
              </a:extLst>
            </p:cNvPr>
            <p:cNvSpPr/>
            <p:nvPr/>
          </p:nvSpPr>
          <p:spPr>
            <a:xfrm>
              <a:off x="3851749" y="3186643"/>
              <a:ext cx="441673" cy="414445"/>
            </a:xfrm>
            <a:custGeom>
              <a:avLst/>
              <a:gdLst/>
              <a:ahLst/>
              <a:cxnLst/>
              <a:rect l="l" t="t" r="r" b="b"/>
              <a:pathLst>
                <a:path w="22953" h="21538" extrusionOk="0">
                  <a:moveTo>
                    <a:pt x="7234" y="544"/>
                  </a:moveTo>
                  <a:lnTo>
                    <a:pt x="8648" y="599"/>
                  </a:lnTo>
                  <a:lnTo>
                    <a:pt x="15664" y="707"/>
                  </a:lnTo>
                  <a:lnTo>
                    <a:pt x="17514" y="707"/>
                  </a:lnTo>
                  <a:lnTo>
                    <a:pt x="18166" y="762"/>
                  </a:lnTo>
                  <a:lnTo>
                    <a:pt x="18764" y="925"/>
                  </a:lnTo>
                  <a:lnTo>
                    <a:pt x="19036" y="1034"/>
                  </a:lnTo>
                  <a:lnTo>
                    <a:pt x="19308" y="1143"/>
                  </a:lnTo>
                  <a:lnTo>
                    <a:pt x="19580" y="1306"/>
                  </a:lnTo>
                  <a:lnTo>
                    <a:pt x="19743" y="1523"/>
                  </a:lnTo>
                  <a:lnTo>
                    <a:pt x="19961" y="1741"/>
                  </a:lnTo>
                  <a:lnTo>
                    <a:pt x="20070" y="2013"/>
                  </a:lnTo>
                  <a:lnTo>
                    <a:pt x="20178" y="2393"/>
                  </a:lnTo>
                  <a:lnTo>
                    <a:pt x="20287" y="2829"/>
                  </a:lnTo>
                  <a:lnTo>
                    <a:pt x="20396" y="3644"/>
                  </a:lnTo>
                  <a:lnTo>
                    <a:pt x="20450" y="4515"/>
                  </a:lnTo>
                  <a:lnTo>
                    <a:pt x="20450" y="5330"/>
                  </a:lnTo>
                  <a:lnTo>
                    <a:pt x="20396" y="7125"/>
                  </a:lnTo>
                  <a:lnTo>
                    <a:pt x="20342" y="8865"/>
                  </a:lnTo>
                  <a:lnTo>
                    <a:pt x="20396" y="9029"/>
                  </a:lnTo>
                  <a:lnTo>
                    <a:pt x="20505" y="9083"/>
                  </a:lnTo>
                  <a:lnTo>
                    <a:pt x="20668" y="9137"/>
                  </a:lnTo>
                  <a:lnTo>
                    <a:pt x="21049" y="9137"/>
                  </a:lnTo>
                  <a:lnTo>
                    <a:pt x="21647" y="9192"/>
                  </a:lnTo>
                  <a:lnTo>
                    <a:pt x="21810" y="9246"/>
                  </a:lnTo>
                  <a:lnTo>
                    <a:pt x="21919" y="9355"/>
                  </a:lnTo>
                  <a:lnTo>
                    <a:pt x="22136" y="9573"/>
                  </a:lnTo>
                  <a:lnTo>
                    <a:pt x="22300" y="9899"/>
                  </a:lnTo>
                  <a:lnTo>
                    <a:pt x="22408" y="10225"/>
                  </a:lnTo>
                  <a:lnTo>
                    <a:pt x="22463" y="10443"/>
                  </a:lnTo>
                  <a:lnTo>
                    <a:pt x="22408" y="10606"/>
                  </a:lnTo>
                  <a:lnTo>
                    <a:pt x="22354" y="10987"/>
                  </a:lnTo>
                  <a:lnTo>
                    <a:pt x="22136" y="11313"/>
                  </a:lnTo>
                  <a:lnTo>
                    <a:pt x="21864" y="11585"/>
                  </a:lnTo>
                  <a:lnTo>
                    <a:pt x="21538" y="11748"/>
                  </a:lnTo>
                  <a:lnTo>
                    <a:pt x="21157" y="11857"/>
                  </a:lnTo>
                  <a:lnTo>
                    <a:pt x="20777" y="11911"/>
                  </a:lnTo>
                  <a:lnTo>
                    <a:pt x="20396" y="11802"/>
                  </a:lnTo>
                  <a:lnTo>
                    <a:pt x="20287" y="11802"/>
                  </a:lnTo>
                  <a:lnTo>
                    <a:pt x="20178" y="11857"/>
                  </a:lnTo>
                  <a:lnTo>
                    <a:pt x="20070" y="11911"/>
                  </a:lnTo>
                  <a:lnTo>
                    <a:pt x="20070" y="12020"/>
                  </a:lnTo>
                  <a:lnTo>
                    <a:pt x="19852" y="13271"/>
                  </a:lnTo>
                  <a:lnTo>
                    <a:pt x="19580" y="14522"/>
                  </a:lnTo>
                  <a:lnTo>
                    <a:pt x="19200" y="15718"/>
                  </a:lnTo>
                  <a:lnTo>
                    <a:pt x="19036" y="16316"/>
                  </a:lnTo>
                  <a:lnTo>
                    <a:pt x="18764" y="16915"/>
                  </a:lnTo>
                  <a:lnTo>
                    <a:pt x="18492" y="17459"/>
                  </a:lnTo>
                  <a:lnTo>
                    <a:pt x="18166" y="18002"/>
                  </a:lnTo>
                  <a:lnTo>
                    <a:pt x="17840" y="18492"/>
                  </a:lnTo>
                  <a:lnTo>
                    <a:pt x="17405" y="18981"/>
                  </a:lnTo>
                  <a:lnTo>
                    <a:pt x="16970" y="19362"/>
                  </a:lnTo>
                  <a:lnTo>
                    <a:pt x="16426" y="19743"/>
                  </a:lnTo>
                  <a:lnTo>
                    <a:pt x="15882" y="20069"/>
                  </a:lnTo>
                  <a:lnTo>
                    <a:pt x="15229" y="20287"/>
                  </a:lnTo>
                  <a:lnTo>
                    <a:pt x="14250" y="20559"/>
                  </a:lnTo>
                  <a:lnTo>
                    <a:pt x="13271" y="20776"/>
                  </a:lnTo>
                  <a:lnTo>
                    <a:pt x="12238" y="20885"/>
                  </a:lnTo>
                  <a:lnTo>
                    <a:pt x="11205" y="20939"/>
                  </a:lnTo>
                  <a:lnTo>
                    <a:pt x="10334" y="20994"/>
                  </a:lnTo>
                  <a:lnTo>
                    <a:pt x="9410" y="21048"/>
                  </a:lnTo>
                  <a:lnTo>
                    <a:pt x="8540" y="20939"/>
                  </a:lnTo>
                  <a:lnTo>
                    <a:pt x="8105" y="20885"/>
                  </a:lnTo>
                  <a:lnTo>
                    <a:pt x="7669" y="20776"/>
                  </a:lnTo>
                  <a:lnTo>
                    <a:pt x="7234" y="20613"/>
                  </a:lnTo>
                  <a:lnTo>
                    <a:pt x="6854" y="20450"/>
                  </a:lnTo>
                  <a:lnTo>
                    <a:pt x="6527" y="20232"/>
                  </a:lnTo>
                  <a:lnTo>
                    <a:pt x="6201" y="19960"/>
                  </a:lnTo>
                  <a:lnTo>
                    <a:pt x="5875" y="19634"/>
                  </a:lnTo>
                  <a:lnTo>
                    <a:pt x="5603" y="19362"/>
                  </a:lnTo>
                  <a:lnTo>
                    <a:pt x="5331" y="18981"/>
                  </a:lnTo>
                  <a:lnTo>
                    <a:pt x="5113" y="18655"/>
                  </a:lnTo>
                  <a:lnTo>
                    <a:pt x="4678" y="17731"/>
                  </a:lnTo>
                  <a:lnTo>
                    <a:pt x="4352" y="16806"/>
                  </a:lnTo>
                  <a:lnTo>
                    <a:pt x="4026" y="15827"/>
                  </a:lnTo>
                  <a:lnTo>
                    <a:pt x="3808" y="14848"/>
                  </a:lnTo>
                  <a:lnTo>
                    <a:pt x="3536" y="13815"/>
                  </a:lnTo>
                  <a:lnTo>
                    <a:pt x="3482" y="13434"/>
                  </a:lnTo>
                  <a:lnTo>
                    <a:pt x="3441" y="13312"/>
                  </a:lnTo>
                  <a:lnTo>
                    <a:pt x="3482" y="13271"/>
                  </a:lnTo>
                  <a:lnTo>
                    <a:pt x="3482" y="13162"/>
                  </a:lnTo>
                  <a:lnTo>
                    <a:pt x="3482" y="13053"/>
                  </a:lnTo>
                  <a:lnTo>
                    <a:pt x="3427" y="12999"/>
                  </a:lnTo>
                  <a:lnTo>
                    <a:pt x="3373" y="12944"/>
                  </a:lnTo>
                  <a:lnTo>
                    <a:pt x="3264" y="12890"/>
                  </a:lnTo>
                  <a:lnTo>
                    <a:pt x="2720" y="12890"/>
                  </a:lnTo>
                  <a:lnTo>
                    <a:pt x="2231" y="12836"/>
                  </a:lnTo>
                  <a:lnTo>
                    <a:pt x="1796" y="12673"/>
                  </a:lnTo>
                  <a:lnTo>
                    <a:pt x="1415" y="12401"/>
                  </a:lnTo>
                  <a:lnTo>
                    <a:pt x="1089" y="12074"/>
                  </a:lnTo>
                  <a:lnTo>
                    <a:pt x="817" y="11694"/>
                  </a:lnTo>
                  <a:lnTo>
                    <a:pt x="599" y="11313"/>
                  </a:lnTo>
                  <a:lnTo>
                    <a:pt x="545" y="10823"/>
                  </a:lnTo>
                  <a:lnTo>
                    <a:pt x="545" y="10334"/>
                  </a:lnTo>
                  <a:lnTo>
                    <a:pt x="708" y="9899"/>
                  </a:lnTo>
                  <a:lnTo>
                    <a:pt x="925" y="9464"/>
                  </a:lnTo>
                  <a:lnTo>
                    <a:pt x="1197" y="9137"/>
                  </a:lnTo>
                  <a:lnTo>
                    <a:pt x="1578" y="8811"/>
                  </a:lnTo>
                  <a:lnTo>
                    <a:pt x="2013" y="8594"/>
                  </a:lnTo>
                  <a:lnTo>
                    <a:pt x="2448" y="8485"/>
                  </a:lnTo>
                  <a:lnTo>
                    <a:pt x="2938" y="8430"/>
                  </a:lnTo>
                  <a:lnTo>
                    <a:pt x="3047" y="8430"/>
                  </a:lnTo>
                  <a:lnTo>
                    <a:pt x="3101" y="8376"/>
                  </a:lnTo>
                  <a:lnTo>
                    <a:pt x="3155" y="8267"/>
                  </a:lnTo>
                  <a:lnTo>
                    <a:pt x="3210" y="8158"/>
                  </a:lnTo>
                  <a:lnTo>
                    <a:pt x="3101" y="6636"/>
                  </a:lnTo>
                  <a:lnTo>
                    <a:pt x="3101" y="5874"/>
                  </a:lnTo>
                  <a:lnTo>
                    <a:pt x="3155" y="5113"/>
                  </a:lnTo>
                  <a:lnTo>
                    <a:pt x="3264" y="4351"/>
                  </a:lnTo>
                  <a:lnTo>
                    <a:pt x="3427" y="3644"/>
                  </a:lnTo>
                  <a:lnTo>
                    <a:pt x="3699" y="2937"/>
                  </a:lnTo>
                  <a:lnTo>
                    <a:pt x="4080" y="2230"/>
                  </a:lnTo>
                  <a:lnTo>
                    <a:pt x="4406" y="1795"/>
                  </a:lnTo>
                  <a:lnTo>
                    <a:pt x="4841" y="1360"/>
                  </a:lnTo>
                  <a:lnTo>
                    <a:pt x="5331" y="1034"/>
                  </a:lnTo>
                  <a:lnTo>
                    <a:pt x="5875" y="762"/>
                  </a:lnTo>
                  <a:lnTo>
                    <a:pt x="6201" y="653"/>
                  </a:lnTo>
                  <a:lnTo>
                    <a:pt x="6527" y="599"/>
                  </a:lnTo>
                  <a:lnTo>
                    <a:pt x="7234" y="544"/>
                  </a:lnTo>
                  <a:close/>
                  <a:moveTo>
                    <a:pt x="6854" y="0"/>
                  </a:moveTo>
                  <a:lnTo>
                    <a:pt x="6419" y="55"/>
                  </a:lnTo>
                  <a:lnTo>
                    <a:pt x="6038" y="164"/>
                  </a:lnTo>
                  <a:lnTo>
                    <a:pt x="5494" y="381"/>
                  </a:lnTo>
                  <a:lnTo>
                    <a:pt x="4950" y="653"/>
                  </a:lnTo>
                  <a:lnTo>
                    <a:pt x="4461" y="979"/>
                  </a:lnTo>
                  <a:lnTo>
                    <a:pt x="4026" y="1414"/>
                  </a:lnTo>
                  <a:lnTo>
                    <a:pt x="3754" y="1741"/>
                  </a:lnTo>
                  <a:lnTo>
                    <a:pt x="3536" y="2122"/>
                  </a:lnTo>
                  <a:lnTo>
                    <a:pt x="3318" y="2502"/>
                  </a:lnTo>
                  <a:lnTo>
                    <a:pt x="3101" y="2937"/>
                  </a:lnTo>
                  <a:lnTo>
                    <a:pt x="2883" y="3753"/>
                  </a:lnTo>
                  <a:lnTo>
                    <a:pt x="2666" y="4623"/>
                  </a:lnTo>
                  <a:lnTo>
                    <a:pt x="2611" y="5493"/>
                  </a:lnTo>
                  <a:lnTo>
                    <a:pt x="2611" y="6418"/>
                  </a:lnTo>
                  <a:lnTo>
                    <a:pt x="2659" y="7933"/>
                  </a:lnTo>
                  <a:lnTo>
                    <a:pt x="2659" y="7933"/>
                  </a:lnTo>
                  <a:lnTo>
                    <a:pt x="2611" y="7941"/>
                  </a:lnTo>
                  <a:lnTo>
                    <a:pt x="2340" y="7941"/>
                  </a:lnTo>
                  <a:lnTo>
                    <a:pt x="1796" y="8104"/>
                  </a:lnTo>
                  <a:lnTo>
                    <a:pt x="1252" y="8430"/>
                  </a:lnTo>
                  <a:lnTo>
                    <a:pt x="817" y="8811"/>
                  </a:lnTo>
                  <a:lnTo>
                    <a:pt x="436" y="9246"/>
                  </a:lnTo>
                  <a:lnTo>
                    <a:pt x="164" y="9736"/>
                  </a:lnTo>
                  <a:lnTo>
                    <a:pt x="55" y="10062"/>
                  </a:lnTo>
                  <a:lnTo>
                    <a:pt x="1" y="10334"/>
                  </a:lnTo>
                  <a:lnTo>
                    <a:pt x="1" y="10606"/>
                  </a:lnTo>
                  <a:lnTo>
                    <a:pt x="1" y="10932"/>
                  </a:lnTo>
                  <a:lnTo>
                    <a:pt x="55" y="11204"/>
                  </a:lnTo>
                  <a:lnTo>
                    <a:pt x="110" y="11476"/>
                  </a:lnTo>
                  <a:lnTo>
                    <a:pt x="382" y="12020"/>
                  </a:lnTo>
                  <a:lnTo>
                    <a:pt x="708" y="12455"/>
                  </a:lnTo>
                  <a:lnTo>
                    <a:pt x="1143" y="12836"/>
                  </a:lnTo>
                  <a:lnTo>
                    <a:pt x="1632" y="13162"/>
                  </a:lnTo>
                  <a:lnTo>
                    <a:pt x="2176" y="13325"/>
                  </a:lnTo>
                  <a:lnTo>
                    <a:pt x="2720" y="13434"/>
                  </a:lnTo>
                  <a:lnTo>
                    <a:pt x="2914" y="13416"/>
                  </a:lnTo>
                  <a:lnTo>
                    <a:pt x="2914" y="13416"/>
                  </a:lnTo>
                  <a:lnTo>
                    <a:pt x="2938" y="13488"/>
                  </a:lnTo>
                  <a:lnTo>
                    <a:pt x="2992" y="13923"/>
                  </a:lnTo>
                  <a:lnTo>
                    <a:pt x="3101" y="14250"/>
                  </a:lnTo>
                  <a:lnTo>
                    <a:pt x="3373" y="15392"/>
                  </a:lnTo>
                  <a:lnTo>
                    <a:pt x="3699" y="16480"/>
                  </a:lnTo>
                  <a:lnTo>
                    <a:pt x="3917" y="17187"/>
                  </a:lnTo>
                  <a:lnTo>
                    <a:pt x="4189" y="17839"/>
                  </a:lnTo>
                  <a:lnTo>
                    <a:pt x="4461" y="18492"/>
                  </a:lnTo>
                  <a:lnTo>
                    <a:pt x="4787" y="19090"/>
                  </a:lnTo>
                  <a:lnTo>
                    <a:pt x="5168" y="19688"/>
                  </a:lnTo>
                  <a:lnTo>
                    <a:pt x="5657" y="20178"/>
                  </a:lnTo>
                  <a:lnTo>
                    <a:pt x="6201" y="20667"/>
                  </a:lnTo>
                  <a:lnTo>
                    <a:pt x="6799" y="20994"/>
                  </a:lnTo>
                  <a:lnTo>
                    <a:pt x="7343" y="21211"/>
                  </a:lnTo>
                  <a:lnTo>
                    <a:pt x="7887" y="21374"/>
                  </a:lnTo>
                  <a:lnTo>
                    <a:pt x="8431" y="21483"/>
                  </a:lnTo>
                  <a:lnTo>
                    <a:pt x="8975" y="21538"/>
                  </a:lnTo>
                  <a:lnTo>
                    <a:pt x="10117" y="21538"/>
                  </a:lnTo>
                  <a:lnTo>
                    <a:pt x="11205" y="21483"/>
                  </a:lnTo>
                  <a:lnTo>
                    <a:pt x="11313" y="21483"/>
                  </a:lnTo>
                  <a:lnTo>
                    <a:pt x="11325" y="21471"/>
                  </a:lnTo>
                  <a:lnTo>
                    <a:pt x="11325" y="21471"/>
                  </a:lnTo>
                  <a:lnTo>
                    <a:pt x="12836" y="21320"/>
                  </a:lnTo>
                  <a:lnTo>
                    <a:pt x="13652" y="21211"/>
                  </a:lnTo>
                  <a:lnTo>
                    <a:pt x="14468" y="21048"/>
                  </a:lnTo>
                  <a:lnTo>
                    <a:pt x="15284" y="20831"/>
                  </a:lnTo>
                  <a:lnTo>
                    <a:pt x="16045" y="20559"/>
                  </a:lnTo>
                  <a:lnTo>
                    <a:pt x="16752" y="20178"/>
                  </a:lnTo>
                  <a:lnTo>
                    <a:pt x="17459" y="19688"/>
                  </a:lnTo>
                  <a:lnTo>
                    <a:pt x="17894" y="19253"/>
                  </a:lnTo>
                  <a:lnTo>
                    <a:pt x="18329" y="18764"/>
                  </a:lnTo>
                  <a:lnTo>
                    <a:pt x="18710" y="18220"/>
                  </a:lnTo>
                  <a:lnTo>
                    <a:pt x="19036" y="17676"/>
                  </a:lnTo>
                  <a:lnTo>
                    <a:pt x="19308" y="17078"/>
                  </a:lnTo>
                  <a:lnTo>
                    <a:pt x="19580" y="16480"/>
                  </a:lnTo>
                  <a:lnTo>
                    <a:pt x="19961" y="15229"/>
                  </a:lnTo>
                  <a:lnTo>
                    <a:pt x="20287" y="13706"/>
                  </a:lnTo>
                  <a:lnTo>
                    <a:pt x="20520" y="12404"/>
                  </a:lnTo>
                  <a:lnTo>
                    <a:pt x="20520" y="12404"/>
                  </a:lnTo>
                  <a:lnTo>
                    <a:pt x="20777" y="12455"/>
                  </a:lnTo>
                  <a:lnTo>
                    <a:pt x="20994" y="12455"/>
                  </a:lnTo>
                  <a:lnTo>
                    <a:pt x="21266" y="12401"/>
                  </a:lnTo>
                  <a:lnTo>
                    <a:pt x="21756" y="12237"/>
                  </a:lnTo>
                  <a:lnTo>
                    <a:pt x="22191" y="11966"/>
                  </a:lnTo>
                  <a:lnTo>
                    <a:pt x="22572" y="11585"/>
                  </a:lnTo>
                  <a:lnTo>
                    <a:pt x="22735" y="11367"/>
                  </a:lnTo>
                  <a:lnTo>
                    <a:pt x="22843" y="11150"/>
                  </a:lnTo>
                  <a:lnTo>
                    <a:pt x="22898" y="10878"/>
                  </a:lnTo>
                  <a:lnTo>
                    <a:pt x="22952" y="10660"/>
                  </a:lnTo>
                  <a:lnTo>
                    <a:pt x="22952" y="10388"/>
                  </a:lnTo>
                  <a:lnTo>
                    <a:pt x="22952" y="10116"/>
                  </a:lnTo>
                  <a:lnTo>
                    <a:pt x="22789" y="9681"/>
                  </a:lnTo>
                  <a:lnTo>
                    <a:pt x="22572" y="9246"/>
                  </a:lnTo>
                  <a:lnTo>
                    <a:pt x="22408" y="9083"/>
                  </a:lnTo>
                  <a:lnTo>
                    <a:pt x="22245" y="8920"/>
                  </a:lnTo>
                  <a:lnTo>
                    <a:pt x="22082" y="8757"/>
                  </a:lnTo>
                  <a:lnTo>
                    <a:pt x="21810" y="8702"/>
                  </a:lnTo>
                  <a:lnTo>
                    <a:pt x="21429" y="8648"/>
                  </a:lnTo>
                  <a:lnTo>
                    <a:pt x="20994" y="8594"/>
                  </a:lnTo>
                  <a:lnTo>
                    <a:pt x="20895" y="8594"/>
                  </a:lnTo>
                  <a:lnTo>
                    <a:pt x="20940" y="7234"/>
                  </a:lnTo>
                  <a:lnTo>
                    <a:pt x="20994" y="5548"/>
                  </a:lnTo>
                  <a:lnTo>
                    <a:pt x="20994" y="4732"/>
                  </a:lnTo>
                  <a:lnTo>
                    <a:pt x="20940" y="3862"/>
                  </a:lnTo>
                  <a:lnTo>
                    <a:pt x="20831" y="3046"/>
                  </a:lnTo>
                  <a:lnTo>
                    <a:pt x="20722" y="2230"/>
                  </a:lnTo>
                  <a:lnTo>
                    <a:pt x="20614" y="1958"/>
                  </a:lnTo>
                  <a:lnTo>
                    <a:pt x="20505" y="1632"/>
                  </a:lnTo>
                  <a:lnTo>
                    <a:pt x="20342" y="1414"/>
                  </a:lnTo>
                  <a:lnTo>
                    <a:pt x="20178" y="1197"/>
                  </a:lnTo>
                  <a:lnTo>
                    <a:pt x="19961" y="979"/>
                  </a:lnTo>
                  <a:lnTo>
                    <a:pt x="19743" y="816"/>
                  </a:lnTo>
                  <a:lnTo>
                    <a:pt x="19254" y="544"/>
                  </a:lnTo>
                  <a:lnTo>
                    <a:pt x="18710" y="381"/>
                  </a:lnTo>
                  <a:lnTo>
                    <a:pt x="18112" y="272"/>
                  </a:lnTo>
                  <a:lnTo>
                    <a:pt x="17514" y="218"/>
                  </a:lnTo>
                  <a:lnTo>
                    <a:pt x="16915" y="164"/>
                  </a:lnTo>
                  <a:lnTo>
                    <a:pt x="9247" y="55"/>
                  </a:lnTo>
                  <a:lnTo>
                    <a:pt x="76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643;p64">
              <a:extLst>
                <a:ext uri="{FF2B5EF4-FFF2-40B4-BE49-F238E27FC236}">
                  <a16:creationId xmlns:a16="http://schemas.microsoft.com/office/drawing/2014/main" id="{CE599ED1-A4E5-FC5E-4300-7E2E12278372}"/>
                </a:ext>
              </a:extLst>
            </p:cNvPr>
            <p:cNvSpPr/>
            <p:nvPr/>
          </p:nvSpPr>
          <p:spPr>
            <a:xfrm>
              <a:off x="3874782" y="3091412"/>
              <a:ext cx="391431" cy="289908"/>
            </a:xfrm>
            <a:custGeom>
              <a:avLst/>
              <a:gdLst/>
              <a:ahLst/>
              <a:cxnLst/>
              <a:rect l="l" t="t" r="r" b="b"/>
              <a:pathLst>
                <a:path w="20342" h="15066" extrusionOk="0">
                  <a:moveTo>
                    <a:pt x="7288" y="0"/>
                  </a:moveTo>
                  <a:lnTo>
                    <a:pt x="6799" y="55"/>
                  </a:lnTo>
                  <a:lnTo>
                    <a:pt x="6309" y="109"/>
                  </a:lnTo>
                  <a:lnTo>
                    <a:pt x="5820" y="218"/>
                  </a:lnTo>
                  <a:lnTo>
                    <a:pt x="5385" y="381"/>
                  </a:lnTo>
                  <a:lnTo>
                    <a:pt x="4950" y="598"/>
                  </a:lnTo>
                  <a:lnTo>
                    <a:pt x="4406" y="870"/>
                  </a:lnTo>
                  <a:lnTo>
                    <a:pt x="3971" y="1251"/>
                  </a:lnTo>
                  <a:lnTo>
                    <a:pt x="3590" y="1686"/>
                  </a:lnTo>
                  <a:lnTo>
                    <a:pt x="3209" y="2176"/>
                  </a:lnTo>
                  <a:lnTo>
                    <a:pt x="2937" y="2665"/>
                  </a:lnTo>
                  <a:lnTo>
                    <a:pt x="2720" y="3209"/>
                  </a:lnTo>
                  <a:lnTo>
                    <a:pt x="2557" y="3807"/>
                  </a:lnTo>
                  <a:lnTo>
                    <a:pt x="2393" y="4351"/>
                  </a:lnTo>
                  <a:lnTo>
                    <a:pt x="2067" y="4460"/>
                  </a:lnTo>
                  <a:lnTo>
                    <a:pt x="1741" y="4569"/>
                  </a:lnTo>
                  <a:lnTo>
                    <a:pt x="1414" y="4786"/>
                  </a:lnTo>
                  <a:lnTo>
                    <a:pt x="1143" y="5004"/>
                  </a:lnTo>
                  <a:lnTo>
                    <a:pt x="871" y="5276"/>
                  </a:lnTo>
                  <a:lnTo>
                    <a:pt x="653" y="5602"/>
                  </a:lnTo>
                  <a:lnTo>
                    <a:pt x="490" y="5874"/>
                  </a:lnTo>
                  <a:lnTo>
                    <a:pt x="327" y="6255"/>
                  </a:lnTo>
                  <a:lnTo>
                    <a:pt x="164" y="6962"/>
                  </a:lnTo>
                  <a:lnTo>
                    <a:pt x="55" y="7669"/>
                  </a:lnTo>
                  <a:lnTo>
                    <a:pt x="0" y="8376"/>
                  </a:lnTo>
                  <a:lnTo>
                    <a:pt x="0" y="9137"/>
                  </a:lnTo>
                  <a:lnTo>
                    <a:pt x="55" y="10497"/>
                  </a:lnTo>
                  <a:lnTo>
                    <a:pt x="109" y="11476"/>
                  </a:lnTo>
                  <a:lnTo>
                    <a:pt x="218" y="12564"/>
                  </a:lnTo>
                  <a:lnTo>
                    <a:pt x="435" y="13543"/>
                  </a:lnTo>
                  <a:lnTo>
                    <a:pt x="599" y="13978"/>
                  </a:lnTo>
                  <a:lnTo>
                    <a:pt x="762" y="14358"/>
                  </a:lnTo>
                  <a:lnTo>
                    <a:pt x="979" y="14630"/>
                  </a:lnTo>
                  <a:lnTo>
                    <a:pt x="1251" y="14848"/>
                  </a:lnTo>
                  <a:lnTo>
                    <a:pt x="1523" y="14957"/>
                  </a:lnTo>
                  <a:lnTo>
                    <a:pt x="1850" y="14957"/>
                  </a:lnTo>
                  <a:lnTo>
                    <a:pt x="2013" y="14848"/>
                  </a:lnTo>
                  <a:lnTo>
                    <a:pt x="2121" y="14793"/>
                  </a:lnTo>
                  <a:lnTo>
                    <a:pt x="2339" y="14522"/>
                  </a:lnTo>
                  <a:lnTo>
                    <a:pt x="2502" y="14141"/>
                  </a:lnTo>
                  <a:lnTo>
                    <a:pt x="2557" y="13814"/>
                  </a:lnTo>
                  <a:lnTo>
                    <a:pt x="2665" y="12999"/>
                  </a:lnTo>
                  <a:lnTo>
                    <a:pt x="2720" y="12183"/>
                  </a:lnTo>
                  <a:lnTo>
                    <a:pt x="2720" y="11367"/>
                  </a:lnTo>
                  <a:lnTo>
                    <a:pt x="2720" y="10551"/>
                  </a:lnTo>
                  <a:lnTo>
                    <a:pt x="2774" y="10007"/>
                  </a:lnTo>
                  <a:lnTo>
                    <a:pt x="2883" y="9464"/>
                  </a:lnTo>
                  <a:lnTo>
                    <a:pt x="3155" y="8321"/>
                  </a:lnTo>
                  <a:lnTo>
                    <a:pt x="3481" y="7234"/>
                  </a:lnTo>
                  <a:lnTo>
                    <a:pt x="3753" y="6146"/>
                  </a:lnTo>
                  <a:lnTo>
                    <a:pt x="5439" y="6799"/>
                  </a:lnTo>
                  <a:lnTo>
                    <a:pt x="7179" y="7342"/>
                  </a:lnTo>
                  <a:lnTo>
                    <a:pt x="8920" y="7832"/>
                  </a:lnTo>
                  <a:lnTo>
                    <a:pt x="10715" y="8213"/>
                  </a:lnTo>
                  <a:lnTo>
                    <a:pt x="12455" y="8485"/>
                  </a:lnTo>
                  <a:lnTo>
                    <a:pt x="14304" y="8702"/>
                  </a:lnTo>
                  <a:lnTo>
                    <a:pt x="16099" y="8811"/>
                  </a:lnTo>
                  <a:lnTo>
                    <a:pt x="17894" y="8811"/>
                  </a:lnTo>
                  <a:lnTo>
                    <a:pt x="17839" y="9790"/>
                  </a:lnTo>
                  <a:lnTo>
                    <a:pt x="17839" y="10823"/>
                  </a:lnTo>
                  <a:lnTo>
                    <a:pt x="17948" y="11857"/>
                  </a:lnTo>
                  <a:lnTo>
                    <a:pt x="18057" y="12346"/>
                  </a:lnTo>
                  <a:lnTo>
                    <a:pt x="18166" y="12836"/>
                  </a:lnTo>
                  <a:lnTo>
                    <a:pt x="18329" y="13379"/>
                  </a:lnTo>
                  <a:lnTo>
                    <a:pt x="18546" y="14086"/>
                  </a:lnTo>
                  <a:lnTo>
                    <a:pt x="18873" y="14793"/>
                  </a:lnTo>
                  <a:lnTo>
                    <a:pt x="18981" y="15011"/>
                  </a:lnTo>
                  <a:lnTo>
                    <a:pt x="19145" y="15065"/>
                  </a:lnTo>
                  <a:lnTo>
                    <a:pt x="19362" y="15065"/>
                  </a:lnTo>
                  <a:lnTo>
                    <a:pt x="19525" y="14902"/>
                  </a:lnTo>
                  <a:lnTo>
                    <a:pt x="19634" y="14685"/>
                  </a:lnTo>
                  <a:lnTo>
                    <a:pt x="19689" y="14467"/>
                  </a:lnTo>
                  <a:lnTo>
                    <a:pt x="20015" y="12836"/>
                  </a:lnTo>
                  <a:lnTo>
                    <a:pt x="20232" y="11258"/>
                  </a:lnTo>
                  <a:lnTo>
                    <a:pt x="20341" y="10497"/>
                  </a:lnTo>
                  <a:lnTo>
                    <a:pt x="20341" y="9681"/>
                  </a:lnTo>
                  <a:lnTo>
                    <a:pt x="20341" y="8920"/>
                  </a:lnTo>
                  <a:lnTo>
                    <a:pt x="20287" y="8158"/>
                  </a:lnTo>
                  <a:lnTo>
                    <a:pt x="20178" y="7397"/>
                  </a:lnTo>
                  <a:lnTo>
                    <a:pt x="20015" y="6635"/>
                  </a:lnTo>
                  <a:lnTo>
                    <a:pt x="19797" y="5928"/>
                  </a:lnTo>
                  <a:lnTo>
                    <a:pt x="19471" y="5221"/>
                  </a:lnTo>
                  <a:lnTo>
                    <a:pt x="19145" y="4569"/>
                  </a:lnTo>
                  <a:lnTo>
                    <a:pt x="18710" y="3970"/>
                  </a:lnTo>
                  <a:lnTo>
                    <a:pt x="18220" y="3372"/>
                  </a:lnTo>
                  <a:lnTo>
                    <a:pt x="17622" y="2883"/>
                  </a:lnTo>
                  <a:lnTo>
                    <a:pt x="16969" y="2393"/>
                  </a:lnTo>
                  <a:lnTo>
                    <a:pt x="16208" y="1958"/>
                  </a:lnTo>
                  <a:lnTo>
                    <a:pt x="15338" y="1577"/>
                  </a:lnTo>
                  <a:lnTo>
                    <a:pt x="14467" y="1360"/>
                  </a:lnTo>
                  <a:lnTo>
                    <a:pt x="13543" y="1197"/>
                  </a:lnTo>
                  <a:lnTo>
                    <a:pt x="12618" y="1034"/>
                  </a:lnTo>
                  <a:lnTo>
                    <a:pt x="12129" y="979"/>
                  </a:lnTo>
                  <a:lnTo>
                    <a:pt x="11639" y="870"/>
                  </a:lnTo>
                  <a:lnTo>
                    <a:pt x="10715" y="598"/>
                  </a:lnTo>
                  <a:lnTo>
                    <a:pt x="9736" y="327"/>
                  </a:lnTo>
                  <a:lnTo>
                    <a:pt x="8757" y="109"/>
                  </a:lnTo>
                  <a:lnTo>
                    <a:pt x="77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644;p64">
              <a:extLst>
                <a:ext uri="{FF2B5EF4-FFF2-40B4-BE49-F238E27FC236}">
                  <a16:creationId xmlns:a16="http://schemas.microsoft.com/office/drawing/2014/main" id="{4D3688C9-CEC7-98B7-7280-2C1E1D391D75}"/>
                </a:ext>
              </a:extLst>
            </p:cNvPr>
            <p:cNvSpPr/>
            <p:nvPr/>
          </p:nvSpPr>
          <p:spPr>
            <a:xfrm>
              <a:off x="3869548" y="3086178"/>
              <a:ext cx="401899" cy="300375"/>
            </a:xfrm>
            <a:custGeom>
              <a:avLst/>
              <a:gdLst/>
              <a:ahLst/>
              <a:cxnLst/>
              <a:rect l="l" t="t" r="r" b="b"/>
              <a:pathLst>
                <a:path w="20886" h="15610" extrusionOk="0">
                  <a:moveTo>
                    <a:pt x="7887" y="544"/>
                  </a:moveTo>
                  <a:lnTo>
                    <a:pt x="8702" y="599"/>
                  </a:lnTo>
                  <a:lnTo>
                    <a:pt x="9518" y="707"/>
                  </a:lnTo>
                  <a:lnTo>
                    <a:pt x="10280" y="925"/>
                  </a:lnTo>
                  <a:lnTo>
                    <a:pt x="11095" y="1197"/>
                  </a:lnTo>
                  <a:lnTo>
                    <a:pt x="11911" y="1414"/>
                  </a:lnTo>
                  <a:lnTo>
                    <a:pt x="12673" y="1577"/>
                  </a:lnTo>
                  <a:lnTo>
                    <a:pt x="14250" y="1795"/>
                  </a:lnTo>
                  <a:lnTo>
                    <a:pt x="15011" y="1958"/>
                  </a:lnTo>
                  <a:lnTo>
                    <a:pt x="15773" y="2230"/>
                  </a:lnTo>
                  <a:lnTo>
                    <a:pt x="16371" y="2502"/>
                  </a:lnTo>
                  <a:lnTo>
                    <a:pt x="16969" y="2828"/>
                  </a:lnTo>
                  <a:lnTo>
                    <a:pt x="17513" y="3209"/>
                  </a:lnTo>
                  <a:lnTo>
                    <a:pt x="18057" y="3644"/>
                  </a:lnTo>
                  <a:lnTo>
                    <a:pt x="18492" y="4025"/>
                  </a:lnTo>
                  <a:lnTo>
                    <a:pt x="18818" y="4460"/>
                  </a:lnTo>
                  <a:lnTo>
                    <a:pt x="19145" y="4949"/>
                  </a:lnTo>
                  <a:lnTo>
                    <a:pt x="19417" y="5439"/>
                  </a:lnTo>
                  <a:lnTo>
                    <a:pt x="19689" y="5983"/>
                  </a:lnTo>
                  <a:lnTo>
                    <a:pt x="19906" y="6527"/>
                  </a:lnTo>
                  <a:lnTo>
                    <a:pt x="20069" y="7071"/>
                  </a:lnTo>
                  <a:lnTo>
                    <a:pt x="20178" y="7669"/>
                  </a:lnTo>
                  <a:lnTo>
                    <a:pt x="20287" y="8321"/>
                  </a:lnTo>
                  <a:lnTo>
                    <a:pt x="20341" y="8974"/>
                  </a:lnTo>
                  <a:lnTo>
                    <a:pt x="20341" y="9681"/>
                  </a:lnTo>
                  <a:lnTo>
                    <a:pt x="20341" y="10334"/>
                  </a:lnTo>
                  <a:lnTo>
                    <a:pt x="20232" y="11693"/>
                  </a:lnTo>
                  <a:lnTo>
                    <a:pt x="20015" y="13053"/>
                  </a:lnTo>
                  <a:lnTo>
                    <a:pt x="19743" y="14467"/>
                  </a:lnTo>
                  <a:lnTo>
                    <a:pt x="19689" y="14739"/>
                  </a:lnTo>
                  <a:lnTo>
                    <a:pt x="19580" y="15011"/>
                  </a:lnTo>
                  <a:lnTo>
                    <a:pt x="19525" y="15065"/>
                  </a:lnTo>
                  <a:lnTo>
                    <a:pt x="19417" y="15065"/>
                  </a:lnTo>
                  <a:lnTo>
                    <a:pt x="19308" y="14902"/>
                  </a:lnTo>
                  <a:lnTo>
                    <a:pt x="19253" y="14739"/>
                  </a:lnTo>
                  <a:lnTo>
                    <a:pt x="19145" y="14358"/>
                  </a:lnTo>
                  <a:lnTo>
                    <a:pt x="18873" y="13597"/>
                  </a:lnTo>
                  <a:lnTo>
                    <a:pt x="18601" y="12672"/>
                  </a:lnTo>
                  <a:lnTo>
                    <a:pt x="18492" y="12237"/>
                  </a:lnTo>
                  <a:lnTo>
                    <a:pt x="18438" y="11748"/>
                  </a:lnTo>
                  <a:lnTo>
                    <a:pt x="18383" y="11095"/>
                  </a:lnTo>
                  <a:lnTo>
                    <a:pt x="18383" y="10443"/>
                  </a:lnTo>
                  <a:lnTo>
                    <a:pt x="18438" y="9083"/>
                  </a:lnTo>
                  <a:lnTo>
                    <a:pt x="18438" y="8974"/>
                  </a:lnTo>
                  <a:lnTo>
                    <a:pt x="18383" y="8920"/>
                  </a:lnTo>
                  <a:lnTo>
                    <a:pt x="18275" y="8865"/>
                  </a:lnTo>
                  <a:lnTo>
                    <a:pt x="18166" y="8811"/>
                  </a:lnTo>
                  <a:lnTo>
                    <a:pt x="16371" y="8811"/>
                  </a:lnTo>
                  <a:lnTo>
                    <a:pt x="14576" y="8702"/>
                  </a:lnTo>
                  <a:lnTo>
                    <a:pt x="12781" y="8485"/>
                  </a:lnTo>
                  <a:lnTo>
                    <a:pt x="10987" y="8213"/>
                  </a:lnTo>
                  <a:lnTo>
                    <a:pt x="9246" y="7832"/>
                  </a:lnTo>
                  <a:lnTo>
                    <a:pt x="7506" y="7343"/>
                  </a:lnTo>
                  <a:lnTo>
                    <a:pt x="5765" y="6799"/>
                  </a:lnTo>
                  <a:lnTo>
                    <a:pt x="4079" y="6146"/>
                  </a:lnTo>
                  <a:lnTo>
                    <a:pt x="3971" y="6146"/>
                  </a:lnTo>
                  <a:lnTo>
                    <a:pt x="3862" y="6200"/>
                  </a:lnTo>
                  <a:lnTo>
                    <a:pt x="3808" y="6255"/>
                  </a:lnTo>
                  <a:lnTo>
                    <a:pt x="3753" y="6364"/>
                  </a:lnTo>
                  <a:lnTo>
                    <a:pt x="3372" y="7723"/>
                  </a:lnTo>
                  <a:lnTo>
                    <a:pt x="2992" y="9137"/>
                  </a:lnTo>
                  <a:lnTo>
                    <a:pt x="2883" y="9844"/>
                  </a:lnTo>
                  <a:lnTo>
                    <a:pt x="2774" y="10551"/>
                  </a:lnTo>
                  <a:lnTo>
                    <a:pt x="2720" y="11258"/>
                  </a:lnTo>
                  <a:lnTo>
                    <a:pt x="2720" y="11965"/>
                  </a:lnTo>
                  <a:lnTo>
                    <a:pt x="2720" y="12672"/>
                  </a:lnTo>
                  <a:lnTo>
                    <a:pt x="2665" y="13434"/>
                  </a:lnTo>
                  <a:lnTo>
                    <a:pt x="2611" y="14086"/>
                  </a:lnTo>
                  <a:lnTo>
                    <a:pt x="2502" y="14413"/>
                  </a:lnTo>
                  <a:lnTo>
                    <a:pt x="2393" y="14685"/>
                  </a:lnTo>
                  <a:lnTo>
                    <a:pt x="2285" y="14794"/>
                  </a:lnTo>
                  <a:lnTo>
                    <a:pt x="2176" y="14902"/>
                  </a:lnTo>
                  <a:lnTo>
                    <a:pt x="1958" y="14957"/>
                  </a:lnTo>
                  <a:lnTo>
                    <a:pt x="1686" y="14902"/>
                  </a:lnTo>
                  <a:lnTo>
                    <a:pt x="1469" y="14739"/>
                  </a:lnTo>
                  <a:lnTo>
                    <a:pt x="1306" y="14522"/>
                  </a:lnTo>
                  <a:lnTo>
                    <a:pt x="1143" y="14250"/>
                  </a:lnTo>
                  <a:lnTo>
                    <a:pt x="979" y="13651"/>
                  </a:lnTo>
                  <a:lnTo>
                    <a:pt x="816" y="12890"/>
                  </a:lnTo>
                  <a:lnTo>
                    <a:pt x="707" y="12183"/>
                  </a:lnTo>
                  <a:lnTo>
                    <a:pt x="599" y="10823"/>
                  </a:lnTo>
                  <a:lnTo>
                    <a:pt x="544" y="9518"/>
                  </a:lnTo>
                  <a:lnTo>
                    <a:pt x="544" y="8865"/>
                  </a:lnTo>
                  <a:lnTo>
                    <a:pt x="599" y="8158"/>
                  </a:lnTo>
                  <a:lnTo>
                    <a:pt x="707" y="7397"/>
                  </a:lnTo>
                  <a:lnTo>
                    <a:pt x="871" y="6690"/>
                  </a:lnTo>
                  <a:lnTo>
                    <a:pt x="979" y="6364"/>
                  </a:lnTo>
                  <a:lnTo>
                    <a:pt x="1143" y="6092"/>
                  </a:lnTo>
                  <a:lnTo>
                    <a:pt x="1306" y="5765"/>
                  </a:lnTo>
                  <a:lnTo>
                    <a:pt x="1523" y="5548"/>
                  </a:lnTo>
                  <a:lnTo>
                    <a:pt x="1741" y="5330"/>
                  </a:lnTo>
                  <a:lnTo>
                    <a:pt x="2067" y="5113"/>
                  </a:lnTo>
                  <a:lnTo>
                    <a:pt x="2393" y="5004"/>
                  </a:lnTo>
                  <a:lnTo>
                    <a:pt x="2774" y="4895"/>
                  </a:lnTo>
                  <a:lnTo>
                    <a:pt x="2883" y="4841"/>
                  </a:lnTo>
                  <a:lnTo>
                    <a:pt x="2937" y="4678"/>
                  </a:lnTo>
                  <a:lnTo>
                    <a:pt x="3101" y="4079"/>
                  </a:lnTo>
                  <a:lnTo>
                    <a:pt x="3318" y="3427"/>
                  </a:lnTo>
                  <a:lnTo>
                    <a:pt x="3590" y="2883"/>
                  </a:lnTo>
                  <a:lnTo>
                    <a:pt x="3916" y="2285"/>
                  </a:lnTo>
                  <a:lnTo>
                    <a:pt x="4134" y="2013"/>
                  </a:lnTo>
                  <a:lnTo>
                    <a:pt x="4406" y="1741"/>
                  </a:lnTo>
                  <a:lnTo>
                    <a:pt x="4678" y="1523"/>
                  </a:lnTo>
                  <a:lnTo>
                    <a:pt x="4950" y="1306"/>
                  </a:lnTo>
                  <a:lnTo>
                    <a:pt x="5602" y="979"/>
                  </a:lnTo>
                  <a:lnTo>
                    <a:pt x="6309" y="707"/>
                  </a:lnTo>
                  <a:lnTo>
                    <a:pt x="7071" y="544"/>
                  </a:lnTo>
                  <a:close/>
                  <a:moveTo>
                    <a:pt x="7451" y="0"/>
                  </a:moveTo>
                  <a:lnTo>
                    <a:pt x="6581" y="109"/>
                  </a:lnTo>
                  <a:lnTo>
                    <a:pt x="6201" y="218"/>
                  </a:lnTo>
                  <a:lnTo>
                    <a:pt x="5765" y="327"/>
                  </a:lnTo>
                  <a:lnTo>
                    <a:pt x="5385" y="490"/>
                  </a:lnTo>
                  <a:lnTo>
                    <a:pt x="5004" y="653"/>
                  </a:lnTo>
                  <a:lnTo>
                    <a:pt x="4623" y="870"/>
                  </a:lnTo>
                  <a:lnTo>
                    <a:pt x="4297" y="1142"/>
                  </a:lnTo>
                  <a:lnTo>
                    <a:pt x="3971" y="1414"/>
                  </a:lnTo>
                  <a:lnTo>
                    <a:pt x="3699" y="1741"/>
                  </a:lnTo>
                  <a:lnTo>
                    <a:pt x="3264" y="2339"/>
                  </a:lnTo>
                  <a:lnTo>
                    <a:pt x="2883" y="3046"/>
                  </a:lnTo>
                  <a:lnTo>
                    <a:pt x="2611" y="3807"/>
                  </a:lnTo>
                  <a:lnTo>
                    <a:pt x="2439" y="4408"/>
                  </a:lnTo>
                  <a:lnTo>
                    <a:pt x="2439" y="4408"/>
                  </a:lnTo>
                  <a:lnTo>
                    <a:pt x="2285" y="4460"/>
                  </a:lnTo>
                  <a:lnTo>
                    <a:pt x="2013" y="4569"/>
                  </a:lnTo>
                  <a:lnTo>
                    <a:pt x="1741" y="4732"/>
                  </a:lnTo>
                  <a:lnTo>
                    <a:pt x="1469" y="4895"/>
                  </a:lnTo>
                  <a:lnTo>
                    <a:pt x="1034" y="5330"/>
                  </a:lnTo>
                  <a:lnTo>
                    <a:pt x="653" y="5820"/>
                  </a:lnTo>
                  <a:lnTo>
                    <a:pt x="490" y="6200"/>
                  </a:lnTo>
                  <a:lnTo>
                    <a:pt x="327" y="6527"/>
                  </a:lnTo>
                  <a:lnTo>
                    <a:pt x="164" y="7288"/>
                  </a:lnTo>
                  <a:lnTo>
                    <a:pt x="55" y="8050"/>
                  </a:lnTo>
                  <a:lnTo>
                    <a:pt x="0" y="8757"/>
                  </a:lnTo>
                  <a:lnTo>
                    <a:pt x="0" y="10334"/>
                  </a:lnTo>
                  <a:lnTo>
                    <a:pt x="109" y="11911"/>
                  </a:lnTo>
                  <a:lnTo>
                    <a:pt x="218" y="12672"/>
                  </a:lnTo>
                  <a:lnTo>
                    <a:pt x="327" y="13543"/>
                  </a:lnTo>
                  <a:lnTo>
                    <a:pt x="436" y="13923"/>
                  </a:lnTo>
                  <a:lnTo>
                    <a:pt x="599" y="14304"/>
                  </a:lnTo>
                  <a:lnTo>
                    <a:pt x="762" y="14685"/>
                  </a:lnTo>
                  <a:lnTo>
                    <a:pt x="1034" y="15011"/>
                  </a:lnTo>
                  <a:lnTo>
                    <a:pt x="1197" y="15229"/>
                  </a:lnTo>
                  <a:lnTo>
                    <a:pt x="1469" y="15392"/>
                  </a:lnTo>
                  <a:lnTo>
                    <a:pt x="1741" y="15501"/>
                  </a:lnTo>
                  <a:lnTo>
                    <a:pt x="2013" y="15501"/>
                  </a:lnTo>
                  <a:lnTo>
                    <a:pt x="2339" y="15446"/>
                  </a:lnTo>
                  <a:lnTo>
                    <a:pt x="2557" y="15283"/>
                  </a:lnTo>
                  <a:lnTo>
                    <a:pt x="2720" y="15065"/>
                  </a:lnTo>
                  <a:lnTo>
                    <a:pt x="2883" y="14848"/>
                  </a:lnTo>
                  <a:lnTo>
                    <a:pt x="2992" y="14576"/>
                  </a:lnTo>
                  <a:lnTo>
                    <a:pt x="3101" y="14304"/>
                  </a:lnTo>
                  <a:lnTo>
                    <a:pt x="3155" y="13760"/>
                  </a:lnTo>
                  <a:lnTo>
                    <a:pt x="3264" y="12836"/>
                  </a:lnTo>
                  <a:lnTo>
                    <a:pt x="3264" y="11911"/>
                  </a:lnTo>
                  <a:lnTo>
                    <a:pt x="3264" y="10986"/>
                  </a:lnTo>
                  <a:lnTo>
                    <a:pt x="3372" y="10116"/>
                  </a:lnTo>
                  <a:lnTo>
                    <a:pt x="3536" y="9192"/>
                  </a:lnTo>
                  <a:lnTo>
                    <a:pt x="3808" y="8267"/>
                  </a:lnTo>
                  <a:lnTo>
                    <a:pt x="4167" y="6784"/>
                  </a:lnTo>
                  <a:lnTo>
                    <a:pt x="5657" y="7343"/>
                  </a:lnTo>
                  <a:lnTo>
                    <a:pt x="7397" y="7886"/>
                  </a:lnTo>
                  <a:lnTo>
                    <a:pt x="9137" y="8376"/>
                  </a:lnTo>
                  <a:lnTo>
                    <a:pt x="10932" y="8757"/>
                  </a:lnTo>
                  <a:lnTo>
                    <a:pt x="12727" y="9028"/>
                  </a:lnTo>
                  <a:lnTo>
                    <a:pt x="14522" y="9246"/>
                  </a:lnTo>
                  <a:lnTo>
                    <a:pt x="16371" y="9355"/>
                  </a:lnTo>
                  <a:lnTo>
                    <a:pt x="17894" y="9355"/>
                  </a:lnTo>
                  <a:lnTo>
                    <a:pt x="17894" y="9899"/>
                  </a:lnTo>
                  <a:lnTo>
                    <a:pt x="17839" y="10714"/>
                  </a:lnTo>
                  <a:lnTo>
                    <a:pt x="17894" y="11476"/>
                  </a:lnTo>
                  <a:lnTo>
                    <a:pt x="18003" y="12292"/>
                  </a:lnTo>
                  <a:lnTo>
                    <a:pt x="18111" y="12836"/>
                  </a:lnTo>
                  <a:lnTo>
                    <a:pt x="18220" y="13325"/>
                  </a:lnTo>
                  <a:lnTo>
                    <a:pt x="18546" y="14358"/>
                  </a:lnTo>
                  <a:lnTo>
                    <a:pt x="18655" y="14739"/>
                  </a:lnTo>
                  <a:lnTo>
                    <a:pt x="18873" y="15174"/>
                  </a:lnTo>
                  <a:lnTo>
                    <a:pt x="18982" y="15337"/>
                  </a:lnTo>
                  <a:lnTo>
                    <a:pt x="19145" y="15501"/>
                  </a:lnTo>
                  <a:lnTo>
                    <a:pt x="19308" y="15609"/>
                  </a:lnTo>
                  <a:lnTo>
                    <a:pt x="19634" y="15609"/>
                  </a:lnTo>
                  <a:lnTo>
                    <a:pt x="19743" y="15555"/>
                  </a:lnTo>
                  <a:lnTo>
                    <a:pt x="19961" y="15392"/>
                  </a:lnTo>
                  <a:lnTo>
                    <a:pt x="20124" y="15120"/>
                  </a:lnTo>
                  <a:lnTo>
                    <a:pt x="20178" y="14848"/>
                  </a:lnTo>
                  <a:lnTo>
                    <a:pt x="20396" y="14032"/>
                  </a:lnTo>
                  <a:lnTo>
                    <a:pt x="20559" y="13216"/>
                  </a:lnTo>
                  <a:lnTo>
                    <a:pt x="20722" y="11965"/>
                  </a:lnTo>
                  <a:lnTo>
                    <a:pt x="20885" y="10714"/>
                  </a:lnTo>
                  <a:lnTo>
                    <a:pt x="20885" y="9409"/>
                  </a:lnTo>
                  <a:lnTo>
                    <a:pt x="20831" y="8811"/>
                  </a:lnTo>
                  <a:lnTo>
                    <a:pt x="20776" y="8158"/>
                  </a:lnTo>
                  <a:lnTo>
                    <a:pt x="20722" y="7506"/>
                  </a:lnTo>
                  <a:lnTo>
                    <a:pt x="20559" y="6907"/>
                  </a:lnTo>
                  <a:lnTo>
                    <a:pt x="20396" y="6309"/>
                  </a:lnTo>
                  <a:lnTo>
                    <a:pt x="20178" y="5711"/>
                  </a:lnTo>
                  <a:lnTo>
                    <a:pt x="19906" y="5167"/>
                  </a:lnTo>
                  <a:lnTo>
                    <a:pt x="19580" y="4623"/>
                  </a:lnTo>
                  <a:lnTo>
                    <a:pt x="19199" y="4079"/>
                  </a:lnTo>
                  <a:lnTo>
                    <a:pt x="18818" y="3590"/>
                  </a:lnTo>
                  <a:lnTo>
                    <a:pt x="18275" y="3100"/>
                  </a:lnTo>
                  <a:lnTo>
                    <a:pt x="17676" y="2611"/>
                  </a:lnTo>
                  <a:lnTo>
                    <a:pt x="17024" y="2230"/>
                  </a:lnTo>
                  <a:lnTo>
                    <a:pt x="16317" y="1904"/>
                  </a:lnTo>
                  <a:lnTo>
                    <a:pt x="15664" y="1632"/>
                  </a:lnTo>
                  <a:lnTo>
                    <a:pt x="14903" y="1414"/>
                  </a:lnTo>
                  <a:lnTo>
                    <a:pt x="14195" y="1251"/>
                  </a:lnTo>
                  <a:lnTo>
                    <a:pt x="13434" y="1142"/>
                  </a:lnTo>
                  <a:lnTo>
                    <a:pt x="12564" y="979"/>
                  </a:lnTo>
                  <a:lnTo>
                    <a:pt x="11694" y="762"/>
                  </a:lnTo>
                  <a:lnTo>
                    <a:pt x="9953" y="272"/>
                  </a:lnTo>
                  <a:lnTo>
                    <a:pt x="9137" y="109"/>
                  </a:lnTo>
                  <a:lnTo>
                    <a:pt x="82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645;p64">
              <a:extLst>
                <a:ext uri="{FF2B5EF4-FFF2-40B4-BE49-F238E27FC236}">
                  <a16:creationId xmlns:a16="http://schemas.microsoft.com/office/drawing/2014/main" id="{462342B3-C624-C834-40B2-D89D190BFCD4}"/>
                </a:ext>
              </a:extLst>
            </p:cNvPr>
            <p:cNvSpPr/>
            <p:nvPr/>
          </p:nvSpPr>
          <p:spPr>
            <a:xfrm>
              <a:off x="3962682" y="3326882"/>
              <a:ext cx="54456" cy="33501"/>
            </a:xfrm>
            <a:custGeom>
              <a:avLst/>
              <a:gdLst/>
              <a:ahLst/>
              <a:cxnLst/>
              <a:rect l="l" t="t" r="r" b="b"/>
              <a:pathLst>
                <a:path w="2830" h="1741" extrusionOk="0">
                  <a:moveTo>
                    <a:pt x="2503" y="0"/>
                  </a:moveTo>
                  <a:lnTo>
                    <a:pt x="2394" y="55"/>
                  </a:lnTo>
                  <a:lnTo>
                    <a:pt x="2340" y="109"/>
                  </a:lnTo>
                  <a:lnTo>
                    <a:pt x="2122" y="381"/>
                  </a:lnTo>
                  <a:lnTo>
                    <a:pt x="1904" y="599"/>
                  </a:lnTo>
                  <a:lnTo>
                    <a:pt x="1687" y="762"/>
                  </a:lnTo>
                  <a:lnTo>
                    <a:pt x="1415" y="925"/>
                  </a:lnTo>
                  <a:lnTo>
                    <a:pt x="1143" y="1034"/>
                  </a:lnTo>
                  <a:lnTo>
                    <a:pt x="871" y="1142"/>
                  </a:lnTo>
                  <a:lnTo>
                    <a:pt x="545" y="1197"/>
                  </a:lnTo>
                  <a:lnTo>
                    <a:pt x="110" y="1197"/>
                  </a:lnTo>
                  <a:lnTo>
                    <a:pt x="55" y="1251"/>
                  </a:lnTo>
                  <a:lnTo>
                    <a:pt x="1" y="1360"/>
                  </a:lnTo>
                  <a:lnTo>
                    <a:pt x="1" y="1469"/>
                  </a:lnTo>
                  <a:lnTo>
                    <a:pt x="1" y="1577"/>
                  </a:lnTo>
                  <a:lnTo>
                    <a:pt x="55" y="1632"/>
                  </a:lnTo>
                  <a:lnTo>
                    <a:pt x="110" y="1686"/>
                  </a:lnTo>
                  <a:lnTo>
                    <a:pt x="218" y="1741"/>
                  </a:lnTo>
                  <a:lnTo>
                    <a:pt x="599" y="1686"/>
                  </a:lnTo>
                  <a:lnTo>
                    <a:pt x="980" y="1632"/>
                  </a:lnTo>
                  <a:lnTo>
                    <a:pt x="1361" y="1523"/>
                  </a:lnTo>
                  <a:lnTo>
                    <a:pt x="1687" y="1360"/>
                  </a:lnTo>
                  <a:lnTo>
                    <a:pt x="2013" y="1197"/>
                  </a:lnTo>
                  <a:lnTo>
                    <a:pt x="2285" y="979"/>
                  </a:lnTo>
                  <a:lnTo>
                    <a:pt x="2557" y="707"/>
                  </a:lnTo>
                  <a:lnTo>
                    <a:pt x="2775" y="381"/>
                  </a:lnTo>
                  <a:lnTo>
                    <a:pt x="2829" y="272"/>
                  </a:lnTo>
                  <a:lnTo>
                    <a:pt x="2829" y="218"/>
                  </a:lnTo>
                  <a:lnTo>
                    <a:pt x="2775" y="109"/>
                  </a:lnTo>
                  <a:lnTo>
                    <a:pt x="2666" y="55"/>
                  </a:lnTo>
                  <a:lnTo>
                    <a:pt x="25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646;p64">
              <a:extLst>
                <a:ext uri="{FF2B5EF4-FFF2-40B4-BE49-F238E27FC236}">
                  <a16:creationId xmlns:a16="http://schemas.microsoft.com/office/drawing/2014/main" id="{4CC0119C-1DA6-C25E-90B9-8E0E71EDBBD1}"/>
                </a:ext>
              </a:extLst>
            </p:cNvPr>
            <p:cNvSpPr/>
            <p:nvPr/>
          </p:nvSpPr>
          <p:spPr>
            <a:xfrm>
              <a:off x="4113389" y="3321648"/>
              <a:ext cx="71178" cy="43969"/>
            </a:xfrm>
            <a:custGeom>
              <a:avLst/>
              <a:gdLst/>
              <a:ahLst/>
              <a:cxnLst/>
              <a:rect l="l" t="t" r="r" b="b"/>
              <a:pathLst>
                <a:path w="3699" h="2285" extrusionOk="0">
                  <a:moveTo>
                    <a:pt x="218" y="0"/>
                  </a:moveTo>
                  <a:lnTo>
                    <a:pt x="164" y="55"/>
                  </a:lnTo>
                  <a:lnTo>
                    <a:pt x="55" y="109"/>
                  </a:lnTo>
                  <a:lnTo>
                    <a:pt x="1" y="218"/>
                  </a:lnTo>
                  <a:lnTo>
                    <a:pt x="1" y="327"/>
                  </a:lnTo>
                  <a:lnTo>
                    <a:pt x="55" y="381"/>
                  </a:lnTo>
                  <a:lnTo>
                    <a:pt x="381" y="816"/>
                  </a:lnTo>
                  <a:lnTo>
                    <a:pt x="708" y="1142"/>
                  </a:lnTo>
                  <a:lnTo>
                    <a:pt x="1143" y="1469"/>
                  </a:lnTo>
                  <a:lnTo>
                    <a:pt x="1523" y="1741"/>
                  </a:lnTo>
                  <a:lnTo>
                    <a:pt x="2013" y="1958"/>
                  </a:lnTo>
                  <a:lnTo>
                    <a:pt x="2448" y="2121"/>
                  </a:lnTo>
                  <a:lnTo>
                    <a:pt x="2938" y="2230"/>
                  </a:lnTo>
                  <a:lnTo>
                    <a:pt x="3481" y="2285"/>
                  </a:lnTo>
                  <a:lnTo>
                    <a:pt x="3590" y="2230"/>
                  </a:lnTo>
                  <a:lnTo>
                    <a:pt x="3645" y="2176"/>
                  </a:lnTo>
                  <a:lnTo>
                    <a:pt x="3699" y="2121"/>
                  </a:lnTo>
                  <a:lnTo>
                    <a:pt x="3699" y="2013"/>
                  </a:lnTo>
                  <a:lnTo>
                    <a:pt x="3699" y="1904"/>
                  </a:lnTo>
                  <a:lnTo>
                    <a:pt x="3645" y="1795"/>
                  </a:lnTo>
                  <a:lnTo>
                    <a:pt x="3590" y="1741"/>
                  </a:lnTo>
                  <a:lnTo>
                    <a:pt x="3481" y="1741"/>
                  </a:lnTo>
                  <a:lnTo>
                    <a:pt x="3046" y="1686"/>
                  </a:lnTo>
                  <a:lnTo>
                    <a:pt x="2611" y="1578"/>
                  </a:lnTo>
                  <a:lnTo>
                    <a:pt x="2176" y="1469"/>
                  </a:lnTo>
                  <a:lnTo>
                    <a:pt x="1795" y="1251"/>
                  </a:lnTo>
                  <a:lnTo>
                    <a:pt x="1415" y="1034"/>
                  </a:lnTo>
                  <a:lnTo>
                    <a:pt x="1088" y="762"/>
                  </a:lnTo>
                  <a:lnTo>
                    <a:pt x="816" y="490"/>
                  </a:lnTo>
                  <a:lnTo>
                    <a:pt x="545" y="109"/>
                  </a:lnTo>
                  <a:lnTo>
                    <a:pt x="436" y="55"/>
                  </a:lnTo>
                  <a:lnTo>
                    <a:pt x="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647;p64">
              <a:extLst>
                <a:ext uri="{FF2B5EF4-FFF2-40B4-BE49-F238E27FC236}">
                  <a16:creationId xmlns:a16="http://schemas.microsoft.com/office/drawing/2014/main" id="{A51D1710-8F4D-D258-2327-005552C3E708}"/>
                </a:ext>
              </a:extLst>
            </p:cNvPr>
            <p:cNvSpPr/>
            <p:nvPr/>
          </p:nvSpPr>
          <p:spPr>
            <a:xfrm>
              <a:off x="4045367" y="3515247"/>
              <a:ext cx="77470" cy="22013"/>
            </a:xfrm>
            <a:custGeom>
              <a:avLst/>
              <a:gdLst/>
              <a:ahLst/>
              <a:cxnLst/>
              <a:rect l="l" t="t" r="r" b="b"/>
              <a:pathLst>
                <a:path w="4026" h="1144" extrusionOk="0">
                  <a:moveTo>
                    <a:pt x="1523" y="1"/>
                  </a:moveTo>
                  <a:lnTo>
                    <a:pt x="1088" y="55"/>
                  </a:lnTo>
                  <a:lnTo>
                    <a:pt x="599" y="218"/>
                  </a:lnTo>
                  <a:lnTo>
                    <a:pt x="109" y="382"/>
                  </a:lnTo>
                  <a:lnTo>
                    <a:pt x="55" y="436"/>
                  </a:lnTo>
                  <a:lnTo>
                    <a:pt x="0" y="545"/>
                  </a:lnTo>
                  <a:lnTo>
                    <a:pt x="0" y="654"/>
                  </a:lnTo>
                  <a:lnTo>
                    <a:pt x="55" y="762"/>
                  </a:lnTo>
                  <a:lnTo>
                    <a:pt x="109" y="817"/>
                  </a:lnTo>
                  <a:lnTo>
                    <a:pt x="164" y="871"/>
                  </a:lnTo>
                  <a:lnTo>
                    <a:pt x="381" y="871"/>
                  </a:lnTo>
                  <a:lnTo>
                    <a:pt x="816" y="708"/>
                  </a:lnTo>
                  <a:lnTo>
                    <a:pt x="1197" y="599"/>
                  </a:lnTo>
                  <a:lnTo>
                    <a:pt x="1632" y="545"/>
                  </a:lnTo>
                  <a:lnTo>
                    <a:pt x="2013" y="545"/>
                  </a:lnTo>
                  <a:lnTo>
                    <a:pt x="2448" y="599"/>
                  </a:lnTo>
                  <a:lnTo>
                    <a:pt x="2883" y="708"/>
                  </a:lnTo>
                  <a:lnTo>
                    <a:pt x="3264" y="871"/>
                  </a:lnTo>
                  <a:lnTo>
                    <a:pt x="3644" y="1089"/>
                  </a:lnTo>
                  <a:lnTo>
                    <a:pt x="3699" y="1143"/>
                  </a:lnTo>
                  <a:lnTo>
                    <a:pt x="3808" y="1089"/>
                  </a:lnTo>
                  <a:lnTo>
                    <a:pt x="3916" y="1089"/>
                  </a:lnTo>
                  <a:lnTo>
                    <a:pt x="3971" y="980"/>
                  </a:lnTo>
                  <a:lnTo>
                    <a:pt x="4025" y="871"/>
                  </a:lnTo>
                  <a:lnTo>
                    <a:pt x="4025" y="817"/>
                  </a:lnTo>
                  <a:lnTo>
                    <a:pt x="3971" y="708"/>
                  </a:lnTo>
                  <a:lnTo>
                    <a:pt x="3862" y="599"/>
                  </a:lnTo>
                  <a:lnTo>
                    <a:pt x="3481" y="382"/>
                  </a:lnTo>
                  <a:lnTo>
                    <a:pt x="2992" y="164"/>
                  </a:lnTo>
                  <a:lnTo>
                    <a:pt x="2502" y="55"/>
                  </a:lnTo>
                  <a:lnTo>
                    <a:pt x="20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48;p64">
              <a:extLst>
                <a:ext uri="{FF2B5EF4-FFF2-40B4-BE49-F238E27FC236}">
                  <a16:creationId xmlns:a16="http://schemas.microsoft.com/office/drawing/2014/main" id="{14D34DB5-23CA-1CC5-522D-133D57F64933}"/>
                </a:ext>
              </a:extLst>
            </p:cNvPr>
            <p:cNvSpPr/>
            <p:nvPr/>
          </p:nvSpPr>
          <p:spPr>
            <a:xfrm>
              <a:off x="4045367" y="3386534"/>
              <a:ext cx="57574" cy="95250"/>
            </a:xfrm>
            <a:custGeom>
              <a:avLst/>
              <a:gdLst/>
              <a:ahLst/>
              <a:cxnLst/>
              <a:rect l="l" t="t" r="r" b="b"/>
              <a:pathLst>
                <a:path w="2992" h="4950" extrusionOk="0">
                  <a:moveTo>
                    <a:pt x="1197" y="0"/>
                  </a:moveTo>
                  <a:lnTo>
                    <a:pt x="1143" y="55"/>
                  </a:lnTo>
                  <a:lnTo>
                    <a:pt x="1088" y="109"/>
                  </a:lnTo>
                  <a:lnTo>
                    <a:pt x="1088" y="218"/>
                  </a:lnTo>
                  <a:lnTo>
                    <a:pt x="1088" y="816"/>
                  </a:lnTo>
                  <a:lnTo>
                    <a:pt x="1034" y="1360"/>
                  </a:lnTo>
                  <a:lnTo>
                    <a:pt x="925" y="1958"/>
                  </a:lnTo>
                  <a:lnTo>
                    <a:pt x="708" y="2448"/>
                  </a:lnTo>
                  <a:lnTo>
                    <a:pt x="436" y="2883"/>
                  </a:lnTo>
                  <a:lnTo>
                    <a:pt x="164" y="3318"/>
                  </a:lnTo>
                  <a:lnTo>
                    <a:pt x="55" y="3590"/>
                  </a:lnTo>
                  <a:lnTo>
                    <a:pt x="0" y="3807"/>
                  </a:lnTo>
                  <a:lnTo>
                    <a:pt x="0" y="4025"/>
                  </a:lnTo>
                  <a:lnTo>
                    <a:pt x="109" y="4297"/>
                  </a:lnTo>
                  <a:lnTo>
                    <a:pt x="218" y="4460"/>
                  </a:lnTo>
                  <a:lnTo>
                    <a:pt x="327" y="4623"/>
                  </a:lnTo>
                  <a:lnTo>
                    <a:pt x="490" y="4732"/>
                  </a:lnTo>
                  <a:lnTo>
                    <a:pt x="708" y="4841"/>
                  </a:lnTo>
                  <a:lnTo>
                    <a:pt x="1088" y="4950"/>
                  </a:lnTo>
                  <a:lnTo>
                    <a:pt x="1523" y="4895"/>
                  </a:lnTo>
                  <a:lnTo>
                    <a:pt x="1741" y="4841"/>
                  </a:lnTo>
                  <a:lnTo>
                    <a:pt x="1958" y="4732"/>
                  </a:lnTo>
                  <a:lnTo>
                    <a:pt x="2339" y="4406"/>
                  </a:lnTo>
                  <a:lnTo>
                    <a:pt x="2665" y="3971"/>
                  </a:lnTo>
                  <a:lnTo>
                    <a:pt x="2937" y="3590"/>
                  </a:lnTo>
                  <a:lnTo>
                    <a:pt x="2992" y="3481"/>
                  </a:lnTo>
                  <a:lnTo>
                    <a:pt x="2992" y="3372"/>
                  </a:lnTo>
                  <a:lnTo>
                    <a:pt x="2937" y="3264"/>
                  </a:lnTo>
                  <a:lnTo>
                    <a:pt x="2883" y="3209"/>
                  </a:lnTo>
                  <a:lnTo>
                    <a:pt x="2557" y="3209"/>
                  </a:lnTo>
                  <a:lnTo>
                    <a:pt x="2502" y="3318"/>
                  </a:lnTo>
                  <a:lnTo>
                    <a:pt x="2285" y="3644"/>
                  </a:lnTo>
                  <a:lnTo>
                    <a:pt x="2013" y="3971"/>
                  </a:lnTo>
                  <a:lnTo>
                    <a:pt x="1686" y="4242"/>
                  </a:lnTo>
                  <a:lnTo>
                    <a:pt x="1523" y="4351"/>
                  </a:lnTo>
                  <a:lnTo>
                    <a:pt x="1360" y="4406"/>
                  </a:lnTo>
                  <a:lnTo>
                    <a:pt x="1034" y="4406"/>
                  </a:lnTo>
                  <a:lnTo>
                    <a:pt x="871" y="4351"/>
                  </a:lnTo>
                  <a:lnTo>
                    <a:pt x="708" y="4242"/>
                  </a:lnTo>
                  <a:lnTo>
                    <a:pt x="653" y="4134"/>
                  </a:lnTo>
                  <a:lnTo>
                    <a:pt x="544" y="4025"/>
                  </a:lnTo>
                  <a:lnTo>
                    <a:pt x="544" y="3862"/>
                  </a:lnTo>
                  <a:lnTo>
                    <a:pt x="599" y="3699"/>
                  </a:lnTo>
                  <a:lnTo>
                    <a:pt x="762" y="3318"/>
                  </a:lnTo>
                  <a:lnTo>
                    <a:pt x="1034" y="2937"/>
                  </a:lnTo>
                  <a:lnTo>
                    <a:pt x="1251" y="2556"/>
                  </a:lnTo>
                  <a:lnTo>
                    <a:pt x="1415" y="2121"/>
                  </a:lnTo>
                  <a:lnTo>
                    <a:pt x="1523" y="1686"/>
                  </a:lnTo>
                  <a:lnTo>
                    <a:pt x="1632" y="1197"/>
                  </a:lnTo>
                  <a:lnTo>
                    <a:pt x="1632" y="707"/>
                  </a:lnTo>
                  <a:lnTo>
                    <a:pt x="1632" y="218"/>
                  </a:lnTo>
                  <a:lnTo>
                    <a:pt x="1578" y="109"/>
                  </a:lnTo>
                  <a:lnTo>
                    <a:pt x="1523" y="55"/>
                  </a:lnTo>
                  <a:lnTo>
                    <a:pt x="14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649;p64">
              <a:extLst>
                <a:ext uri="{FF2B5EF4-FFF2-40B4-BE49-F238E27FC236}">
                  <a16:creationId xmlns:a16="http://schemas.microsoft.com/office/drawing/2014/main" id="{72E23E09-E216-2DE3-A494-0B281216FB25}"/>
                </a:ext>
              </a:extLst>
            </p:cNvPr>
            <p:cNvSpPr/>
            <p:nvPr/>
          </p:nvSpPr>
          <p:spPr>
            <a:xfrm>
              <a:off x="4003495" y="3372930"/>
              <a:ext cx="12585" cy="13624"/>
            </a:xfrm>
            <a:custGeom>
              <a:avLst/>
              <a:gdLst/>
              <a:ahLst/>
              <a:cxnLst/>
              <a:rect l="l" t="t" r="r" b="b"/>
              <a:pathLst>
                <a:path w="654" h="708" extrusionOk="0">
                  <a:moveTo>
                    <a:pt x="327" y="0"/>
                  </a:moveTo>
                  <a:lnTo>
                    <a:pt x="164" y="55"/>
                  </a:lnTo>
                  <a:lnTo>
                    <a:pt x="55" y="109"/>
                  </a:lnTo>
                  <a:lnTo>
                    <a:pt x="1" y="218"/>
                  </a:lnTo>
                  <a:lnTo>
                    <a:pt x="1" y="381"/>
                  </a:lnTo>
                  <a:lnTo>
                    <a:pt x="1" y="490"/>
                  </a:lnTo>
                  <a:lnTo>
                    <a:pt x="55" y="599"/>
                  </a:lnTo>
                  <a:lnTo>
                    <a:pt x="164" y="707"/>
                  </a:lnTo>
                  <a:lnTo>
                    <a:pt x="490" y="707"/>
                  </a:lnTo>
                  <a:lnTo>
                    <a:pt x="599" y="599"/>
                  </a:lnTo>
                  <a:lnTo>
                    <a:pt x="654" y="490"/>
                  </a:lnTo>
                  <a:lnTo>
                    <a:pt x="654" y="381"/>
                  </a:lnTo>
                  <a:lnTo>
                    <a:pt x="654" y="218"/>
                  </a:lnTo>
                  <a:lnTo>
                    <a:pt x="599" y="109"/>
                  </a:lnTo>
                  <a:lnTo>
                    <a:pt x="490" y="55"/>
                  </a:lnTo>
                  <a:lnTo>
                    <a:pt x="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50;p64">
              <a:extLst>
                <a:ext uri="{FF2B5EF4-FFF2-40B4-BE49-F238E27FC236}">
                  <a16:creationId xmlns:a16="http://schemas.microsoft.com/office/drawing/2014/main" id="{B5F6C263-7851-E7C9-3D9B-F3DD13185592}"/>
                </a:ext>
              </a:extLst>
            </p:cNvPr>
            <p:cNvSpPr/>
            <p:nvPr/>
          </p:nvSpPr>
          <p:spPr>
            <a:xfrm>
              <a:off x="4129091" y="3372930"/>
              <a:ext cx="12585" cy="13624"/>
            </a:xfrm>
            <a:custGeom>
              <a:avLst/>
              <a:gdLst/>
              <a:ahLst/>
              <a:cxnLst/>
              <a:rect l="l" t="t" r="r" b="b"/>
              <a:pathLst>
                <a:path w="654" h="708" extrusionOk="0">
                  <a:moveTo>
                    <a:pt x="327" y="0"/>
                  </a:moveTo>
                  <a:lnTo>
                    <a:pt x="164" y="55"/>
                  </a:lnTo>
                  <a:lnTo>
                    <a:pt x="55" y="109"/>
                  </a:lnTo>
                  <a:lnTo>
                    <a:pt x="0" y="218"/>
                  </a:lnTo>
                  <a:lnTo>
                    <a:pt x="0" y="381"/>
                  </a:lnTo>
                  <a:lnTo>
                    <a:pt x="0" y="490"/>
                  </a:lnTo>
                  <a:lnTo>
                    <a:pt x="55" y="599"/>
                  </a:lnTo>
                  <a:lnTo>
                    <a:pt x="164" y="707"/>
                  </a:lnTo>
                  <a:lnTo>
                    <a:pt x="490" y="707"/>
                  </a:lnTo>
                  <a:lnTo>
                    <a:pt x="599" y="599"/>
                  </a:lnTo>
                  <a:lnTo>
                    <a:pt x="653" y="490"/>
                  </a:lnTo>
                  <a:lnTo>
                    <a:pt x="653" y="381"/>
                  </a:lnTo>
                  <a:lnTo>
                    <a:pt x="653" y="218"/>
                  </a:lnTo>
                  <a:lnTo>
                    <a:pt x="599" y="109"/>
                  </a:lnTo>
                  <a:lnTo>
                    <a:pt x="490" y="55"/>
                  </a:lnTo>
                  <a:lnTo>
                    <a:pt x="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51;p64">
              <a:extLst>
                <a:ext uri="{FF2B5EF4-FFF2-40B4-BE49-F238E27FC236}">
                  <a16:creationId xmlns:a16="http://schemas.microsoft.com/office/drawing/2014/main" id="{943DCFB9-64C1-21EA-D58F-B05D19D1BBB2}"/>
                </a:ext>
              </a:extLst>
            </p:cNvPr>
            <p:cNvSpPr/>
            <p:nvPr/>
          </p:nvSpPr>
          <p:spPr>
            <a:xfrm>
              <a:off x="3833969" y="3266172"/>
              <a:ext cx="57574" cy="52359"/>
            </a:xfrm>
            <a:custGeom>
              <a:avLst/>
              <a:gdLst/>
              <a:ahLst/>
              <a:cxnLst/>
              <a:rect l="l" t="t" r="r" b="b"/>
              <a:pathLst>
                <a:path w="2992" h="2721" extrusionOk="0">
                  <a:moveTo>
                    <a:pt x="2665" y="1"/>
                  </a:moveTo>
                  <a:lnTo>
                    <a:pt x="2556" y="55"/>
                  </a:lnTo>
                  <a:lnTo>
                    <a:pt x="2502" y="110"/>
                  </a:lnTo>
                  <a:lnTo>
                    <a:pt x="2448" y="218"/>
                  </a:lnTo>
                  <a:lnTo>
                    <a:pt x="2448" y="327"/>
                  </a:lnTo>
                  <a:lnTo>
                    <a:pt x="2448" y="762"/>
                  </a:lnTo>
                  <a:lnTo>
                    <a:pt x="2393" y="1143"/>
                  </a:lnTo>
                  <a:lnTo>
                    <a:pt x="2230" y="1524"/>
                  </a:lnTo>
                  <a:lnTo>
                    <a:pt x="1958" y="1850"/>
                  </a:lnTo>
                  <a:lnTo>
                    <a:pt x="1795" y="1959"/>
                  </a:lnTo>
                  <a:lnTo>
                    <a:pt x="1577" y="2068"/>
                  </a:lnTo>
                  <a:lnTo>
                    <a:pt x="1197" y="2176"/>
                  </a:lnTo>
                  <a:lnTo>
                    <a:pt x="762" y="2176"/>
                  </a:lnTo>
                  <a:lnTo>
                    <a:pt x="327" y="2068"/>
                  </a:lnTo>
                  <a:lnTo>
                    <a:pt x="218" y="2068"/>
                  </a:lnTo>
                  <a:lnTo>
                    <a:pt x="163" y="2122"/>
                  </a:lnTo>
                  <a:lnTo>
                    <a:pt x="55" y="2176"/>
                  </a:lnTo>
                  <a:lnTo>
                    <a:pt x="0" y="2285"/>
                  </a:lnTo>
                  <a:lnTo>
                    <a:pt x="0" y="2394"/>
                  </a:lnTo>
                  <a:lnTo>
                    <a:pt x="55" y="2448"/>
                  </a:lnTo>
                  <a:lnTo>
                    <a:pt x="109" y="2557"/>
                  </a:lnTo>
                  <a:lnTo>
                    <a:pt x="218" y="2611"/>
                  </a:lnTo>
                  <a:lnTo>
                    <a:pt x="490" y="2666"/>
                  </a:lnTo>
                  <a:lnTo>
                    <a:pt x="762" y="2720"/>
                  </a:lnTo>
                  <a:lnTo>
                    <a:pt x="1306" y="2720"/>
                  </a:lnTo>
                  <a:lnTo>
                    <a:pt x="1577" y="2611"/>
                  </a:lnTo>
                  <a:lnTo>
                    <a:pt x="1849" y="2503"/>
                  </a:lnTo>
                  <a:lnTo>
                    <a:pt x="2067" y="2394"/>
                  </a:lnTo>
                  <a:lnTo>
                    <a:pt x="2339" y="2231"/>
                  </a:lnTo>
                  <a:lnTo>
                    <a:pt x="2502" y="2013"/>
                  </a:lnTo>
                  <a:lnTo>
                    <a:pt x="2665" y="1796"/>
                  </a:lnTo>
                  <a:lnTo>
                    <a:pt x="2828" y="1578"/>
                  </a:lnTo>
                  <a:lnTo>
                    <a:pt x="2937" y="1306"/>
                  </a:lnTo>
                  <a:lnTo>
                    <a:pt x="2992" y="1034"/>
                  </a:lnTo>
                  <a:lnTo>
                    <a:pt x="2992" y="762"/>
                  </a:lnTo>
                  <a:lnTo>
                    <a:pt x="2992" y="490"/>
                  </a:lnTo>
                  <a:lnTo>
                    <a:pt x="2937" y="218"/>
                  </a:lnTo>
                  <a:lnTo>
                    <a:pt x="2883" y="110"/>
                  </a:lnTo>
                  <a:lnTo>
                    <a:pt x="28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52;p64">
              <a:extLst>
                <a:ext uri="{FF2B5EF4-FFF2-40B4-BE49-F238E27FC236}">
                  <a16:creationId xmlns:a16="http://schemas.microsoft.com/office/drawing/2014/main" id="{887F0423-54B9-6023-4AAC-C026E8B720A1}"/>
                </a:ext>
              </a:extLst>
            </p:cNvPr>
            <p:cNvSpPr/>
            <p:nvPr/>
          </p:nvSpPr>
          <p:spPr>
            <a:xfrm>
              <a:off x="3948038" y="3202345"/>
              <a:ext cx="88977" cy="80588"/>
            </a:xfrm>
            <a:custGeom>
              <a:avLst/>
              <a:gdLst/>
              <a:ahLst/>
              <a:cxnLst/>
              <a:rect l="l" t="t" r="r" b="b"/>
              <a:pathLst>
                <a:path w="4624" h="4188" extrusionOk="0">
                  <a:moveTo>
                    <a:pt x="164" y="0"/>
                  </a:moveTo>
                  <a:lnTo>
                    <a:pt x="109" y="55"/>
                  </a:lnTo>
                  <a:lnTo>
                    <a:pt x="55" y="163"/>
                  </a:lnTo>
                  <a:lnTo>
                    <a:pt x="0" y="272"/>
                  </a:lnTo>
                  <a:lnTo>
                    <a:pt x="55" y="653"/>
                  </a:lnTo>
                  <a:lnTo>
                    <a:pt x="164" y="1034"/>
                  </a:lnTo>
                  <a:lnTo>
                    <a:pt x="272" y="1469"/>
                  </a:lnTo>
                  <a:lnTo>
                    <a:pt x="436" y="1795"/>
                  </a:lnTo>
                  <a:lnTo>
                    <a:pt x="599" y="2176"/>
                  </a:lnTo>
                  <a:lnTo>
                    <a:pt x="816" y="2502"/>
                  </a:lnTo>
                  <a:lnTo>
                    <a:pt x="1088" y="2828"/>
                  </a:lnTo>
                  <a:lnTo>
                    <a:pt x="1360" y="3100"/>
                  </a:lnTo>
                  <a:lnTo>
                    <a:pt x="1686" y="3372"/>
                  </a:lnTo>
                  <a:lnTo>
                    <a:pt x="2013" y="3590"/>
                  </a:lnTo>
                  <a:lnTo>
                    <a:pt x="2394" y="3807"/>
                  </a:lnTo>
                  <a:lnTo>
                    <a:pt x="2774" y="3970"/>
                  </a:lnTo>
                  <a:lnTo>
                    <a:pt x="3155" y="4079"/>
                  </a:lnTo>
                  <a:lnTo>
                    <a:pt x="3590" y="4134"/>
                  </a:lnTo>
                  <a:lnTo>
                    <a:pt x="3971" y="4188"/>
                  </a:lnTo>
                  <a:lnTo>
                    <a:pt x="4515" y="4188"/>
                  </a:lnTo>
                  <a:lnTo>
                    <a:pt x="4569" y="4079"/>
                  </a:lnTo>
                  <a:lnTo>
                    <a:pt x="4623" y="4025"/>
                  </a:lnTo>
                  <a:lnTo>
                    <a:pt x="4623" y="3916"/>
                  </a:lnTo>
                  <a:lnTo>
                    <a:pt x="4623" y="3807"/>
                  </a:lnTo>
                  <a:lnTo>
                    <a:pt x="4569" y="3753"/>
                  </a:lnTo>
                  <a:lnTo>
                    <a:pt x="4515" y="3699"/>
                  </a:lnTo>
                  <a:lnTo>
                    <a:pt x="4406" y="3644"/>
                  </a:lnTo>
                  <a:lnTo>
                    <a:pt x="3699" y="3644"/>
                  </a:lnTo>
                  <a:lnTo>
                    <a:pt x="3318" y="3535"/>
                  </a:lnTo>
                  <a:lnTo>
                    <a:pt x="2992" y="3427"/>
                  </a:lnTo>
                  <a:lnTo>
                    <a:pt x="2665" y="3318"/>
                  </a:lnTo>
                  <a:lnTo>
                    <a:pt x="2339" y="3155"/>
                  </a:lnTo>
                  <a:lnTo>
                    <a:pt x="2013" y="2937"/>
                  </a:lnTo>
                  <a:lnTo>
                    <a:pt x="1741" y="2720"/>
                  </a:lnTo>
                  <a:lnTo>
                    <a:pt x="1523" y="2502"/>
                  </a:lnTo>
                  <a:lnTo>
                    <a:pt x="1251" y="2230"/>
                  </a:lnTo>
                  <a:lnTo>
                    <a:pt x="1088" y="1904"/>
                  </a:lnTo>
                  <a:lnTo>
                    <a:pt x="925" y="1632"/>
                  </a:lnTo>
                  <a:lnTo>
                    <a:pt x="762" y="1306"/>
                  </a:lnTo>
                  <a:lnTo>
                    <a:pt x="653" y="979"/>
                  </a:lnTo>
                  <a:lnTo>
                    <a:pt x="599" y="598"/>
                  </a:lnTo>
                  <a:lnTo>
                    <a:pt x="544" y="272"/>
                  </a:lnTo>
                  <a:lnTo>
                    <a:pt x="544" y="163"/>
                  </a:lnTo>
                  <a:lnTo>
                    <a:pt x="436" y="55"/>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53;p64">
              <a:extLst>
                <a:ext uri="{FF2B5EF4-FFF2-40B4-BE49-F238E27FC236}">
                  <a16:creationId xmlns:a16="http://schemas.microsoft.com/office/drawing/2014/main" id="{FB51809F-57FA-9943-215C-E837BFA62245}"/>
                </a:ext>
              </a:extLst>
            </p:cNvPr>
            <p:cNvSpPr/>
            <p:nvPr/>
          </p:nvSpPr>
          <p:spPr>
            <a:xfrm>
              <a:off x="4247355" y="3188741"/>
              <a:ext cx="49203" cy="33501"/>
            </a:xfrm>
            <a:custGeom>
              <a:avLst/>
              <a:gdLst/>
              <a:ahLst/>
              <a:cxnLst/>
              <a:rect l="l" t="t" r="r" b="b"/>
              <a:pathLst>
                <a:path w="2557" h="1741" extrusionOk="0">
                  <a:moveTo>
                    <a:pt x="272" y="0"/>
                  </a:moveTo>
                  <a:lnTo>
                    <a:pt x="163" y="55"/>
                  </a:lnTo>
                  <a:lnTo>
                    <a:pt x="109" y="109"/>
                  </a:lnTo>
                  <a:lnTo>
                    <a:pt x="55" y="218"/>
                  </a:lnTo>
                  <a:lnTo>
                    <a:pt x="0" y="272"/>
                  </a:lnTo>
                  <a:lnTo>
                    <a:pt x="55" y="544"/>
                  </a:lnTo>
                  <a:lnTo>
                    <a:pt x="109" y="762"/>
                  </a:lnTo>
                  <a:lnTo>
                    <a:pt x="163" y="925"/>
                  </a:lnTo>
                  <a:lnTo>
                    <a:pt x="272" y="1142"/>
                  </a:lnTo>
                  <a:lnTo>
                    <a:pt x="435" y="1305"/>
                  </a:lnTo>
                  <a:lnTo>
                    <a:pt x="598" y="1469"/>
                  </a:lnTo>
                  <a:lnTo>
                    <a:pt x="762" y="1577"/>
                  </a:lnTo>
                  <a:lnTo>
                    <a:pt x="979" y="1686"/>
                  </a:lnTo>
                  <a:lnTo>
                    <a:pt x="1197" y="1741"/>
                  </a:lnTo>
                  <a:lnTo>
                    <a:pt x="1414" y="1741"/>
                  </a:lnTo>
                  <a:lnTo>
                    <a:pt x="1632" y="1686"/>
                  </a:lnTo>
                  <a:lnTo>
                    <a:pt x="1849" y="1632"/>
                  </a:lnTo>
                  <a:lnTo>
                    <a:pt x="2230" y="1469"/>
                  </a:lnTo>
                  <a:lnTo>
                    <a:pt x="2556" y="1142"/>
                  </a:lnTo>
                  <a:lnTo>
                    <a:pt x="2556" y="1034"/>
                  </a:lnTo>
                  <a:lnTo>
                    <a:pt x="2556" y="925"/>
                  </a:lnTo>
                  <a:lnTo>
                    <a:pt x="2502" y="870"/>
                  </a:lnTo>
                  <a:lnTo>
                    <a:pt x="2448" y="762"/>
                  </a:lnTo>
                  <a:lnTo>
                    <a:pt x="2230" y="762"/>
                  </a:lnTo>
                  <a:lnTo>
                    <a:pt x="2176" y="816"/>
                  </a:lnTo>
                  <a:lnTo>
                    <a:pt x="2067" y="870"/>
                  </a:lnTo>
                  <a:lnTo>
                    <a:pt x="2067" y="925"/>
                  </a:lnTo>
                  <a:lnTo>
                    <a:pt x="2013" y="979"/>
                  </a:lnTo>
                  <a:lnTo>
                    <a:pt x="1904" y="1034"/>
                  </a:lnTo>
                  <a:lnTo>
                    <a:pt x="1686" y="1142"/>
                  </a:lnTo>
                  <a:lnTo>
                    <a:pt x="1523" y="1197"/>
                  </a:lnTo>
                  <a:lnTo>
                    <a:pt x="1251" y="1197"/>
                  </a:lnTo>
                  <a:lnTo>
                    <a:pt x="1142" y="1142"/>
                  </a:lnTo>
                  <a:lnTo>
                    <a:pt x="870" y="1034"/>
                  </a:lnTo>
                  <a:lnTo>
                    <a:pt x="707" y="816"/>
                  </a:lnTo>
                  <a:lnTo>
                    <a:pt x="598" y="544"/>
                  </a:lnTo>
                  <a:lnTo>
                    <a:pt x="544" y="272"/>
                  </a:lnTo>
                  <a:lnTo>
                    <a:pt x="544" y="218"/>
                  </a:lnTo>
                  <a:lnTo>
                    <a:pt x="490" y="109"/>
                  </a:lnTo>
                  <a:lnTo>
                    <a:pt x="381" y="55"/>
                  </a:lnTo>
                  <a:lnTo>
                    <a:pt x="2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654;p64">
              <a:extLst>
                <a:ext uri="{FF2B5EF4-FFF2-40B4-BE49-F238E27FC236}">
                  <a16:creationId xmlns:a16="http://schemas.microsoft.com/office/drawing/2014/main" id="{73FBFAA2-4A1F-51A5-B484-974B48A560D6}"/>
                </a:ext>
              </a:extLst>
            </p:cNvPr>
            <p:cNvSpPr/>
            <p:nvPr/>
          </p:nvSpPr>
          <p:spPr>
            <a:xfrm>
              <a:off x="4108155" y="3074671"/>
              <a:ext cx="55495" cy="49203"/>
            </a:xfrm>
            <a:custGeom>
              <a:avLst/>
              <a:gdLst/>
              <a:ahLst/>
              <a:cxnLst/>
              <a:rect l="l" t="t" r="r" b="b"/>
              <a:pathLst>
                <a:path w="2884" h="2557" extrusionOk="0">
                  <a:moveTo>
                    <a:pt x="2611" y="0"/>
                  </a:moveTo>
                  <a:lnTo>
                    <a:pt x="2503" y="54"/>
                  </a:lnTo>
                  <a:lnTo>
                    <a:pt x="2448" y="109"/>
                  </a:lnTo>
                  <a:lnTo>
                    <a:pt x="2394" y="163"/>
                  </a:lnTo>
                  <a:lnTo>
                    <a:pt x="2339" y="272"/>
                  </a:lnTo>
                  <a:lnTo>
                    <a:pt x="2339" y="653"/>
                  </a:lnTo>
                  <a:lnTo>
                    <a:pt x="2231" y="1033"/>
                  </a:lnTo>
                  <a:lnTo>
                    <a:pt x="2013" y="1360"/>
                  </a:lnTo>
                  <a:lnTo>
                    <a:pt x="1795" y="1632"/>
                  </a:lnTo>
                  <a:lnTo>
                    <a:pt x="1469" y="1849"/>
                  </a:lnTo>
                  <a:lnTo>
                    <a:pt x="1088" y="1958"/>
                  </a:lnTo>
                  <a:lnTo>
                    <a:pt x="708" y="2012"/>
                  </a:lnTo>
                  <a:lnTo>
                    <a:pt x="327" y="1958"/>
                  </a:lnTo>
                  <a:lnTo>
                    <a:pt x="218" y="1958"/>
                  </a:lnTo>
                  <a:lnTo>
                    <a:pt x="109" y="2012"/>
                  </a:lnTo>
                  <a:lnTo>
                    <a:pt x="55" y="2067"/>
                  </a:lnTo>
                  <a:lnTo>
                    <a:pt x="1" y="2175"/>
                  </a:lnTo>
                  <a:lnTo>
                    <a:pt x="1" y="2230"/>
                  </a:lnTo>
                  <a:lnTo>
                    <a:pt x="1" y="2339"/>
                  </a:lnTo>
                  <a:lnTo>
                    <a:pt x="55" y="2447"/>
                  </a:lnTo>
                  <a:lnTo>
                    <a:pt x="164" y="2447"/>
                  </a:lnTo>
                  <a:lnTo>
                    <a:pt x="708" y="2556"/>
                  </a:lnTo>
                  <a:lnTo>
                    <a:pt x="1197" y="2502"/>
                  </a:lnTo>
                  <a:lnTo>
                    <a:pt x="1687" y="2339"/>
                  </a:lnTo>
                  <a:lnTo>
                    <a:pt x="2122" y="2067"/>
                  </a:lnTo>
                  <a:lnTo>
                    <a:pt x="2448" y="1686"/>
                  </a:lnTo>
                  <a:lnTo>
                    <a:pt x="2720" y="1251"/>
                  </a:lnTo>
                  <a:lnTo>
                    <a:pt x="2829" y="761"/>
                  </a:lnTo>
                  <a:lnTo>
                    <a:pt x="2883" y="272"/>
                  </a:lnTo>
                  <a:lnTo>
                    <a:pt x="2883" y="163"/>
                  </a:lnTo>
                  <a:lnTo>
                    <a:pt x="2829" y="109"/>
                  </a:lnTo>
                  <a:lnTo>
                    <a:pt x="2720" y="54"/>
                  </a:lnTo>
                  <a:lnTo>
                    <a:pt x="26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655;p64">
              <a:extLst>
                <a:ext uri="{FF2B5EF4-FFF2-40B4-BE49-F238E27FC236}">
                  <a16:creationId xmlns:a16="http://schemas.microsoft.com/office/drawing/2014/main" id="{4E4D0F92-DD47-6950-3774-B2D72AE2189B}"/>
                </a:ext>
              </a:extLst>
            </p:cNvPr>
            <p:cNvSpPr/>
            <p:nvPr/>
          </p:nvSpPr>
          <p:spPr>
            <a:xfrm>
              <a:off x="3988851" y="3150005"/>
              <a:ext cx="37696" cy="43988"/>
            </a:xfrm>
            <a:custGeom>
              <a:avLst/>
              <a:gdLst/>
              <a:ahLst/>
              <a:cxnLst/>
              <a:rect l="l" t="t" r="r" b="b"/>
              <a:pathLst>
                <a:path w="1959" h="2286" extrusionOk="0">
                  <a:moveTo>
                    <a:pt x="164" y="1"/>
                  </a:moveTo>
                  <a:lnTo>
                    <a:pt x="55" y="55"/>
                  </a:lnTo>
                  <a:lnTo>
                    <a:pt x="1" y="164"/>
                  </a:lnTo>
                  <a:lnTo>
                    <a:pt x="1" y="273"/>
                  </a:lnTo>
                  <a:lnTo>
                    <a:pt x="1" y="599"/>
                  </a:lnTo>
                  <a:lnTo>
                    <a:pt x="109" y="925"/>
                  </a:lnTo>
                  <a:lnTo>
                    <a:pt x="218" y="1252"/>
                  </a:lnTo>
                  <a:lnTo>
                    <a:pt x="436" y="1578"/>
                  </a:lnTo>
                  <a:lnTo>
                    <a:pt x="653" y="1850"/>
                  </a:lnTo>
                  <a:lnTo>
                    <a:pt x="925" y="2013"/>
                  </a:lnTo>
                  <a:lnTo>
                    <a:pt x="1251" y="2176"/>
                  </a:lnTo>
                  <a:lnTo>
                    <a:pt x="1578" y="2285"/>
                  </a:lnTo>
                  <a:lnTo>
                    <a:pt x="1795" y="2285"/>
                  </a:lnTo>
                  <a:lnTo>
                    <a:pt x="1904" y="2231"/>
                  </a:lnTo>
                  <a:lnTo>
                    <a:pt x="1904" y="2122"/>
                  </a:lnTo>
                  <a:lnTo>
                    <a:pt x="1959" y="2013"/>
                  </a:lnTo>
                  <a:lnTo>
                    <a:pt x="1904" y="1904"/>
                  </a:lnTo>
                  <a:lnTo>
                    <a:pt x="1850" y="1850"/>
                  </a:lnTo>
                  <a:lnTo>
                    <a:pt x="1741" y="1796"/>
                  </a:lnTo>
                  <a:lnTo>
                    <a:pt x="1469" y="1687"/>
                  </a:lnTo>
                  <a:lnTo>
                    <a:pt x="1360" y="1687"/>
                  </a:lnTo>
                  <a:lnTo>
                    <a:pt x="1251" y="1578"/>
                  </a:lnTo>
                  <a:lnTo>
                    <a:pt x="1143" y="1524"/>
                  </a:lnTo>
                  <a:lnTo>
                    <a:pt x="1088" y="1469"/>
                  </a:lnTo>
                  <a:lnTo>
                    <a:pt x="1034" y="1415"/>
                  </a:lnTo>
                  <a:lnTo>
                    <a:pt x="816" y="1252"/>
                  </a:lnTo>
                  <a:lnTo>
                    <a:pt x="816" y="1197"/>
                  </a:lnTo>
                  <a:lnTo>
                    <a:pt x="762" y="1143"/>
                  </a:lnTo>
                  <a:lnTo>
                    <a:pt x="708" y="1034"/>
                  </a:lnTo>
                  <a:lnTo>
                    <a:pt x="653" y="871"/>
                  </a:lnTo>
                  <a:lnTo>
                    <a:pt x="599" y="871"/>
                  </a:lnTo>
                  <a:lnTo>
                    <a:pt x="599" y="817"/>
                  </a:lnTo>
                  <a:lnTo>
                    <a:pt x="544" y="490"/>
                  </a:lnTo>
                  <a:lnTo>
                    <a:pt x="490" y="436"/>
                  </a:lnTo>
                  <a:lnTo>
                    <a:pt x="490" y="273"/>
                  </a:lnTo>
                  <a:lnTo>
                    <a:pt x="490" y="164"/>
                  </a:lnTo>
                  <a:lnTo>
                    <a:pt x="436" y="55"/>
                  </a:lnTo>
                  <a:lnTo>
                    <a:pt x="3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656;p64">
              <a:extLst>
                <a:ext uri="{FF2B5EF4-FFF2-40B4-BE49-F238E27FC236}">
                  <a16:creationId xmlns:a16="http://schemas.microsoft.com/office/drawing/2014/main" id="{5B542E04-072B-F392-9BD4-7B4AF66211A9}"/>
                </a:ext>
              </a:extLst>
            </p:cNvPr>
            <p:cNvSpPr/>
            <p:nvPr/>
          </p:nvSpPr>
          <p:spPr>
            <a:xfrm>
              <a:off x="4040133" y="3150005"/>
              <a:ext cx="43969" cy="55495"/>
            </a:xfrm>
            <a:custGeom>
              <a:avLst/>
              <a:gdLst/>
              <a:ahLst/>
              <a:cxnLst/>
              <a:rect l="l" t="t" r="r" b="b"/>
              <a:pathLst>
                <a:path w="2285" h="2884" extrusionOk="0">
                  <a:moveTo>
                    <a:pt x="218" y="1"/>
                  </a:moveTo>
                  <a:lnTo>
                    <a:pt x="109" y="55"/>
                  </a:lnTo>
                  <a:lnTo>
                    <a:pt x="55" y="110"/>
                  </a:lnTo>
                  <a:lnTo>
                    <a:pt x="1" y="218"/>
                  </a:lnTo>
                  <a:lnTo>
                    <a:pt x="1" y="327"/>
                  </a:lnTo>
                  <a:lnTo>
                    <a:pt x="109" y="708"/>
                  </a:lnTo>
                  <a:lnTo>
                    <a:pt x="272" y="1089"/>
                  </a:lnTo>
                  <a:lnTo>
                    <a:pt x="436" y="1469"/>
                  </a:lnTo>
                  <a:lnTo>
                    <a:pt x="653" y="1796"/>
                  </a:lnTo>
                  <a:lnTo>
                    <a:pt x="925" y="2122"/>
                  </a:lnTo>
                  <a:lnTo>
                    <a:pt x="1197" y="2394"/>
                  </a:lnTo>
                  <a:lnTo>
                    <a:pt x="1523" y="2611"/>
                  </a:lnTo>
                  <a:lnTo>
                    <a:pt x="1904" y="2829"/>
                  </a:lnTo>
                  <a:lnTo>
                    <a:pt x="2013" y="2883"/>
                  </a:lnTo>
                  <a:lnTo>
                    <a:pt x="2122" y="2883"/>
                  </a:lnTo>
                  <a:lnTo>
                    <a:pt x="2176" y="2829"/>
                  </a:lnTo>
                  <a:lnTo>
                    <a:pt x="2285" y="2720"/>
                  </a:lnTo>
                  <a:lnTo>
                    <a:pt x="2285" y="2666"/>
                  </a:lnTo>
                  <a:lnTo>
                    <a:pt x="2285" y="2557"/>
                  </a:lnTo>
                  <a:lnTo>
                    <a:pt x="2230" y="2448"/>
                  </a:lnTo>
                  <a:lnTo>
                    <a:pt x="2176" y="2394"/>
                  </a:lnTo>
                  <a:lnTo>
                    <a:pt x="1850" y="2176"/>
                  </a:lnTo>
                  <a:lnTo>
                    <a:pt x="1578" y="1959"/>
                  </a:lnTo>
                  <a:lnTo>
                    <a:pt x="1306" y="1741"/>
                  </a:lnTo>
                  <a:lnTo>
                    <a:pt x="1088" y="1469"/>
                  </a:lnTo>
                  <a:lnTo>
                    <a:pt x="925" y="1197"/>
                  </a:lnTo>
                  <a:lnTo>
                    <a:pt x="762" y="871"/>
                  </a:lnTo>
                  <a:lnTo>
                    <a:pt x="599" y="545"/>
                  </a:lnTo>
                  <a:lnTo>
                    <a:pt x="544" y="164"/>
                  </a:lnTo>
                  <a:lnTo>
                    <a:pt x="490" y="110"/>
                  </a:lnTo>
                  <a:lnTo>
                    <a:pt x="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57;p64">
              <a:extLst>
                <a:ext uri="{FF2B5EF4-FFF2-40B4-BE49-F238E27FC236}">
                  <a16:creationId xmlns:a16="http://schemas.microsoft.com/office/drawing/2014/main" id="{C07FE090-DB92-D6D9-DB26-2BCC455C553B}"/>
                </a:ext>
              </a:extLst>
            </p:cNvPr>
            <p:cNvSpPr/>
            <p:nvPr/>
          </p:nvSpPr>
          <p:spPr>
            <a:xfrm>
              <a:off x="4109213" y="3162571"/>
              <a:ext cx="43969" cy="55495"/>
            </a:xfrm>
            <a:custGeom>
              <a:avLst/>
              <a:gdLst/>
              <a:ahLst/>
              <a:cxnLst/>
              <a:rect l="l" t="t" r="r" b="b"/>
              <a:pathLst>
                <a:path w="2285" h="2884" extrusionOk="0">
                  <a:moveTo>
                    <a:pt x="326" y="1"/>
                  </a:moveTo>
                  <a:lnTo>
                    <a:pt x="218" y="55"/>
                  </a:lnTo>
                  <a:lnTo>
                    <a:pt x="109" y="55"/>
                  </a:lnTo>
                  <a:lnTo>
                    <a:pt x="54" y="164"/>
                  </a:lnTo>
                  <a:lnTo>
                    <a:pt x="0" y="272"/>
                  </a:lnTo>
                  <a:lnTo>
                    <a:pt x="0" y="381"/>
                  </a:lnTo>
                  <a:lnTo>
                    <a:pt x="109" y="762"/>
                  </a:lnTo>
                  <a:lnTo>
                    <a:pt x="272" y="1143"/>
                  </a:lnTo>
                  <a:lnTo>
                    <a:pt x="435" y="1523"/>
                  </a:lnTo>
                  <a:lnTo>
                    <a:pt x="653" y="1850"/>
                  </a:lnTo>
                  <a:lnTo>
                    <a:pt x="925" y="2122"/>
                  </a:lnTo>
                  <a:lnTo>
                    <a:pt x="1251" y="2448"/>
                  </a:lnTo>
                  <a:lnTo>
                    <a:pt x="1577" y="2665"/>
                  </a:lnTo>
                  <a:lnTo>
                    <a:pt x="1904" y="2883"/>
                  </a:lnTo>
                  <a:lnTo>
                    <a:pt x="2121" y="2883"/>
                  </a:lnTo>
                  <a:lnTo>
                    <a:pt x="2176" y="2829"/>
                  </a:lnTo>
                  <a:lnTo>
                    <a:pt x="2284" y="2774"/>
                  </a:lnTo>
                  <a:lnTo>
                    <a:pt x="2284" y="2665"/>
                  </a:lnTo>
                  <a:lnTo>
                    <a:pt x="2284" y="2557"/>
                  </a:lnTo>
                  <a:lnTo>
                    <a:pt x="2230" y="2448"/>
                  </a:lnTo>
                  <a:lnTo>
                    <a:pt x="2176" y="2394"/>
                  </a:lnTo>
                  <a:lnTo>
                    <a:pt x="1849" y="2230"/>
                  </a:lnTo>
                  <a:lnTo>
                    <a:pt x="1577" y="2013"/>
                  </a:lnTo>
                  <a:lnTo>
                    <a:pt x="1305" y="1795"/>
                  </a:lnTo>
                  <a:lnTo>
                    <a:pt x="1088" y="1523"/>
                  </a:lnTo>
                  <a:lnTo>
                    <a:pt x="925" y="1197"/>
                  </a:lnTo>
                  <a:lnTo>
                    <a:pt x="762" y="925"/>
                  </a:lnTo>
                  <a:lnTo>
                    <a:pt x="598" y="544"/>
                  </a:lnTo>
                  <a:lnTo>
                    <a:pt x="544" y="218"/>
                  </a:lnTo>
                  <a:lnTo>
                    <a:pt x="490" y="109"/>
                  </a:lnTo>
                  <a:lnTo>
                    <a:pt x="435" y="55"/>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58;p64">
              <a:extLst>
                <a:ext uri="{FF2B5EF4-FFF2-40B4-BE49-F238E27FC236}">
                  <a16:creationId xmlns:a16="http://schemas.microsoft.com/office/drawing/2014/main" id="{15A1E17F-7185-2252-1999-BA209CC5D084}"/>
                </a:ext>
              </a:extLst>
            </p:cNvPr>
            <p:cNvSpPr/>
            <p:nvPr/>
          </p:nvSpPr>
          <p:spPr>
            <a:xfrm>
              <a:off x="4174099" y="3179312"/>
              <a:ext cx="45008" cy="42930"/>
            </a:xfrm>
            <a:custGeom>
              <a:avLst/>
              <a:gdLst/>
              <a:ahLst/>
              <a:cxnLst/>
              <a:rect l="l" t="t" r="r" b="b"/>
              <a:pathLst>
                <a:path w="2339" h="2231" extrusionOk="0">
                  <a:moveTo>
                    <a:pt x="272" y="1"/>
                  </a:moveTo>
                  <a:lnTo>
                    <a:pt x="163" y="55"/>
                  </a:lnTo>
                  <a:lnTo>
                    <a:pt x="54" y="55"/>
                  </a:lnTo>
                  <a:lnTo>
                    <a:pt x="0" y="164"/>
                  </a:lnTo>
                  <a:lnTo>
                    <a:pt x="0" y="273"/>
                  </a:lnTo>
                  <a:lnTo>
                    <a:pt x="0" y="381"/>
                  </a:lnTo>
                  <a:lnTo>
                    <a:pt x="109" y="708"/>
                  </a:lnTo>
                  <a:lnTo>
                    <a:pt x="272" y="1034"/>
                  </a:lnTo>
                  <a:lnTo>
                    <a:pt x="490" y="1306"/>
                  </a:lnTo>
                  <a:lnTo>
                    <a:pt x="762" y="1578"/>
                  </a:lnTo>
                  <a:lnTo>
                    <a:pt x="1033" y="1795"/>
                  </a:lnTo>
                  <a:lnTo>
                    <a:pt x="1305" y="1959"/>
                  </a:lnTo>
                  <a:lnTo>
                    <a:pt x="1632" y="2122"/>
                  </a:lnTo>
                  <a:lnTo>
                    <a:pt x="2012" y="2231"/>
                  </a:lnTo>
                  <a:lnTo>
                    <a:pt x="2121" y="2231"/>
                  </a:lnTo>
                  <a:lnTo>
                    <a:pt x="2230" y="2176"/>
                  </a:lnTo>
                  <a:lnTo>
                    <a:pt x="2284" y="2122"/>
                  </a:lnTo>
                  <a:lnTo>
                    <a:pt x="2339" y="2013"/>
                  </a:lnTo>
                  <a:lnTo>
                    <a:pt x="2339" y="1959"/>
                  </a:lnTo>
                  <a:lnTo>
                    <a:pt x="2284" y="1850"/>
                  </a:lnTo>
                  <a:lnTo>
                    <a:pt x="2230" y="1741"/>
                  </a:lnTo>
                  <a:lnTo>
                    <a:pt x="2121" y="1687"/>
                  </a:lnTo>
                  <a:lnTo>
                    <a:pt x="1849" y="1632"/>
                  </a:lnTo>
                  <a:lnTo>
                    <a:pt x="1795" y="1578"/>
                  </a:lnTo>
                  <a:lnTo>
                    <a:pt x="1740" y="1578"/>
                  </a:lnTo>
                  <a:lnTo>
                    <a:pt x="1577" y="1524"/>
                  </a:lnTo>
                  <a:lnTo>
                    <a:pt x="1305" y="1360"/>
                  </a:lnTo>
                  <a:lnTo>
                    <a:pt x="1251" y="1306"/>
                  </a:lnTo>
                  <a:lnTo>
                    <a:pt x="1142" y="1197"/>
                  </a:lnTo>
                  <a:lnTo>
                    <a:pt x="925" y="980"/>
                  </a:lnTo>
                  <a:lnTo>
                    <a:pt x="762" y="762"/>
                  </a:lnTo>
                  <a:lnTo>
                    <a:pt x="598" y="490"/>
                  </a:lnTo>
                  <a:lnTo>
                    <a:pt x="598" y="436"/>
                  </a:lnTo>
                  <a:lnTo>
                    <a:pt x="544" y="381"/>
                  </a:lnTo>
                  <a:lnTo>
                    <a:pt x="490" y="218"/>
                  </a:lnTo>
                  <a:lnTo>
                    <a:pt x="435" y="109"/>
                  </a:lnTo>
                  <a:lnTo>
                    <a:pt x="381" y="55"/>
                  </a:lnTo>
                  <a:lnTo>
                    <a:pt x="2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59;p64">
              <a:extLst>
                <a:ext uri="{FF2B5EF4-FFF2-40B4-BE49-F238E27FC236}">
                  <a16:creationId xmlns:a16="http://schemas.microsoft.com/office/drawing/2014/main" id="{7AB19C5C-886A-4F2D-1C75-E110A6190308}"/>
                </a:ext>
              </a:extLst>
            </p:cNvPr>
            <p:cNvSpPr/>
            <p:nvPr/>
          </p:nvSpPr>
          <p:spPr>
            <a:xfrm>
              <a:off x="3691632" y="3226417"/>
              <a:ext cx="275264" cy="277342"/>
            </a:xfrm>
            <a:custGeom>
              <a:avLst/>
              <a:gdLst/>
              <a:ahLst/>
              <a:cxnLst/>
              <a:rect l="l" t="t" r="r" b="b"/>
              <a:pathLst>
                <a:path w="14305" h="14413" extrusionOk="0">
                  <a:moveTo>
                    <a:pt x="12292" y="0"/>
                  </a:moveTo>
                  <a:lnTo>
                    <a:pt x="12020" y="55"/>
                  </a:lnTo>
                  <a:lnTo>
                    <a:pt x="11803" y="163"/>
                  </a:lnTo>
                  <a:lnTo>
                    <a:pt x="11313" y="435"/>
                  </a:lnTo>
                  <a:lnTo>
                    <a:pt x="9899" y="1305"/>
                  </a:lnTo>
                  <a:lnTo>
                    <a:pt x="8485" y="2121"/>
                  </a:lnTo>
                  <a:lnTo>
                    <a:pt x="5602" y="3807"/>
                  </a:lnTo>
                  <a:lnTo>
                    <a:pt x="2774" y="5493"/>
                  </a:lnTo>
                  <a:lnTo>
                    <a:pt x="1360" y="6418"/>
                  </a:lnTo>
                  <a:lnTo>
                    <a:pt x="1" y="7342"/>
                  </a:lnTo>
                  <a:lnTo>
                    <a:pt x="273" y="8321"/>
                  </a:lnTo>
                  <a:lnTo>
                    <a:pt x="653" y="9300"/>
                  </a:lnTo>
                  <a:lnTo>
                    <a:pt x="1034" y="10225"/>
                  </a:lnTo>
                  <a:lnTo>
                    <a:pt x="1523" y="11149"/>
                  </a:lnTo>
                  <a:lnTo>
                    <a:pt x="2013" y="12020"/>
                  </a:lnTo>
                  <a:lnTo>
                    <a:pt x="2611" y="12835"/>
                  </a:lnTo>
                  <a:lnTo>
                    <a:pt x="3264" y="13651"/>
                  </a:lnTo>
                  <a:lnTo>
                    <a:pt x="3916" y="14413"/>
                  </a:lnTo>
                  <a:lnTo>
                    <a:pt x="4025" y="14413"/>
                  </a:lnTo>
                  <a:lnTo>
                    <a:pt x="4188" y="14358"/>
                  </a:lnTo>
                  <a:lnTo>
                    <a:pt x="4678" y="14086"/>
                  </a:lnTo>
                  <a:lnTo>
                    <a:pt x="5385" y="13651"/>
                  </a:lnTo>
                  <a:lnTo>
                    <a:pt x="6146" y="13107"/>
                  </a:lnTo>
                  <a:lnTo>
                    <a:pt x="7560" y="12020"/>
                  </a:lnTo>
                  <a:lnTo>
                    <a:pt x="8376" y="11421"/>
                  </a:lnTo>
                  <a:lnTo>
                    <a:pt x="11150" y="9409"/>
                  </a:lnTo>
                  <a:lnTo>
                    <a:pt x="11857" y="8865"/>
                  </a:lnTo>
                  <a:lnTo>
                    <a:pt x="12510" y="8321"/>
                  </a:lnTo>
                  <a:lnTo>
                    <a:pt x="13162" y="7723"/>
                  </a:lnTo>
                  <a:lnTo>
                    <a:pt x="13706" y="7125"/>
                  </a:lnTo>
                  <a:lnTo>
                    <a:pt x="14141" y="6581"/>
                  </a:lnTo>
                  <a:lnTo>
                    <a:pt x="14250" y="6418"/>
                  </a:lnTo>
                  <a:lnTo>
                    <a:pt x="14304" y="6255"/>
                  </a:lnTo>
                  <a:lnTo>
                    <a:pt x="14304" y="6037"/>
                  </a:lnTo>
                  <a:lnTo>
                    <a:pt x="14250" y="5874"/>
                  </a:lnTo>
                  <a:lnTo>
                    <a:pt x="14196" y="5820"/>
                  </a:lnTo>
                  <a:lnTo>
                    <a:pt x="14087" y="5765"/>
                  </a:lnTo>
                  <a:lnTo>
                    <a:pt x="13869" y="5711"/>
                  </a:lnTo>
                  <a:lnTo>
                    <a:pt x="13652" y="5765"/>
                  </a:lnTo>
                  <a:lnTo>
                    <a:pt x="13434" y="5874"/>
                  </a:lnTo>
                  <a:lnTo>
                    <a:pt x="11259" y="6853"/>
                  </a:lnTo>
                  <a:lnTo>
                    <a:pt x="11966" y="6472"/>
                  </a:lnTo>
                  <a:lnTo>
                    <a:pt x="12347" y="6255"/>
                  </a:lnTo>
                  <a:lnTo>
                    <a:pt x="12782" y="5983"/>
                  </a:lnTo>
                  <a:lnTo>
                    <a:pt x="13108" y="5656"/>
                  </a:lnTo>
                  <a:lnTo>
                    <a:pt x="13380" y="5330"/>
                  </a:lnTo>
                  <a:lnTo>
                    <a:pt x="13489" y="5167"/>
                  </a:lnTo>
                  <a:lnTo>
                    <a:pt x="13489" y="5004"/>
                  </a:lnTo>
                  <a:lnTo>
                    <a:pt x="13489" y="4786"/>
                  </a:lnTo>
                  <a:lnTo>
                    <a:pt x="13434" y="4623"/>
                  </a:lnTo>
                  <a:lnTo>
                    <a:pt x="13380" y="4460"/>
                  </a:lnTo>
                  <a:lnTo>
                    <a:pt x="13271" y="4405"/>
                  </a:lnTo>
                  <a:lnTo>
                    <a:pt x="13162" y="4351"/>
                  </a:lnTo>
                  <a:lnTo>
                    <a:pt x="12999" y="4297"/>
                  </a:lnTo>
                  <a:lnTo>
                    <a:pt x="12673" y="4351"/>
                  </a:lnTo>
                  <a:lnTo>
                    <a:pt x="12292" y="4460"/>
                  </a:lnTo>
                  <a:lnTo>
                    <a:pt x="11585" y="4841"/>
                  </a:lnTo>
                  <a:lnTo>
                    <a:pt x="11041" y="5112"/>
                  </a:lnTo>
                  <a:lnTo>
                    <a:pt x="11041" y="5112"/>
                  </a:lnTo>
                  <a:lnTo>
                    <a:pt x="11422" y="4895"/>
                  </a:lnTo>
                  <a:lnTo>
                    <a:pt x="11857" y="4623"/>
                  </a:lnTo>
                  <a:lnTo>
                    <a:pt x="12238" y="4297"/>
                  </a:lnTo>
                  <a:lnTo>
                    <a:pt x="12564" y="3970"/>
                  </a:lnTo>
                  <a:lnTo>
                    <a:pt x="12890" y="3590"/>
                  </a:lnTo>
                  <a:lnTo>
                    <a:pt x="13108" y="3155"/>
                  </a:lnTo>
                  <a:lnTo>
                    <a:pt x="13325" y="2719"/>
                  </a:lnTo>
                  <a:lnTo>
                    <a:pt x="13434" y="2284"/>
                  </a:lnTo>
                  <a:lnTo>
                    <a:pt x="13217" y="2176"/>
                  </a:lnTo>
                  <a:lnTo>
                    <a:pt x="12727" y="2176"/>
                  </a:lnTo>
                  <a:lnTo>
                    <a:pt x="12455" y="2230"/>
                  </a:lnTo>
                  <a:lnTo>
                    <a:pt x="11911" y="2393"/>
                  </a:lnTo>
                  <a:lnTo>
                    <a:pt x="11313" y="2665"/>
                  </a:lnTo>
                  <a:lnTo>
                    <a:pt x="10824" y="2991"/>
                  </a:lnTo>
                  <a:lnTo>
                    <a:pt x="10334" y="3372"/>
                  </a:lnTo>
                  <a:lnTo>
                    <a:pt x="9518" y="4025"/>
                  </a:lnTo>
                  <a:lnTo>
                    <a:pt x="9518" y="4025"/>
                  </a:lnTo>
                  <a:lnTo>
                    <a:pt x="12564" y="1360"/>
                  </a:lnTo>
                  <a:lnTo>
                    <a:pt x="12782" y="1197"/>
                  </a:lnTo>
                  <a:lnTo>
                    <a:pt x="12945" y="1033"/>
                  </a:lnTo>
                  <a:lnTo>
                    <a:pt x="13054" y="816"/>
                  </a:lnTo>
                  <a:lnTo>
                    <a:pt x="13054" y="598"/>
                  </a:lnTo>
                  <a:lnTo>
                    <a:pt x="13054" y="435"/>
                  </a:lnTo>
                  <a:lnTo>
                    <a:pt x="12999" y="326"/>
                  </a:lnTo>
                  <a:lnTo>
                    <a:pt x="12782" y="163"/>
                  </a:lnTo>
                  <a:lnTo>
                    <a:pt x="12564" y="55"/>
                  </a:lnTo>
                  <a:lnTo>
                    <a:pt x="12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660;p64">
              <a:extLst>
                <a:ext uri="{FF2B5EF4-FFF2-40B4-BE49-F238E27FC236}">
                  <a16:creationId xmlns:a16="http://schemas.microsoft.com/office/drawing/2014/main" id="{8833096F-0675-D2F0-EA15-9E4E867E2504}"/>
                </a:ext>
              </a:extLst>
            </p:cNvPr>
            <p:cNvSpPr/>
            <p:nvPr/>
          </p:nvSpPr>
          <p:spPr>
            <a:xfrm>
              <a:off x="3686398" y="3222222"/>
              <a:ext cx="285732" cy="286771"/>
            </a:xfrm>
            <a:custGeom>
              <a:avLst/>
              <a:gdLst/>
              <a:ahLst/>
              <a:cxnLst/>
              <a:rect l="l" t="t" r="r" b="b"/>
              <a:pathLst>
                <a:path w="14849" h="14903" extrusionOk="0">
                  <a:moveTo>
                    <a:pt x="12673" y="490"/>
                  </a:moveTo>
                  <a:lnTo>
                    <a:pt x="12890" y="544"/>
                  </a:lnTo>
                  <a:lnTo>
                    <a:pt x="12999" y="708"/>
                  </a:lnTo>
                  <a:lnTo>
                    <a:pt x="13054" y="871"/>
                  </a:lnTo>
                  <a:lnTo>
                    <a:pt x="12945" y="1088"/>
                  </a:lnTo>
                  <a:lnTo>
                    <a:pt x="12782" y="1306"/>
                  </a:lnTo>
                  <a:lnTo>
                    <a:pt x="12619" y="1469"/>
                  </a:lnTo>
                  <a:lnTo>
                    <a:pt x="12238" y="1795"/>
                  </a:lnTo>
                  <a:lnTo>
                    <a:pt x="11368" y="2502"/>
                  </a:lnTo>
                  <a:lnTo>
                    <a:pt x="9627" y="4080"/>
                  </a:lnTo>
                  <a:lnTo>
                    <a:pt x="9518" y="4134"/>
                  </a:lnTo>
                  <a:lnTo>
                    <a:pt x="9518" y="4243"/>
                  </a:lnTo>
                  <a:lnTo>
                    <a:pt x="9518" y="4352"/>
                  </a:lnTo>
                  <a:lnTo>
                    <a:pt x="9573" y="4406"/>
                  </a:lnTo>
                  <a:lnTo>
                    <a:pt x="9682" y="4460"/>
                  </a:lnTo>
                  <a:lnTo>
                    <a:pt x="9790" y="4515"/>
                  </a:lnTo>
                  <a:lnTo>
                    <a:pt x="9899" y="4515"/>
                  </a:lnTo>
                  <a:lnTo>
                    <a:pt x="10008" y="4460"/>
                  </a:lnTo>
                  <a:lnTo>
                    <a:pt x="10769" y="3808"/>
                  </a:lnTo>
                  <a:lnTo>
                    <a:pt x="11640" y="3209"/>
                  </a:lnTo>
                  <a:lnTo>
                    <a:pt x="12075" y="2937"/>
                  </a:lnTo>
                  <a:lnTo>
                    <a:pt x="12564" y="2720"/>
                  </a:lnTo>
                  <a:lnTo>
                    <a:pt x="12836" y="2666"/>
                  </a:lnTo>
                  <a:lnTo>
                    <a:pt x="13054" y="2611"/>
                  </a:lnTo>
                  <a:lnTo>
                    <a:pt x="13326" y="2666"/>
                  </a:lnTo>
                  <a:lnTo>
                    <a:pt x="13377" y="2678"/>
                  </a:lnTo>
                  <a:lnTo>
                    <a:pt x="13377" y="2678"/>
                  </a:lnTo>
                  <a:lnTo>
                    <a:pt x="13326" y="2883"/>
                  </a:lnTo>
                  <a:lnTo>
                    <a:pt x="13162" y="3264"/>
                  </a:lnTo>
                  <a:lnTo>
                    <a:pt x="12945" y="3699"/>
                  </a:lnTo>
                  <a:lnTo>
                    <a:pt x="12619" y="4025"/>
                  </a:lnTo>
                  <a:lnTo>
                    <a:pt x="12292" y="4352"/>
                  </a:lnTo>
                  <a:lnTo>
                    <a:pt x="11966" y="4623"/>
                  </a:lnTo>
                  <a:lnTo>
                    <a:pt x="11680" y="4827"/>
                  </a:lnTo>
                  <a:lnTo>
                    <a:pt x="11680" y="4827"/>
                  </a:lnTo>
                  <a:lnTo>
                    <a:pt x="11150" y="5113"/>
                  </a:lnTo>
                  <a:lnTo>
                    <a:pt x="11096" y="5167"/>
                  </a:lnTo>
                  <a:lnTo>
                    <a:pt x="11041" y="5222"/>
                  </a:lnTo>
                  <a:lnTo>
                    <a:pt x="11041" y="5330"/>
                  </a:lnTo>
                  <a:lnTo>
                    <a:pt x="11096" y="5439"/>
                  </a:lnTo>
                  <a:lnTo>
                    <a:pt x="11150" y="5494"/>
                  </a:lnTo>
                  <a:lnTo>
                    <a:pt x="11204" y="5548"/>
                  </a:lnTo>
                  <a:lnTo>
                    <a:pt x="11313" y="5602"/>
                  </a:lnTo>
                  <a:lnTo>
                    <a:pt x="11422" y="5548"/>
                  </a:lnTo>
                  <a:lnTo>
                    <a:pt x="11911" y="5330"/>
                  </a:lnTo>
                  <a:lnTo>
                    <a:pt x="12127" y="5177"/>
                  </a:lnTo>
                  <a:lnTo>
                    <a:pt x="12127" y="5177"/>
                  </a:lnTo>
                  <a:lnTo>
                    <a:pt x="12619" y="4950"/>
                  </a:lnTo>
                  <a:lnTo>
                    <a:pt x="12999" y="4841"/>
                  </a:lnTo>
                  <a:lnTo>
                    <a:pt x="13380" y="4841"/>
                  </a:lnTo>
                  <a:lnTo>
                    <a:pt x="13434" y="4895"/>
                  </a:lnTo>
                  <a:lnTo>
                    <a:pt x="13489" y="5004"/>
                  </a:lnTo>
                  <a:lnTo>
                    <a:pt x="13543" y="5167"/>
                  </a:lnTo>
                  <a:lnTo>
                    <a:pt x="13489" y="5330"/>
                  </a:lnTo>
                  <a:lnTo>
                    <a:pt x="13434" y="5494"/>
                  </a:lnTo>
                  <a:lnTo>
                    <a:pt x="13162" y="5766"/>
                  </a:lnTo>
                  <a:lnTo>
                    <a:pt x="12890" y="5983"/>
                  </a:lnTo>
                  <a:lnTo>
                    <a:pt x="12619" y="6146"/>
                  </a:lnTo>
                  <a:lnTo>
                    <a:pt x="12020" y="6527"/>
                  </a:lnTo>
                  <a:lnTo>
                    <a:pt x="11422" y="6853"/>
                  </a:lnTo>
                  <a:lnTo>
                    <a:pt x="11313" y="6908"/>
                  </a:lnTo>
                  <a:lnTo>
                    <a:pt x="11259" y="7016"/>
                  </a:lnTo>
                  <a:lnTo>
                    <a:pt x="11259" y="7071"/>
                  </a:lnTo>
                  <a:lnTo>
                    <a:pt x="11313" y="7180"/>
                  </a:lnTo>
                  <a:lnTo>
                    <a:pt x="11368" y="7234"/>
                  </a:lnTo>
                  <a:lnTo>
                    <a:pt x="11476" y="7288"/>
                  </a:lnTo>
                  <a:lnTo>
                    <a:pt x="11585" y="7343"/>
                  </a:lnTo>
                  <a:lnTo>
                    <a:pt x="11694" y="7288"/>
                  </a:lnTo>
                  <a:lnTo>
                    <a:pt x="13543" y="6418"/>
                  </a:lnTo>
                  <a:lnTo>
                    <a:pt x="13924" y="6255"/>
                  </a:lnTo>
                  <a:lnTo>
                    <a:pt x="14141" y="6201"/>
                  </a:lnTo>
                  <a:lnTo>
                    <a:pt x="14250" y="6201"/>
                  </a:lnTo>
                  <a:lnTo>
                    <a:pt x="14305" y="6255"/>
                  </a:lnTo>
                  <a:lnTo>
                    <a:pt x="14359" y="6309"/>
                  </a:lnTo>
                  <a:lnTo>
                    <a:pt x="14305" y="6418"/>
                  </a:lnTo>
                  <a:lnTo>
                    <a:pt x="14141" y="6690"/>
                  </a:lnTo>
                  <a:lnTo>
                    <a:pt x="13815" y="7125"/>
                  </a:lnTo>
                  <a:lnTo>
                    <a:pt x="13380" y="7615"/>
                  </a:lnTo>
                  <a:lnTo>
                    <a:pt x="12890" y="8104"/>
                  </a:lnTo>
                  <a:lnTo>
                    <a:pt x="11911" y="8920"/>
                  </a:lnTo>
                  <a:lnTo>
                    <a:pt x="10878" y="9736"/>
                  </a:lnTo>
                  <a:lnTo>
                    <a:pt x="9790" y="10443"/>
                  </a:lnTo>
                  <a:lnTo>
                    <a:pt x="8648" y="11313"/>
                  </a:lnTo>
                  <a:lnTo>
                    <a:pt x="7560" y="12129"/>
                  </a:lnTo>
                  <a:lnTo>
                    <a:pt x="6364" y="13053"/>
                  </a:lnTo>
                  <a:lnTo>
                    <a:pt x="5113" y="13924"/>
                  </a:lnTo>
                  <a:lnTo>
                    <a:pt x="4624" y="14196"/>
                  </a:lnTo>
                  <a:lnTo>
                    <a:pt x="4406" y="14304"/>
                  </a:lnTo>
                  <a:lnTo>
                    <a:pt x="4286" y="14344"/>
                  </a:lnTo>
                  <a:lnTo>
                    <a:pt x="4286" y="14344"/>
                  </a:lnTo>
                  <a:lnTo>
                    <a:pt x="4080" y="14087"/>
                  </a:lnTo>
                  <a:lnTo>
                    <a:pt x="3862" y="13869"/>
                  </a:lnTo>
                  <a:lnTo>
                    <a:pt x="2992" y="12781"/>
                  </a:lnTo>
                  <a:lnTo>
                    <a:pt x="2611" y="12183"/>
                  </a:lnTo>
                  <a:lnTo>
                    <a:pt x="2231" y="11531"/>
                  </a:lnTo>
                  <a:lnTo>
                    <a:pt x="1850" y="10878"/>
                  </a:lnTo>
                  <a:lnTo>
                    <a:pt x="1524" y="10225"/>
                  </a:lnTo>
                  <a:lnTo>
                    <a:pt x="1252" y="9573"/>
                  </a:lnTo>
                  <a:lnTo>
                    <a:pt x="980" y="8920"/>
                  </a:lnTo>
                  <a:lnTo>
                    <a:pt x="762" y="8213"/>
                  </a:lnTo>
                  <a:lnTo>
                    <a:pt x="607" y="7708"/>
                  </a:lnTo>
                  <a:lnTo>
                    <a:pt x="2013" y="6690"/>
                  </a:lnTo>
                  <a:lnTo>
                    <a:pt x="3645" y="5711"/>
                  </a:lnTo>
                  <a:lnTo>
                    <a:pt x="5276" y="4678"/>
                  </a:lnTo>
                  <a:lnTo>
                    <a:pt x="6908" y="3699"/>
                  </a:lnTo>
                  <a:lnTo>
                    <a:pt x="10280" y="1795"/>
                  </a:lnTo>
                  <a:lnTo>
                    <a:pt x="11857" y="762"/>
                  </a:lnTo>
                  <a:lnTo>
                    <a:pt x="12238" y="599"/>
                  </a:lnTo>
                  <a:lnTo>
                    <a:pt x="12455" y="490"/>
                  </a:lnTo>
                  <a:close/>
                  <a:moveTo>
                    <a:pt x="12510" y="1"/>
                  </a:moveTo>
                  <a:lnTo>
                    <a:pt x="12129" y="55"/>
                  </a:lnTo>
                  <a:lnTo>
                    <a:pt x="11803" y="218"/>
                  </a:lnTo>
                  <a:lnTo>
                    <a:pt x="10878" y="762"/>
                  </a:lnTo>
                  <a:lnTo>
                    <a:pt x="10008" y="1306"/>
                  </a:lnTo>
                  <a:lnTo>
                    <a:pt x="8050" y="2448"/>
                  </a:lnTo>
                  <a:lnTo>
                    <a:pt x="4297" y="4623"/>
                  </a:lnTo>
                  <a:lnTo>
                    <a:pt x="2176" y="5929"/>
                  </a:lnTo>
                  <a:lnTo>
                    <a:pt x="164" y="7343"/>
                  </a:lnTo>
                  <a:lnTo>
                    <a:pt x="55" y="7452"/>
                  </a:lnTo>
                  <a:lnTo>
                    <a:pt x="1" y="7669"/>
                  </a:lnTo>
                  <a:lnTo>
                    <a:pt x="436" y="8974"/>
                  </a:lnTo>
                  <a:lnTo>
                    <a:pt x="925" y="10225"/>
                  </a:lnTo>
                  <a:lnTo>
                    <a:pt x="1578" y="11476"/>
                  </a:lnTo>
                  <a:lnTo>
                    <a:pt x="2285" y="12673"/>
                  </a:lnTo>
                  <a:lnTo>
                    <a:pt x="3046" y="13706"/>
                  </a:lnTo>
                  <a:lnTo>
                    <a:pt x="3481" y="14304"/>
                  </a:lnTo>
                  <a:lnTo>
                    <a:pt x="3753" y="14576"/>
                  </a:lnTo>
                  <a:lnTo>
                    <a:pt x="4025" y="14794"/>
                  </a:lnTo>
                  <a:lnTo>
                    <a:pt x="4188" y="14903"/>
                  </a:lnTo>
                  <a:lnTo>
                    <a:pt x="4406" y="14903"/>
                  </a:lnTo>
                  <a:lnTo>
                    <a:pt x="4569" y="14848"/>
                  </a:lnTo>
                  <a:lnTo>
                    <a:pt x="4787" y="14739"/>
                  </a:lnTo>
                  <a:lnTo>
                    <a:pt x="5439" y="14359"/>
                  </a:lnTo>
                  <a:lnTo>
                    <a:pt x="6092" y="13924"/>
                  </a:lnTo>
                  <a:lnTo>
                    <a:pt x="7343" y="12999"/>
                  </a:lnTo>
                  <a:lnTo>
                    <a:pt x="8431" y="12129"/>
                  </a:lnTo>
                  <a:lnTo>
                    <a:pt x="9464" y="11367"/>
                  </a:lnTo>
                  <a:lnTo>
                    <a:pt x="10715" y="10497"/>
                  </a:lnTo>
                  <a:lnTo>
                    <a:pt x="11966" y="9573"/>
                  </a:lnTo>
                  <a:lnTo>
                    <a:pt x="12564" y="9083"/>
                  </a:lnTo>
                  <a:lnTo>
                    <a:pt x="13108" y="8594"/>
                  </a:lnTo>
                  <a:lnTo>
                    <a:pt x="13652" y="8104"/>
                  </a:lnTo>
                  <a:lnTo>
                    <a:pt x="14196" y="7506"/>
                  </a:lnTo>
                  <a:lnTo>
                    <a:pt x="14576" y="7016"/>
                  </a:lnTo>
                  <a:lnTo>
                    <a:pt x="14794" y="6690"/>
                  </a:lnTo>
                  <a:lnTo>
                    <a:pt x="14848" y="6418"/>
                  </a:lnTo>
                  <a:lnTo>
                    <a:pt x="14848" y="6146"/>
                  </a:lnTo>
                  <a:lnTo>
                    <a:pt x="14740" y="5929"/>
                  </a:lnTo>
                  <a:lnTo>
                    <a:pt x="14522" y="5766"/>
                  </a:lnTo>
                  <a:lnTo>
                    <a:pt x="14250" y="5657"/>
                  </a:lnTo>
                  <a:lnTo>
                    <a:pt x="13924" y="5711"/>
                  </a:lnTo>
                  <a:lnTo>
                    <a:pt x="13891" y="5722"/>
                  </a:lnTo>
                  <a:lnTo>
                    <a:pt x="13891" y="5722"/>
                  </a:lnTo>
                  <a:lnTo>
                    <a:pt x="13978" y="5548"/>
                  </a:lnTo>
                  <a:lnTo>
                    <a:pt x="14033" y="5330"/>
                  </a:lnTo>
                  <a:lnTo>
                    <a:pt x="14033" y="5113"/>
                  </a:lnTo>
                  <a:lnTo>
                    <a:pt x="14033" y="4895"/>
                  </a:lnTo>
                  <a:lnTo>
                    <a:pt x="13978" y="4678"/>
                  </a:lnTo>
                  <a:lnTo>
                    <a:pt x="13869" y="4515"/>
                  </a:lnTo>
                  <a:lnTo>
                    <a:pt x="13706" y="4406"/>
                  </a:lnTo>
                  <a:lnTo>
                    <a:pt x="13543" y="4297"/>
                  </a:lnTo>
                  <a:lnTo>
                    <a:pt x="13162" y="4297"/>
                  </a:lnTo>
                  <a:lnTo>
                    <a:pt x="13093" y="4306"/>
                  </a:lnTo>
                  <a:lnTo>
                    <a:pt x="13093" y="4306"/>
                  </a:lnTo>
                  <a:lnTo>
                    <a:pt x="13380" y="3971"/>
                  </a:lnTo>
                  <a:lnTo>
                    <a:pt x="13652" y="3536"/>
                  </a:lnTo>
                  <a:lnTo>
                    <a:pt x="13815" y="3046"/>
                  </a:lnTo>
                  <a:lnTo>
                    <a:pt x="13978" y="2557"/>
                  </a:lnTo>
                  <a:lnTo>
                    <a:pt x="13924" y="2394"/>
                  </a:lnTo>
                  <a:lnTo>
                    <a:pt x="13924" y="2339"/>
                  </a:lnTo>
                  <a:lnTo>
                    <a:pt x="13815" y="2285"/>
                  </a:lnTo>
                  <a:lnTo>
                    <a:pt x="13543" y="2176"/>
                  </a:lnTo>
                  <a:lnTo>
                    <a:pt x="13271" y="2122"/>
                  </a:lnTo>
                  <a:lnTo>
                    <a:pt x="12999" y="2122"/>
                  </a:lnTo>
                  <a:lnTo>
                    <a:pt x="12673" y="2176"/>
                  </a:lnTo>
                  <a:lnTo>
                    <a:pt x="12602" y="2197"/>
                  </a:lnTo>
                  <a:lnTo>
                    <a:pt x="12602" y="2197"/>
                  </a:lnTo>
                  <a:lnTo>
                    <a:pt x="12999" y="1850"/>
                  </a:lnTo>
                  <a:lnTo>
                    <a:pt x="13326" y="1469"/>
                  </a:lnTo>
                  <a:lnTo>
                    <a:pt x="13543" y="1143"/>
                  </a:lnTo>
                  <a:lnTo>
                    <a:pt x="13597" y="980"/>
                  </a:lnTo>
                  <a:lnTo>
                    <a:pt x="13597" y="816"/>
                  </a:lnTo>
                  <a:lnTo>
                    <a:pt x="13543" y="653"/>
                  </a:lnTo>
                  <a:lnTo>
                    <a:pt x="13489" y="490"/>
                  </a:lnTo>
                  <a:lnTo>
                    <a:pt x="13380" y="327"/>
                  </a:lnTo>
                  <a:lnTo>
                    <a:pt x="13271" y="164"/>
                  </a:lnTo>
                  <a:lnTo>
                    <a:pt x="13108" y="55"/>
                  </a:lnTo>
                  <a:lnTo>
                    <a:pt x="128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661;p64">
              <a:extLst>
                <a:ext uri="{FF2B5EF4-FFF2-40B4-BE49-F238E27FC236}">
                  <a16:creationId xmlns:a16="http://schemas.microsoft.com/office/drawing/2014/main" id="{D0E7959C-A4CE-BBA9-46F6-BDE88D00CBFA}"/>
                </a:ext>
              </a:extLst>
            </p:cNvPr>
            <p:cNvSpPr/>
            <p:nvPr/>
          </p:nvSpPr>
          <p:spPr>
            <a:xfrm>
              <a:off x="4196074" y="3226417"/>
              <a:ext cx="276303" cy="277342"/>
            </a:xfrm>
            <a:custGeom>
              <a:avLst/>
              <a:gdLst/>
              <a:ahLst/>
              <a:cxnLst/>
              <a:rect l="l" t="t" r="r" b="b"/>
              <a:pathLst>
                <a:path w="14359" h="14413" extrusionOk="0">
                  <a:moveTo>
                    <a:pt x="2067" y="0"/>
                  </a:moveTo>
                  <a:lnTo>
                    <a:pt x="1795" y="55"/>
                  </a:lnTo>
                  <a:lnTo>
                    <a:pt x="1523" y="163"/>
                  </a:lnTo>
                  <a:lnTo>
                    <a:pt x="1360" y="326"/>
                  </a:lnTo>
                  <a:lnTo>
                    <a:pt x="1306" y="435"/>
                  </a:lnTo>
                  <a:lnTo>
                    <a:pt x="1306" y="598"/>
                  </a:lnTo>
                  <a:lnTo>
                    <a:pt x="1306" y="816"/>
                  </a:lnTo>
                  <a:lnTo>
                    <a:pt x="1414" y="1033"/>
                  </a:lnTo>
                  <a:lnTo>
                    <a:pt x="1577" y="1197"/>
                  </a:lnTo>
                  <a:lnTo>
                    <a:pt x="1741" y="1360"/>
                  </a:lnTo>
                  <a:lnTo>
                    <a:pt x="4841" y="4025"/>
                  </a:lnTo>
                  <a:lnTo>
                    <a:pt x="4025" y="3372"/>
                  </a:lnTo>
                  <a:lnTo>
                    <a:pt x="3535" y="2991"/>
                  </a:lnTo>
                  <a:lnTo>
                    <a:pt x="2992" y="2665"/>
                  </a:lnTo>
                  <a:lnTo>
                    <a:pt x="2448" y="2393"/>
                  </a:lnTo>
                  <a:lnTo>
                    <a:pt x="1904" y="2230"/>
                  </a:lnTo>
                  <a:lnTo>
                    <a:pt x="1632" y="2176"/>
                  </a:lnTo>
                  <a:lnTo>
                    <a:pt x="1142" y="2176"/>
                  </a:lnTo>
                  <a:lnTo>
                    <a:pt x="925" y="2284"/>
                  </a:lnTo>
                  <a:lnTo>
                    <a:pt x="1034" y="2719"/>
                  </a:lnTo>
                  <a:lnTo>
                    <a:pt x="1197" y="3155"/>
                  </a:lnTo>
                  <a:lnTo>
                    <a:pt x="1469" y="3590"/>
                  </a:lnTo>
                  <a:lnTo>
                    <a:pt x="1795" y="3970"/>
                  </a:lnTo>
                  <a:lnTo>
                    <a:pt x="2121" y="4297"/>
                  </a:lnTo>
                  <a:lnTo>
                    <a:pt x="2502" y="4623"/>
                  </a:lnTo>
                  <a:lnTo>
                    <a:pt x="2883" y="4895"/>
                  </a:lnTo>
                  <a:lnTo>
                    <a:pt x="2883" y="4895"/>
                  </a:lnTo>
                  <a:lnTo>
                    <a:pt x="2774" y="4841"/>
                  </a:lnTo>
                  <a:lnTo>
                    <a:pt x="2013" y="4460"/>
                  </a:lnTo>
                  <a:lnTo>
                    <a:pt x="1686" y="4351"/>
                  </a:lnTo>
                  <a:lnTo>
                    <a:pt x="1360" y="4297"/>
                  </a:lnTo>
                  <a:lnTo>
                    <a:pt x="1197" y="4351"/>
                  </a:lnTo>
                  <a:lnTo>
                    <a:pt x="1088" y="4405"/>
                  </a:lnTo>
                  <a:lnTo>
                    <a:pt x="979" y="4460"/>
                  </a:lnTo>
                  <a:lnTo>
                    <a:pt x="870" y="4623"/>
                  </a:lnTo>
                  <a:lnTo>
                    <a:pt x="816" y="4786"/>
                  </a:lnTo>
                  <a:lnTo>
                    <a:pt x="816" y="5004"/>
                  </a:lnTo>
                  <a:lnTo>
                    <a:pt x="870" y="5167"/>
                  </a:lnTo>
                  <a:lnTo>
                    <a:pt x="979" y="5330"/>
                  </a:lnTo>
                  <a:lnTo>
                    <a:pt x="1251" y="5656"/>
                  </a:lnTo>
                  <a:lnTo>
                    <a:pt x="1577" y="5983"/>
                  </a:lnTo>
                  <a:lnTo>
                    <a:pt x="2013" y="6255"/>
                  </a:lnTo>
                  <a:lnTo>
                    <a:pt x="2393" y="6472"/>
                  </a:lnTo>
                  <a:lnTo>
                    <a:pt x="3100" y="6853"/>
                  </a:lnTo>
                  <a:lnTo>
                    <a:pt x="925" y="5874"/>
                  </a:lnTo>
                  <a:lnTo>
                    <a:pt x="707" y="5765"/>
                  </a:lnTo>
                  <a:lnTo>
                    <a:pt x="435" y="5711"/>
                  </a:lnTo>
                  <a:lnTo>
                    <a:pt x="218" y="5765"/>
                  </a:lnTo>
                  <a:lnTo>
                    <a:pt x="163" y="5820"/>
                  </a:lnTo>
                  <a:lnTo>
                    <a:pt x="55" y="5874"/>
                  </a:lnTo>
                  <a:lnTo>
                    <a:pt x="0" y="6037"/>
                  </a:lnTo>
                  <a:lnTo>
                    <a:pt x="55" y="6255"/>
                  </a:lnTo>
                  <a:lnTo>
                    <a:pt x="109" y="6418"/>
                  </a:lnTo>
                  <a:lnTo>
                    <a:pt x="218" y="6581"/>
                  </a:lnTo>
                  <a:lnTo>
                    <a:pt x="653" y="7125"/>
                  </a:lnTo>
                  <a:lnTo>
                    <a:pt x="1197" y="7723"/>
                  </a:lnTo>
                  <a:lnTo>
                    <a:pt x="1795" y="8321"/>
                  </a:lnTo>
                  <a:lnTo>
                    <a:pt x="2502" y="8865"/>
                  </a:lnTo>
                  <a:lnTo>
                    <a:pt x="3209" y="9409"/>
                  </a:lnTo>
                  <a:lnTo>
                    <a:pt x="5983" y="11421"/>
                  </a:lnTo>
                  <a:lnTo>
                    <a:pt x="6744" y="12020"/>
                  </a:lnTo>
                  <a:lnTo>
                    <a:pt x="8213" y="13107"/>
                  </a:lnTo>
                  <a:lnTo>
                    <a:pt x="8974" y="13651"/>
                  </a:lnTo>
                  <a:lnTo>
                    <a:pt x="9627" y="14086"/>
                  </a:lnTo>
                  <a:lnTo>
                    <a:pt x="10171" y="14358"/>
                  </a:lnTo>
                  <a:lnTo>
                    <a:pt x="10334" y="14413"/>
                  </a:lnTo>
                  <a:lnTo>
                    <a:pt x="10443" y="14413"/>
                  </a:lnTo>
                  <a:lnTo>
                    <a:pt x="11095" y="13651"/>
                  </a:lnTo>
                  <a:lnTo>
                    <a:pt x="11748" y="12835"/>
                  </a:lnTo>
                  <a:lnTo>
                    <a:pt x="12292" y="12020"/>
                  </a:lnTo>
                  <a:lnTo>
                    <a:pt x="12836" y="11149"/>
                  </a:lnTo>
                  <a:lnTo>
                    <a:pt x="13325" y="10225"/>
                  </a:lnTo>
                  <a:lnTo>
                    <a:pt x="13706" y="9300"/>
                  </a:lnTo>
                  <a:lnTo>
                    <a:pt x="14032" y="8321"/>
                  </a:lnTo>
                  <a:lnTo>
                    <a:pt x="14358" y="7342"/>
                  </a:lnTo>
                  <a:lnTo>
                    <a:pt x="12999" y="6418"/>
                  </a:lnTo>
                  <a:lnTo>
                    <a:pt x="11585" y="5493"/>
                  </a:lnTo>
                  <a:lnTo>
                    <a:pt x="8757" y="3807"/>
                  </a:lnTo>
                  <a:lnTo>
                    <a:pt x="5874" y="2121"/>
                  </a:lnTo>
                  <a:lnTo>
                    <a:pt x="4460" y="1305"/>
                  </a:lnTo>
                  <a:lnTo>
                    <a:pt x="2992" y="435"/>
                  </a:lnTo>
                  <a:lnTo>
                    <a:pt x="2556" y="163"/>
                  </a:lnTo>
                  <a:lnTo>
                    <a:pt x="2284" y="55"/>
                  </a:lnTo>
                  <a:lnTo>
                    <a:pt x="20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662;p64">
              <a:extLst>
                <a:ext uri="{FF2B5EF4-FFF2-40B4-BE49-F238E27FC236}">
                  <a16:creationId xmlns:a16="http://schemas.microsoft.com/office/drawing/2014/main" id="{A292AC3F-7953-2094-BCF3-BD708089F0DA}"/>
                </a:ext>
              </a:extLst>
            </p:cNvPr>
            <p:cNvSpPr/>
            <p:nvPr/>
          </p:nvSpPr>
          <p:spPr>
            <a:xfrm>
              <a:off x="4190840" y="3221183"/>
              <a:ext cx="285713" cy="287810"/>
            </a:xfrm>
            <a:custGeom>
              <a:avLst/>
              <a:gdLst/>
              <a:ahLst/>
              <a:cxnLst/>
              <a:rect l="l" t="t" r="r" b="b"/>
              <a:pathLst>
                <a:path w="14848" h="14957" extrusionOk="0">
                  <a:moveTo>
                    <a:pt x="2176" y="544"/>
                  </a:moveTo>
                  <a:lnTo>
                    <a:pt x="2448" y="598"/>
                  </a:lnTo>
                  <a:lnTo>
                    <a:pt x="2611" y="653"/>
                  </a:lnTo>
                  <a:lnTo>
                    <a:pt x="3046" y="816"/>
                  </a:lnTo>
                  <a:lnTo>
                    <a:pt x="3427" y="1088"/>
                  </a:lnTo>
                  <a:lnTo>
                    <a:pt x="4188" y="1577"/>
                  </a:lnTo>
                  <a:lnTo>
                    <a:pt x="7506" y="3535"/>
                  </a:lnTo>
                  <a:lnTo>
                    <a:pt x="10823" y="5493"/>
                  </a:lnTo>
                  <a:lnTo>
                    <a:pt x="12672" y="6635"/>
                  </a:lnTo>
                  <a:lnTo>
                    <a:pt x="14296" y="7767"/>
                  </a:lnTo>
                  <a:lnTo>
                    <a:pt x="14296" y="7767"/>
                  </a:lnTo>
                  <a:lnTo>
                    <a:pt x="13978" y="8811"/>
                  </a:lnTo>
                  <a:lnTo>
                    <a:pt x="13488" y="10062"/>
                  </a:lnTo>
                  <a:lnTo>
                    <a:pt x="12890" y="11204"/>
                  </a:lnTo>
                  <a:lnTo>
                    <a:pt x="12183" y="12346"/>
                  </a:lnTo>
                  <a:lnTo>
                    <a:pt x="11476" y="13379"/>
                  </a:lnTo>
                  <a:lnTo>
                    <a:pt x="11041" y="13869"/>
                  </a:lnTo>
                  <a:lnTo>
                    <a:pt x="10617" y="14398"/>
                  </a:lnTo>
                  <a:lnTo>
                    <a:pt x="10617" y="14398"/>
                  </a:lnTo>
                  <a:lnTo>
                    <a:pt x="10497" y="14358"/>
                  </a:lnTo>
                  <a:lnTo>
                    <a:pt x="10062" y="14141"/>
                  </a:lnTo>
                  <a:lnTo>
                    <a:pt x="8920" y="13379"/>
                  </a:lnTo>
                  <a:lnTo>
                    <a:pt x="7778" y="12564"/>
                  </a:lnTo>
                  <a:lnTo>
                    <a:pt x="6690" y="11693"/>
                  </a:lnTo>
                  <a:lnTo>
                    <a:pt x="5548" y="10823"/>
                  </a:lnTo>
                  <a:lnTo>
                    <a:pt x="4351" y="10007"/>
                  </a:lnTo>
                  <a:lnTo>
                    <a:pt x="3209" y="9137"/>
                  </a:lnTo>
                  <a:lnTo>
                    <a:pt x="2067" y="8213"/>
                  </a:lnTo>
                  <a:lnTo>
                    <a:pt x="1578" y="7723"/>
                  </a:lnTo>
                  <a:lnTo>
                    <a:pt x="1088" y="7179"/>
                  </a:lnTo>
                  <a:lnTo>
                    <a:pt x="762" y="6744"/>
                  </a:lnTo>
                  <a:lnTo>
                    <a:pt x="599" y="6472"/>
                  </a:lnTo>
                  <a:lnTo>
                    <a:pt x="544" y="6363"/>
                  </a:lnTo>
                  <a:lnTo>
                    <a:pt x="599" y="6309"/>
                  </a:lnTo>
                  <a:lnTo>
                    <a:pt x="653" y="6255"/>
                  </a:lnTo>
                  <a:lnTo>
                    <a:pt x="762" y="6255"/>
                  </a:lnTo>
                  <a:lnTo>
                    <a:pt x="979" y="6309"/>
                  </a:lnTo>
                  <a:lnTo>
                    <a:pt x="1360" y="6472"/>
                  </a:lnTo>
                  <a:lnTo>
                    <a:pt x="3209" y="7342"/>
                  </a:lnTo>
                  <a:lnTo>
                    <a:pt x="3318" y="7397"/>
                  </a:lnTo>
                  <a:lnTo>
                    <a:pt x="3427" y="7342"/>
                  </a:lnTo>
                  <a:lnTo>
                    <a:pt x="3535" y="7288"/>
                  </a:lnTo>
                  <a:lnTo>
                    <a:pt x="3590" y="7234"/>
                  </a:lnTo>
                  <a:lnTo>
                    <a:pt x="3644" y="7125"/>
                  </a:lnTo>
                  <a:lnTo>
                    <a:pt x="3644" y="7070"/>
                  </a:lnTo>
                  <a:lnTo>
                    <a:pt x="3590" y="6962"/>
                  </a:lnTo>
                  <a:lnTo>
                    <a:pt x="3481" y="6907"/>
                  </a:lnTo>
                  <a:lnTo>
                    <a:pt x="2883" y="6581"/>
                  </a:lnTo>
                  <a:lnTo>
                    <a:pt x="2285" y="6200"/>
                  </a:lnTo>
                  <a:lnTo>
                    <a:pt x="2013" y="6037"/>
                  </a:lnTo>
                  <a:lnTo>
                    <a:pt x="1686" y="5820"/>
                  </a:lnTo>
                  <a:lnTo>
                    <a:pt x="1469" y="5548"/>
                  </a:lnTo>
                  <a:lnTo>
                    <a:pt x="1414" y="5384"/>
                  </a:lnTo>
                  <a:lnTo>
                    <a:pt x="1360" y="5221"/>
                  </a:lnTo>
                  <a:lnTo>
                    <a:pt x="1360" y="5058"/>
                  </a:lnTo>
                  <a:lnTo>
                    <a:pt x="1414" y="4949"/>
                  </a:lnTo>
                  <a:lnTo>
                    <a:pt x="1523" y="4895"/>
                  </a:lnTo>
                  <a:lnTo>
                    <a:pt x="1904" y="4895"/>
                  </a:lnTo>
                  <a:lnTo>
                    <a:pt x="2285" y="5004"/>
                  </a:lnTo>
                  <a:lnTo>
                    <a:pt x="2776" y="5231"/>
                  </a:lnTo>
                  <a:lnTo>
                    <a:pt x="2776" y="5231"/>
                  </a:lnTo>
                  <a:lnTo>
                    <a:pt x="2992" y="5384"/>
                  </a:lnTo>
                  <a:lnTo>
                    <a:pt x="3427" y="5602"/>
                  </a:lnTo>
                  <a:lnTo>
                    <a:pt x="3535" y="5656"/>
                  </a:lnTo>
                  <a:lnTo>
                    <a:pt x="3644" y="5602"/>
                  </a:lnTo>
                  <a:lnTo>
                    <a:pt x="3753" y="5548"/>
                  </a:lnTo>
                  <a:lnTo>
                    <a:pt x="3807" y="5493"/>
                  </a:lnTo>
                  <a:lnTo>
                    <a:pt x="3862" y="5384"/>
                  </a:lnTo>
                  <a:lnTo>
                    <a:pt x="3862" y="5276"/>
                  </a:lnTo>
                  <a:lnTo>
                    <a:pt x="3807" y="5221"/>
                  </a:lnTo>
                  <a:lnTo>
                    <a:pt x="3699" y="5167"/>
                  </a:lnTo>
                  <a:lnTo>
                    <a:pt x="3283" y="4925"/>
                  </a:lnTo>
                  <a:lnTo>
                    <a:pt x="3283" y="4925"/>
                  </a:lnTo>
                  <a:lnTo>
                    <a:pt x="2937" y="4677"/>
                  </a:lnTo>
                  <a:lnTo>
                    <a:pt x="2556" y="4406"/>
                  </a:lnTo>
                  <a:lnTo>
                    <a:pt x="2230" y="4079"/>
                  </a:lnTo>
                  <a:lnTo>
                    <a:pt x="1958" y="3753"/>
                  </a:lnTo>
                  <a:lnTo>
                    <a:pt x="1741" y="3318"/>
                  </a:lnTo>
                  <a:lnTo>
                    <a:pt x="1578" y="2937"/>
                  </a:lnTo>
                  <a:lnTo>
                    <a:pt x="1526" y="2730"/>
                  </a:lnTo>
                  <a:lnTo>
                    <a:pt x="1526" y="2730"/>
                  </a:lnTo>
                  <a:lnTo>
                    <a:pt x="1578" y="2720"/>
                  </a:lnTo>
                  <a:lnTo>
                    <a:pt x="1795" y="2665"/>
                  </a:lnTo>
                  <a:lnTo>
                    <a:pt x="2067" y="2720"/>
                  </a:lnTo>
                  <a:lnTo>
                    <a:pt x="2339" y="2774"/>
                  </a:lnTo>
                  <a:lnTo>
                    <a:pt x="2828" y="2991"/>
                  </a:lnTo>
                  <a:lnTo>
                    <a:pt x="3264" y="3263"/>
                  </a:lnTo>
                  <a:lnTo>
                    <a:pt x="4134" y="3862"/>
                  </a:lnTo>
                  <a:lnTo>
                    <a:pt x="4895" y="4514"/>
                  </a:lnTo>
                  <a:lnTo>
                    <a:pt x="5004" y="4569"/>
                  </a:lnTo>
                  <a:lnTo>
                    <a:pt x="5113" y="4569"/>
                  </a:lnTo>
                  <a:lnTo>
                    <a:pt x="5221" y="4514"/>
                  </a:lnTo>
                  <a:lnTo>
                    <a:pt x="5276" y="4460"/>
                  </a:lnTo>
                  <a:lnTo>
                    <a:pt x="5330" y="4406"/>
                  </a:lnTo>
                  <a:lnTo>
                    <a:pt x="5385" y="4297"/>
                  </a:lnTo>
                  <a:lnTo>
                    <a:pt x="5330" y="4188"/>
                  </a:lnTo>
                  <a:lnTo>
                    <a:pt x="5276" y="4134"/>
                  </a:lnTo>
                  <a:lnTo>
                    <a:pt x="4351" y="3318"/>
                  </a:lnTo>
                  <a:lnTo>
                    <a:pt x="4327" y="3303"/>
                  </a:lnTo>
                  <a:lnTo>
                    <a:pt x="4327" y="3303"/>
                  </a:lnTo>
                  <a:lnTo>
                    <a:pt x="2230" y="1469"/>
                  </a:lnTo>
                  <a:lnTo>
                    <a:pt x="1904" y="1142"/>
                  </a:lnTo>
                  <a:lnTo>
                    <a:pt x="1849" y="979"/>
                  </a:lnTo>
                  <a:lnTo>
                    <a:pt x="1849" y="870"/>
                  </a:lnTo>
                  <a:lnTo>
                    <a:pt x="1849" y="816"/>
                  </a:lnTo>
                  <a:lnTo>
                    <a:pt x="1904" y="707"/>
                  </a:lnTo>
                  <a:lnTo>
                    <a:pt x="2013" y="653"/>
                  </a:lnTo>
                  <a:lnTo>
                    <a:pt x="2176" y="544"/>
                  </a:lnTo>
                  <a:close/>
                  <a:moveTo>
                    <a:pt x="2176" y="0"/>
                  </a:moveTo>
                  <a:lnTo>
                    <a:pt x="1958" y="55"/>
                  </a:lnTo>
                  <a:lnTo>
                    <a:pt x="1632" y="272"/>
                  </a:lnTo>
                  <a:lnTo>
                    <a:pt x="1523" y="381"/>
                  </a:lnTo>
                  <a:lnTo>
                    <a:pt x="1414" y="490"/>
                  </a:lnTo>
                  <a:lnTo>
                    <a:pt x="1306" y="653"/>
                  </a:lnTo>
                  <a:lnTo>
                    <a:pt x="1306" y="816"/>
                  </a:lnTo>
                  <a:lnTo>
                    <a:pt x="1306" y="1034"/>
                  </a:lnTo>
                  <a:lnTo>
                    <a:pt x="1360" y="1197"/>
                  </a:lnTo>
                  <a:lnTo>
                    <a:pt x="1469" y="1414"/>
                  </a:lnTo>
                  <a:lnTo>
                    <a:pt x="1578" y="1577"/>
                  </a:lnTo>
                  <a:lnTo>
                    <a:pt x="1958" y="1904"/>
                  </a:lnTo>
                  <a:lnTo>
                    <a:pt x="2392" y="2289"/>
                  </a:lnTo>
                  <a:lnTo>
                    <a:pt x="2392" y="2289"/>
                  </a:lnTo>
                  <a:lnTo>
                    <a:pt x="2176" y="2230"/>
                  </a:lnTo>
                  <a:lnTo>
                    <a:pt x="1904" y="2176"/>
                  </a:lnTo>
                  <a:lnTo>
                    <a:pt x="1632" y="2176"/>
                  </a:lnTo>
                  <a:lnTo>
                    <a:pt x="1360" y="2230"/>
                  </a:lnTo>
                  <a:lnTo>
                    <a:pt x="1034" y="2339"/>
                  </a:lnTo>
                  <a:lnTo>
                    <a:pt x="979" y="2393"/>
                  </a:lnTo>
                  <a:lnTo>
                    <a:pt x="925" y="2448"/>
                  </a:lnTo>
                  <a:lnTo>
                    <a:pt x="925" y="2611"/>
                  </a:lnTo>
                  <a:lnTo>
                    <a:pt x="1034" y="3100"/>
                  </a:lnTo>
                  <a:lnTo>
                    <a:pt x="1251" y="3590"/>
                  </a:lnTo>
                  <a:lnTo>
                    <a:pt x="1523" y="4025"/>
                  </a:lnTo>
                  <a:lnTo>
                    <a:pt x="1812" y="4361"/>
                  </a:lnTo>
                  <a:lnTo>
                    <a:pt x="1812" y="4361"/>
                  </a:lnTo>
                  <a:lnTo>
                    <a:pt x="1741" y="4351"/>
                  </a:lnTo>
                  <a:lnTo>
                    <a:pt x="1360" y="4351"/>
                  </a:lnTo>
                  <a:lnTo>
                    <a:pt x="1197" y="4460"/>
                  </a:lnTo>
                  <a:lnTo>
                    <a:pt x="1034" y="4569"/>
                  </a:lnTo>
                  <a:lnTo>
                    <a:pt x="925" y="4732"/>
                  </a:lnTo>
                  <a:lnTo>
                    <a:pt x="870" y="4949"/>
                  </a:lnTo>
                  <a:lnTo>
                    <a:pt x="816" y="5167"/>
                  </a:lnTo>
                  <a:lnTo>
                    <a:pt x="870" y="5384"/>
                  </a:lnTo>
                  <a:lnTo>
                    <a:pt x="925" y="5602"/>
                  </a:lnTo>
                  <a:lnTo>
                    <a:pt x="965" y="5763"/>
                  </a:lnTo>
                  <a:lnTo>
                    <a:pt x="653" y="5711"/>
                  </a:lnTo>
                  <a:lnTo>
                    <a:pt x="381" y="5820"/>
                  </a:lnTo>
                  <a:lnTo>
                    <a:pt x="218" y="5928"/>
                  </a:lnTo>
                  <a:lnTo>
                    <a:pt x="55" y="6146"/>
                  </a:lnTo>
                  <a:lnTo>
                    <a:pt x="0" y="6418"/>
                  </a:lnTo>
                  <a:lnTo>
                    <a:pt x="109" y="6744"/>
                  </a:lnTo>
                  <a:lnTo>
                    <a:pt x="272" y="7016"/>
                  </a:lnTo>
                  <a:lnTo>
                    <a:pt x="707" y="7560"/>
                  </a:lnTo>
                  <a:lnTo>
                    <a:pt x="1142" y="8049"/>
                  </a:lnTo>
                  <a:lnTo>
                    <a:pt x="1632" y="8539"/>
                  </a:lnTo>
                  <a:lnTo>
                    <a:pt x="2720" y="9464"/>
                  </a:lnTo>
                  <a:lnTo>
                    <a:pt x="3807" y="10279"/>
                  </a:lnTo>
                  <a:lnTo>
                    <a:pt x="4895" y="11041"/>
                  </a:lnTo>
                  <a:lnTo>
                    <a:pt x="6092" y="11911"/>
                  </a:lnTo>
                  <a:lnTo>
                    <a:pt x="7234" y="12781"/>
                  </a:lnTo>
                  <a:lnTo>
                    <a:pt x="8539" y="13760"/>
                  </a:lnTo>
                  <a:lnTo>
                    <a:pt x="9192" y="14250"/>
                  </a:lnTo>
                  <a:lnTo>
                    <a:pt x="9899" y="14685"/>
                  </a:lnTo>
                  <a:lnTo>
                    <a:pt x="10279" y="14902"/>
                  </a:lnTo>
                  <a:lnTo>
                    <a:pt x="10497" y="14957"/>
                  </a:lnTo>
                  <a:lnTo>
                    <a:pt x="10715" y="14957"/>
                  </a:lnTo>
                  <a:lnTo>
                    <a:pt x="10878" y="14848"/>
                  </a:lnTo>
                  <a:lnTo>
                    <a:pt x="11041" y="14685"/>
                  </a:lnTo>
                  <a:lnTo>
                    <a:pt x="11367" y="14358"/>
                  </a:lnTo>
                  <a:lnTo>
                    <a:pt x="12237" y="13271"/>
                  </a:lnTo>
                  <a:lnTo>
                    <a:pt x="12672" y="12618"/>
                  </a:lnTo>
                  <a:lnTo>
                    <a:pt x="13108" y="11965"/>
                  </a:lnTo>
                  <a:lnTo>
                    <a:pt x="13488" y="11313"/>
                  </a:lnTo>
                  <a:lnTo>
                    <a:pt x="13815" y="10606"/>
                  </a:lnTo>
                  <a:lnTo>
                    <a:pt x="14141" y="9899"/>
                  </a:lnTo>
                  <a:lnTo>
                    <a:pt x="14413" y="9192"/>
                  </a:lnTo>
                  <a:lnTo>
                    <a:pt x="14685" y="8430"/>
                  </a:lnTo>
                  <a:lnTo>
                    <a:pt x="14848" y="7723"/>
                  </a:lnTo>
                  <a:lnTo>
                    <a:pt x="14848" y="7506"/>
                  </a:lnTo>
                  <a:lnTo>
                    <a:pt x="14739" y="7397"/>
                  </a:lnTo>
                  <a:lnTo>
                    <a:pt x="12944" y="6146"/>
                  </a:lnTo>
                  <a:lnTo>
                    <a:pt x="11095" y="5004"/>
                  </a:lnTo>
                  <a:lnTo>
                    <a:pt x="9192" y="3862"/>
                  </a:lnTo>
                  <a:lnTo>
                    <a:pt x="7343" y="2774"/>
                  </a:lnTo>
                  <a:lnTo>
                    <a:pt x="5439" y="1686"/>
                  </a:lnTo>
                  <a:lnTo>
                    <a:pt x="3535" y="544"/>
                  </a:lnTo>
                  <a:lnTo>
                    <a:pt x="3155" y="327"/>
                  </a:lnTo>
                  <a:lnTo>
                    <a:pt x="2774" y="109"/>
                  </a:lnTo>
                  <a:lnTo>
                    <a:pt x="23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63;p64">
              <a:extLst>
                <a:ext uri="{FF2B5EF4-FFF2-40B4-BE49-F238E27FC236}">
                  <a16:creationId xmlns:a16="http://schemas.microsoft.com/office/drawing/2014/main" id="{9916C12C-0FE1-861B-5411-FDB090ADC9E8}"/>
                </a:ext>
              </a:extLst>
            </p:cNvPr>
            <p:cNvSpPr/>
            <p:nvPr/>
          </p:nvSpPr>
          <p:spPr>
            <a:xfrm>
              <a:off x="4583291" y="3664915"/>
              <a:ext cx="31423" cy="23033"/>
            </a:xfrm>
            <a:custGeom>
              <a:avLst/>
              <a:gdLst/>
              <a:ahLst/>
              <a:cxnLst/>
              <a:rect l="l" t="t" r="r" b="b"/>
              <a:pathLst>
                <a:path w="1633" h="1197" extrusionOk="0">
                  <a:moveTo>
                    <a:pt x="272" y="0"/>
                  </a:moveTo>
                  <a:lnTo>
                    <a:pt x="164" y="55"/>
                  </a:lnTo>
                  <a:lnTo>
                    <a:pt x="109" y="109"/>
                  </a:lnTo>
                  <a:lnTo>
                    <a:pt x="55" y="163"/>
                  </a:lnTo>
                  <a:lnTo>
                    <a:pt x="0" y="272"/>
                  </a:lnTo>
                  <a:lnTo>
                    <a:pt x="55" y="381"/>
                  </a:lnTo>
                  <a:lnTo>
                    <a:pt x="109" y="490"/>
                  </a:lnTo>
                  <a:lnTo>
                    <a:pt x="327" y="707"/>
                  </a:lnTo>
                  <a:lnTo>
                    <a:pt x="653" y="925"/>
                  </a:lnTo>
                  <a:lnTo>
                    <a:pt x="925" y="1088"/>
                  </a:lnTo>
                  <a:lnTo>
                    <a:pt x="1306" y="1197"/>
                  </a:lnTo>
                  <a:lnTo>
                    <a:pt x="1469" y="1197"/>
                  </a:lnTo>
                  <a:lnTo>
                    <a:pt x="1578" y="1142"/>
                  </a:lnTo>
                  <a:lnTo>
                    <a:pt x="1632" y="1034"/>
                  </a:lnTo>
                  <a:lnTo>
                    <a:pt x="1632" y="925"/>
                  </a:lnTo>
                  <a:lnTo>
                    <a:pt x="1578" y="816"/>
                  </a:lnTo>
                  <a:lnTo>
                    <a:pt x="1523" y="762"/>
                  </a:lnTo>
                  <a:lnTo>
                    <a:pt x="1415" y="707"/>
                  </a:lnTo>
                  <a:lnTo>
                    <a:pt x="1306" y="653"/>
                  </a:lnTo>
                  <a:lnTo>
                    <a:pt x="1197" y="653"/>
                  </a:lnTo>
                  <a:lnTo>
                    <a:pt x="1197" y="598"/>
                  </a:lnTo>
                  <a:lnTo>
                    <a:pt x="925" y="490"/>
                  </a:lnTo>
                  <a:lnTo>
                    <a:pt x="762" y="381"/>
                  </a:lnTo>
                  <a:lnTo>
                    <a:pt x="707" y="327"/>
                  </a:lnTo>
                  <a:lnTo>
                    <a:pt x="490" y="109"/>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664;p64">
              <a:extLst>
                <a:ext uri="{FF2B5EF4-FFF2-40B4-BE49-F238E27FC236}">
                  <a16:creationId xmlns:a16="http://schemas.microsoft.com/office/drawing/2014/main" id="{84C834E9-C03B-6ED8-98CB-E1D85B3F9F8B}"/>
                </a:ext>
              </a:extLst>
            </p:cNvPr>
            <p:cNvSpPr/>
            <p:nvPr/>
          </p:nvSpPr>
          <p:spPr>
            <a:xfrm>
              <a:off x="4596895" y="3642940"/>
              <a:ext cx="38735" cy="18858"/>
            </a:xfrm>
            <a:custGeom>
              <a:avLst/>
              <a:gdLst/>
              <a:ahLst/>
              <a:cxnLst/>
              <a:rect l="l" t="t" r="r" b="b"/>
              <a:pathLst>
                <a:path w="2013" h="980" extrusionOk="0">
                  <a:moveTo>
                    <a:pt x="218" y="0"/>
                  </a:moveTo>
                  <a:lnTo>
                    <a:pt x="109" y="54"/>
                  </a:lnTo>
                  <a:lnTo>
                    <a:pt x="55" y="109"/>
                  </a:lnTo>
                  <a:lnTo>
                    <a:pt x="0" y="218"/>
                  </a:lnTo>
                  <a:lnTo>
                    <a:pt x="0" y="326"/>
                  </a:lnTo>
                  <a:lnTo>
                    <a:pt x="55" y="381"/>
                  </a:lnTo>
                  <a:lnTo>
                    <a:pt x="109" y="490"/>
                  </a:lnTo>
                  <a:lnTo>
                    <a:pt x="490" y="707"/>
                  </a:lnTo>
                  <a:lnTo>
                    <a:pt x="871" y="870"/>
                  </a:lnTo>
                  <a:lnTo>
                    <a:pt x="1306" y="979"/>
                  </a:lnTo>
                  <a:lnTo>
                    <a:pt x="1850" y="979"/>
                  </a:lnTo>
                  <a:lnTo>
                    <a:pt x="1904" y="925"/>
                  </a:lnTo>
                  <a:lnTo>
                    <a:pt x="1958" y="816"/>
                  </a:lnTo>
                  <a:lnTo>
                    <a:pt x="2013" y="762"/>
                  </a:lnTo>
                  <a:lnTo>
                    <a:pt x="1958" y="653"/>
                  </a:lnTo>
                  <a:lnTo>
                    <a:pt x="1904" y="544"/>
                  </a:lnTo>
                  <a:lnTo>
                    <a:pt x="1850" y="490"/>
                  </a:lnTo>
                  <a:lnTo>
                    <a:pt x="1741" y="490"/>
                  </a:lnTo>
                  <a:lnTo>
                    <a:pt x="1523" y="435"/>
                  </a:lnTo>
                  <a:lnTo>
                    <a:pt x="1415" y="435"/>
                  </a:lnTo>
                  <a:lnTo>
                    <a:pt x="1034" y="326"/>
                  </a:lnTo>
                  <a:lnTo>
                    <a:pt x="871" y="326"/>
                  </a:lnTo>
                  <a:lnTo>
                    <a:pt x="708" y="218"/>
                  </a:lnTo>
                  <a:lnTo>
                    <a:pt x="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665;p64">
              <a:extLst>
                <a:ext uri="{FF2B5EF4-FFF2-40B4-BE49-F238E27FC236}">
                  <a16:creationId xmlns:a16="http://schemas.microsoft.com/office/drawing/2014/main" id="{64FD7D26-1E2F-348C-9303-820371258A40}"/>
                </a:ext>
              </a:extLst>
            </p:cNvPr>
            <p:cNvSpPr/>
            <p:nvPr/>
          </p:nvSpPr>
          <p:spPr>
            <a:xfrm>
              <a:off x="3570231" y="3659681"/>
              <a:ext cx="32462" cy="19897"/>
            </a:xfrm>
            <a:custGeom>
              <a:avLst/>
              <a:gdLst/>
              <a:ahLst/>
              <a:cxnLst/>
              <a:rect l="l" t="t" r="r" b="b"/>
              <a:pathLst>
                <a:path w="1687" h="1034" extrusionOk="0">
                  <a:moveTo>
                    <a:pt x="1360" y="0"/>
                  </a:moveTo>
                  <a:lnTo>
                    <a:pt x="164" y="490"/>
                  </a:lnTo>
                  <a:lnTo>
                    <a:pt x="109" y="544"/>
                  </a:lnTo>
                  <a:lnTo>
                    <a:pt x="55" y="599"/>
                  </a:lnTo>
                  <a:lnTo>
                    <a:pt x="1" y="707"/>
                  </a:lnTo>
                  <a:lnTo>
                    <a:pt x="1" y="816"/>
                  </a:lnTo>
                  <a:lnTo>
                    <a:pt x="55" y="925"/>
                  </a:lnTo>
                  <a:lnTo>
                    <a:pt x="109" y="979"/>
                  </a:lnTo>
                  <a:lnTo>
                    <a:pt x="218" y="1034"/>
                  </a:lnTo>
                  <a:lnTo>
                    <a:pt x="327" y="979"/>
                  </a:lnTo>
                  <a:lnTo>
                    <a:pt x="1524" y="490"/>
                  </a:lnTo>
                  <a:lnTo>
                    <a:pt x="1578" y="490"/>
                  </a:lnTo>
                  <a:lnTo>
                    <a:pt x="1632" y="381"/>
                  </a:lnTo>
                  <a:lnTo>
                    <a:pt x="1687" y="272"/>
                  </a:lnTo>
                  <a:lnTo>
                    <a:pt x="1687" y="163"/>
                  </a:lnTo>
                  <a:lnTo>
                    <a:pt x="1632" y="109"/>
                  </a:lnTo>
                  <a:lnTo>
                    <a:pt x="1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666;p64">
              <a:extLst>
                <a:ext uri="{FF2B5EF4-FFF2-40B4-BE49-F238E27FC236}">
                  <a16:creationId xmlns:a16="http://schemas.microsoft.com/office/drawing/2014/main" id="{762902FA-2C94-6BFD-65E9-44BD29C01CC8}"/>
                </a:ext>
              </a:extLst>
            </p:cNvPr>
            <p:cNvSpPr/>
            <p:nvPr/>
          </p:nvSpPr>
          <p:spPr>
            <a:xfrm>
              <a:off x="3589069" y="3680617"/>
              <a:ext cx="23053" cy="23033"/>
            </a:xfrm>
            <a:custGeom>
              <a:avLst/>
              <a:gdLst/>
              <a:ahLst/>
              <a:cxnLst/>
              <a:rect l="l" t="t" r="r" b="b"/>
              <a:pathLst>
                <a:path w="1198" h="1197" extrusionOk="0">
                  <a:moveTo>
                    <a:pt x="871" y="0"/>
                  </a:moveTo>
                  <a:lnTo>
                    <a:pt x="762" y="54"/>
                  </a:lnTo>
                  <a:lnTo>
                    <a:pt x="109" y="761"/>
                  </a:lnTo>
                  <a:lnTo>
                    <a:pt x="1" y="816"/>
                  </a:lnTo>
                  <a:lnTo>
                    <a:pt x="1" y="925"/>
                  </a:lnTo>
                  <a:lnTo>
                    <a:pt x="1" y="1033"/>
                  </a:lnTo>
                  <a:lnTo>
                    <a:pt x="109" y="1142"/>
                  </a:lnTo>
                  <a:lnTo>
                    <a:pt x="164" y="1197"/>
                  </a:lnTo>
                  <a:lnTo>
                    <a:pt x="381" y="1197"/>
                  </a:lnTo>
                  <a:lnTo>
                    <a:pt x="436" y="1142"/>
                  </a:lnTo>
                  <a:lnTo>
                    <a:pt x="1143" y="435"/>
                  </a:lnTo>
                  <a:lnTo>
                    <a:pt x="1197" y="381"/>
                  </a:lnTo>
                  <a:lnTo>
                    <a:pt x="1197" y="272"/>
                  </a:lnTo>
                  <a:lnTo>
                    <a:pt x="1197" y="163"/>
                  </a:lnTo>
                  <a:lnTo>
                    <a:pt x="1143" y="54"/>
                  </a:lnTo>
                  <a:lnTo>
                    <a:pt x="10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667;p64">
              <a:extLst>
                <a:ext uri="{FF2B5EF4-FFF2-40B4-BE49-F238E27FC236}">
                  <a16:creationId xmlns:a16="http://schemas.microsoft.com/office/drawing/2014/main" id="{27D31420-4ABF-22BF-61FA-8777D9AC0B26}"/>
                </a:ext>
              </a:extLst>
            </p:cNvPr>
            <p:cNvSpPr/>
            <p:nvPr/>
          </p:nvSpPr>
          <p:spPr>
            <a:xfrm>
              <a:off x="3686398" y="2956407"/>
              <a:ext cx="161194" cy="235490"/>
            </a:xfrm>
            <a:custGeom>
              <a:avLst/>
              <a:gdLst/>
              <a:ahLst/>
              <a:cxnLst/>
              <a:rect l="l" t="t" r="r" b="b"/>
              <a:pathLst>
                <a:path w="8377" h="12238" extrusionOk="0">
                  <a:moveTo>
                    <a:pt x="5766" y="3699"/>
                  </a:moveTo>
                  <a:lnTo>
                    <a:pt x="5929" y="3807"/>
                  </a:lnTo>
                  <a:lnTo>
                    <a:pt x="6092" y="3971"/>
                  </a:lnTo>
                  <a:lnTo>
                    <a:pt x="6201" y="4134"/>
                  </a:lnTo>
                  <a:lnTo>
                    <a:pt x="6255" y="4351"/>
                  </a:lnTo>
                  <a:lnTo>
                    <a:pt x="6255" y="4569"/>
                  </a:lnTo>
                  <a:lnTo>
                    <a:pt x="6201" y="4786"/>
                  </a:lnTo>
                  <a:lnTo>
                    <a:pt x="6146" y="5004"/>
                  </a:lnTo>
                  <a:lnTo>
                    <a:pt x="5874" y="5439"/>
                  </a:lnTo>
                  <a:lnTo>
                    <a:pt x="5603" y="5820"/>
                  </a:lnTo>
                  <a:lnTo>
                    <a:pt x="5276" y="6146"/>
                  </a:lnTo>
                  <a:lnTo>
                    <a:pt x="5004" y="6472"/>
                  </a:lnTo>
                  <a:lnTo>
                    <a:pt x="4624" y="6799"/>
                  </a:lnTo>
                  <a:lnTo>
                    <a:pt x="4297" y="7071"/>
                  </a:lnTo>
                  <a:lnTo>
                    <a:pt x="3917" y="7343"/>
                  </a:lnTo>
                  <a:lnTo>
                    <a:pt x="3536" y="7506"/>
                  </a:lnTo>
                  <a:lnTo>
                    <a:pt x="3155" y="7614"/>
                  </a:lnTo>
                  <a:lnTo>
                    <a:pt x="2774" y="7723"/>
                  </a:lnTo>
                  <a:lnTo>
                    <a:pt x="2761" y="7723"/>
                  </a:lnTo>
                  <a:lnTo>
                    <a:pt x="2774" y="7614"/>
                  </a:lnTo>
                  <a:lnTo>
                    <a:pt x="3046" y="6744"/>
                  </a:lnTo>
                  <a:lnTo>
                    <a:pt x="3373" y="5928"/>
                  </a:lnTo>
                  <a:lnTo>
                    <a:pt x="3862" y="5167"/>
                  </a:lnTo>
                  <a:lnTo>
                    <a:pt x="4134" y="4786"/>
                  </a:lnTo>
                  <a:lnTo>
                    <a:pt x="4460" y="4460"/>
                  </a:lnTo>
                  <a:lnTo>
                    <a:pt x="4787" y="4134"/>
                  </a:lnTo>
                  <a:lnTo>
                    <a:pt x="5167" y="3862"/>
                  </a:lnTo>
                  <a:lnTo>
                    <a:pt x="5331" y="3807"/>
                  </a:lnTo>
                  <a:lnTo>
                    <a:pt x="5548" y="3753"/>
                  </a:lnTo>
                  <a:lnTo>
                    <a:pt x="5766" y="3699"/>
                  </a:lnTo>
                  <a:close/>
                  <a:moveTo>
                    <a:pt x="7289" y="7886"/>
                  </a:moveTo>
                  <a:lnTo>
                    <a:pt x="7397" y="7941"/>
                  </a:lnTo>
                  <a:lnTo>
                    <a:pt x="7452" y="8050"/>
                  </a:lnTo>
                  <a:lnTo>
                    <a:pt x="7452" y="8158"/>
                  </a:lnTo>
                  <a:lnTo>
                    <a:pt x="7452" y="8267"/>
                  </a:lnTo>
                  <a:lnTo>
                    <a:pt x="7397" y="8430"/>
                  </a:lnTo>
                  <a:lnTo>
                    <a:pt x="7180" y="8702"/>
                  </a:lnTo>
                  <a:lnTo>
                    <a:pt x="7071" y="8865"/>
                  </a:lnTo>
                  <a:lnTo>
                    <a:pt x="6418" y="9627"/>
                  </a:lnTo>
                  <a:lnTo>
                    <a:pt x="5887" y="10114"/>
                  </a:lnTo>
                  <a:lnTo>
                    <a:pt x="5983" y="9681"/>
                  </a:lnTo>
                  <a:lnTo>
                    <a:pt x="6146" y="9246"/>
                  </a:lnTo>
                  <a:lnTo>
                    <a:pt x="6364" y="8811"/>
                  </a:lnTo>
                  <a:lnTo>
                    <a:pt x="6636" y="8376"/>
                  </a:lnTo>
                  <a:lnTo>
                    <a:pt x="6799" y="8213"/>
                  </a:lnTo>
                  <a:lnTo>
                    <a:pt x="6962" y="8050"/>
                  </a:lnTo>
                  <a:lnTo>
                    <a:pt x="7180" y="7941"/>
                  </a:lnTo>
                  <a:lnTo>
                    <a:pt x="7289" y="7886"/>
                  </a:lnTo>
                  <a:close/>
                  <a:moveTo>
                    <a:pt x="4896" y="0"/>
                  </a:moveTo>
                  <a:lnTo>
                    <a:pt x="4787" y="55"/>
                  </a:lnTo>
                  <a:lnTo>
                    <a:pt x="3699" y="762"/>
                  </a:lnTo>
                  <a:lnTo>
                    <a:pt x="2720" y="1578"/>
                  </a:lnTo>
                  <a:lnTo>
                    <a:pt x="1795" y="2448"/>
                  </a:lnTo>
                  <a:lnTo>
                    <a:pt x="1360" y="2937"/>
                  </a:lnTo>
                  <a:lnTo>
                    <a:pt x="925" y="3427"/>
                  </a:lnTo>
                  <a:lnTo>
                    <a:pt x="653" y="3916"/>
                  </a:lnTo>
                  <a:lnTo>
                    <a:pt x="381" y="4406"/>
                  </a:lnTo>
                  <a:lnTo>
                    <a:pt x="164" y="5004"/>
                  </a:lnTo>
                  <a:lnTo>
                    <a:pt x="1" y="5548"/>
                  </a:lnTo>
                  <a:lnTo>
                    <a:pt x="1" y="6146"/>
                  </a:lnTo>
                  <a:lnTo>
                    <a:pt x="55" y="6418"/>
                  </a:lnTo>
                  <a:lnTo>
                    <a:pt x="109" y="6690"/>
                  </a:lnTo>
                  <a:lnTo>
                    <a:pt x="218" y="6962"/>
                  </a:lnTo>
                  <a:lnTo>
                    <a:pt x="327" y="7179"/>
                  </a:lnTo>
                  <a:lnTo>
                    <a:pt x="545" y="7451"/>
                  </a:lnTo>
                  <a:lnTo>
                    <a:pt x="762" y="7669"/>
                  </a:lnTo>
                  <a:lnTo>
                    <a:pt x="1197" y="7941"/>
                  </a:lnTo>
                  <a:lnTo>
                    <a:pt x="1687" y="8158"/>
                  </a:lnTo>
                  <a:lnTo>
                    <a:pt x="2132" y="8208"/>
                  </a:lnTo>
                  <a:lnTo>
                    <a:pt x="2132" y="8208"/>
                  </a:lnTo>
                  <a:lnTo>
                    <a:pt x="2122" y="8321"/>
                  </a:lnTo>
                  <a:lnTo>
                    <a:pt x="2122" y="8920"/>
                  </a:lnTo>
                  <a:lnTo>
                    <a:pt x="2122" y="9518"/>
                  </a:lnTo>
                  <a:lnTo>
                    <a:pt x="2231" y="10007"/>
                  </a:lnTo>
                  <a:lnTo>
                    <a:pt x="2394" y="10443"/>
                  </a:lnTo>
                  <a:lnTo>
                    <a:pt x="2611" y="10878"/>
                  </a:lnTo>
                  <a:lnTo>
                    <a:pt x="2774" y="11095"/>
                  </a:lnTo>
                  <a:lnTo>
                    <a:pt x="2938" y="11258"/>
                  </a:lnTo>
                  <a:lnTo>
                    <a:pt x="3155" y="11422"/>
                  </a:lnTo>
                  <a:lnTo>
                    <a:pt x="3427" y="11476"/>
                  </a:lnTo>
                  <a:lnTo>
                    <a:pt x="3699" y="11585"/>
                  </a:lnTo>
                  <a:lnTo>
                    <a:pt x="4243" y="11585"/>
                  </a:lnTo>
                  <a:lnTo>
                    <a:pt x="4515" y="11530"/>
                  </a:lnTo>
                  <a:lnTo>
                    <a:pt x="5004" y="11367"/>
                  </a:lnTo>
                  <a:lnTo>
                    <a:pt x="5490" y="11076"/>
                  </a:lnTo>
                  <a:lnTo>
                    <a:pt x="5494" y="11095"/>
                  </a:lnTo>
                  <a:lnTo>
                    <a:pt x="5657" y="11367"/>
                  </a:lnTo>
                  <a:lnTo>
                    <a:pt x="5766" y="11585"/>
                  </a:lnTo>
                  <a:lnTo>
                    <a:pt x="5929" y="11802"/>
                  </a:lnTo>
                  <a:lnTo>
                    <a:pt x="6146" y="11965"/>
                  </a:lnTo>
                  <a:lnTo>
                    <a:pt x="6364" y="12074"/>
                  </a:lnTo>
                  <a:lnTo>
                    <a:pt x="6636" y="12183"/>
                  </a:lnTo>
                  <a:lnTo>
                    <a:pt x="6908" y="12237"/>
                  </a:lnTo>
                  <a:lnTo>
                    <a:pt x="7180" y="12237"/>
                  </a:lnTo>
                  <a:lnTo>
                    <a:pt x="7397" y="12183"/>
                  </a:lnTo>
                  <a:lnTo>
                    <a:pt x="7669" y="12074"/>
                  </a:lnTo>
                  <a:lnTo>
                    <a:pt x="7887" y="11965"/>
                  </a:lnTo>
                  <a:lnTo>
                    <a:pt x="8050" y="11802"/>
                  </a:lnTo>
                  <a:lnTo>
                    <a:pt x="8213" y="11585"/>
                  </a:lnTo>
                  <a:lnTo>
                    <a:pt x="8322" y="11367"/>
                  </a:lnTo>
                  <a:lnTo>
                    <a:pt x="8376" y="11258"/>
                  </a:lnTo>
                  <a:lnTo>
                    <a:pt x="8322" y="11150"/>
                  </a:lnTo>
                  <a:lnTo>
                    <a:pt x="8268" y="11095"/>
                  </a:lnTo>
                  <a:lnTo>
                    <a:pt x="8159" y="11041"/>
                  </a:lnTo>
                  <a:lnTo>
                    <a:pt x="8050" y="11041"/>
                  </a:lnTo>
                  <a:lnTo>
                    <a:pt x="7996" y="11095"/>
                  </a:lnTo>
                  <a:lnTo>
                    <a:pt x="7887" y="11150"/>
                  </a:lnTo>
                  <a:lnTo>
                    <a:pt x="7832" y="11204"/>
                  </a:lnTo>
                  <a:lnTo>
                    <a:pt x="7724" y="11367"/>
                  </a:lnTo>
                  <a:lnTo>
                    <a:pt x="7615" y="11476"/>
                  </a:lnTo>
                  <a:lnTo>
                    <a:pt x="7452" y="11585"/>
                  </a:lnTo>
                  <a:lnTo>
                    <a:pt x="7289" y="11639"/>
                  </a:lnTo>
                  <a:lnTo>
                    <a:pt x="6908" y="11693"/>
                  </a:lnTo>
                  <a:lnTo>
                    <a:pt x="6745" y="11639"/>
                  </a:lnTo>
                  <a:lnTo>
                    <a:pt x="6582" y="11585"/>
                  </a:lnTo>
                  <a:lnTo>
                    <a:pt x="6418" y="11476"/>
                  </a:lnTo>
                  <a:lnTo>
                    <a:pt x="6255" y="11367"/>
                  </a:lnTo>
                  <a:lnTo>
                    <a:pt x="6038" y="10986"/>
                  </a:lnTo>
                  <a:lnTo>
                    <a:pt x="5969" y="10746"/>
                  </a:lnTo>
                  <a:lnTo>
                    <a:pt x="5969" y="10746"/>
                  </a:lnTo>
                  <a:lnTo>
                    <a:pt x="6092" y="10660"/>
                  </a:lnTo>
                  <a:lnTo>
                    <a:pt x="6527" y="10279"/>
                  </a:lnTo>
                  <a:lnTo>
                    <a:pt x="6962" y="9790"/>
                  </a:lnTo>
                  <a:lnTo>
                    <a:pt x="7343" y="9409"/>
                  </a:lnTo>
                  <a:lnTo>
                    <a:pt x="7615" y="8974"/>
                  </a:lnTo>
                  <a:lnTo>
                    <a:pt x="7832" y="8702"/>
                  </a:lnTo>
                  <a:lnTo>
                    <a:pt x="7941" y="8430"/>
                  </a:lnTo>
                  <a:lnTo>
                    <a:pt x="7996" y="8158"/>
                  </a:lnTo>
                  <a:lnTo>
                    <a:pt x="7996" y="7995"/>
                  </a:lnTo>
                  <a:lnTo>
                    <a:pt x="7941" y="7832"/>
                  </a:lnTo>
                  <a:lnTo>
                    <a:pt x="7832" y="7614"/>
                  </a:lnTo>
                  <a:lnTo>
                    <a:pt x="7615" y="7506"/>
                  </a:lnTo>
                  <a:lnTo>
                    <a:pt x="7397" y="7397"/>
                  </a:lnTo>
                  <a:lnTo>
                    <a:pt x="7125" y="7397"/>
                  </a:lnTo>
                  <a:lnTo>
                    <a:pt x="6853" y="7451"/>
                  </a:lnTo>
                  <a:lnTo>
                    <a:pt x="6636" y="7614"/>
                  </a:lnTo>
                  <a:lnTo>
                    <a:pt x="6418" y="7778"/>
                  </a:lnTo>
                  <a:lnTo>
                    <a:pt x="6255" y="7995"/>
                  </a:lnTo>
                  <a:lnTo>
                    <a:pt x="5874" y="8593"/>
                  </a:lnTo>
                  <a:lnTo>
                    <a:pt x="5548" y="9246"/>
                  </a:lnTo>
                  <a:lnTo>
                    <a:pt x="5439" y="9572"/>
                  </a:lnTo>
                  <a:lnTo>
                    <a:pt x="5385" y="9899"/>
                  </a:lnTo>
                  <a:lnTo>
                    <a:pt x="5385" y="10225"/>
                  </a:lnTo>
                  <a:lnTo>
                    <a:pt x="5385" y="10551"/>
                  </a:lnTo>
                  <a:lnTo>
                    <a:pt x="4950" y="10769"/>
                  </a:lnTo>
                  <a:lnTo>
                    <a:pt x="4515" y="10986"/>
                  </a:lnTo>
                  <a:lnTo>
                    <a:pt x="4080" y="11041"/>
                  </a:lnTo>
                  <a:lnTo>
                    <a:pt x="3808" y="11041"/>
                  </a:lnTo>
                  <a:lnTo>
                    <a:pt x="3645" y="10986"/>
                  </a:lnTo>
                  <a:lnTo>
                    <a:pt x="3427" y="10932"/>
                  </a:lnTo>
                  <a:lnTo>
                    <a:pt x="3264" y="10823"/>
                  </a:lnTo>
                  <a:lnTo>
                    <a:pt x="2992" y="10551"/>
                  </a:lnTo>
                  <a:lnTo>
                    <a:pt x="2829" y="10171"/>
                  </a:lnTo>
                  <a:lnTo>
                    <a:pt x="2720" y="9736"/>
                  </a:lnTo>
                  <a:lnTo>
                    <a:pt x="2666" y="9300"/>
                  </a:lnTo>
                  <a:lnTo>
                    <a:pt x="2666" y="8865"/>
                  </a:lnTo>
                  <a:lnTo>
                    <a:pt x="2666" y="8485"/>
                  </a:lnTo>
                  <a:lnTo>
                    <a:pt x="2694" y="8262"/>
                  </a:lnTo>
                  <a:lnTo>
                    <a:pt x="2694" y="8262"/>
                  </a:lnTo>
                  <a:lnTo>
                    <a:pt x="3210" y="8158"/>
                  </a:lnTo>
                  <a:lnTo>
                    <a:pt x="3699" y="7995"/>
                  </a:lnTo>
                  <a:lnTo>
                    <a:pt x="4188" y="7778"/>
                  </a:lnTo>
                  <a:lnTo>
                    <a:pt x="4624" y="7506"/>
                  </a:lnTo>
                  <a:lnTo>
                    <a:pt x="5059" y="7125"/>
                  </a:lnTo>
                  <a:lnTo>
                    <a:pt x="5494" y="6690"/>
                  </a:lnTo>
                  <a:lnTo>
                    <a:pt x="5874" y="6255"/>
                  </a:lnTo>
                  <a:lnTo>
                    <a:pt x="6255" y="5765"/>
                  </a:lnTo>
                  <a:lnTo>
                    <a:pt x="6527" y="5330"/>
                  </a:lnTo>
                  <a:lnTo>
                    <a:pt x="6745" y="4841"/>
                  </a:lnTo>
                  <a:lnTo>
                    <a:pt x="6799" y="4569"/>
                  </a:lnTo>
                  <a:lnTo>
                    <a:pt x="6799" y="4351"/>
                  </a:lnTo>
                  <a:lnTo>
                    <a:pt x="6745" y="4079"/>
                  </a:lnTo>
                  <a:lnTo>
                    <a:pt x="6636" y="3807"/>
                  </a:lnTo>
                  <a:lnTo>
                    <a:pt x="6473" y="3590"/>
                  </a:lnTo>
                  <a:lnTo>
                    <a:pt x="6310" y="3427"/>
                  </a:lnTo>
                  <a:lnTo>
                    <a:pt x="6092" y="3318"/>
                  </a:lnTo>
                  <a:lnTo>
                    <a:pt x="5874" y="3209"/>
                  </a:lnTo>
                  <a:lnTo>
                    <a:pt x="5385" y="3209"/>
                  </a:lnTo>
                  <a:lnTo>
                    <a:pt x="5167" y="3264"/>
                  </a:lnTo>
                  <a:lnTo>
                    <a:pt x="4896" y="3372"/>
                  </a:lnTo>
                  <a:lnTo>
                    <a:pt x="4460" y="3699"/>
                  </a:lnTo>
                  <a:lnTo>
                    <a:pt x="4025" y="4134"/>
                  </a:lnTo>
                  <a:lnTo>
                    <a:pt x="3645" y="4569"/>
                  </a:lnTo>
                  <a:lnTo>
                    <a:pt x="3318" y="5004"/>
                  </a:lnTo>
                  <a:lnTo>
                    <a:pt x="2992" y="5493"/>
                  </a:lnTo>
                  <a:lnTo>
                    <a:pt x="2720" y="6037"/>
                  </a:lnTo>
                  <a:lnTo>
                    <a:pt x="2502" y="6581"/>
                  </a:lnTo>
                  <a:lnTo>
                    <a:pt x="2339" y="7179"/>
                  </a:lnTo>
                  <a:lnTo>
                    <a:pt x="2183" y="7701"/>
                  </a:lnTo>
                  <a:lnTo>
                    <a:pt x="2183" y="7701"/>
                  </a:lnTo>
                  <a:lnTo>
                    <a:pt x="1959" y="7669"/>
                  </a:lnTo>
                  <a:lnTo>
                    <a:pt x="1578" y="7560"/>
                  </a:lnTo>
                  <a:lnTo>
                    <a:pt x="1252" y="7343"/>
                  </a:lnTo>
                  <a:lnTo>
                    <a:pt x="925" y="7071"/>
                  </a:lnTo>
                  <a:lnTo>
                    <a:pt x="762" y="6853"/>
                  </a:lnTo>
                  <a:lnTo>
                    <a:pt x="653" y="6635"/>
                  </a:lnTo>
                  <a:lnTo>
                    <a:pt x="545" y="6364"/>
                  </a:lnTo>
                  <a:lnTo>
                    <a:pt x="490" y="6146"/>
                  </a:lnTo>
                  <a:lnTo>
                    <a:pt x="490" y="5874"/>
                  </a:lnTo>
                  <a:lnTo>
                    <a:pt x="545" y="5602"/>
                  </a:lnTo>
                  <a:lnTo>
                    <a:pt x="653" y="5113"/>
                  </a:lnTo>
                  <a:lnTo>
                    <a:pt x="871" y="4569"/>
                  </a:lnTo>
                  <a:lnTo>
                    <a:pt x="1143" y="4134"/>
                  </a:lnTo>
                  <a:lnTo>
                    <a:pt x="1469" y="3644"/>
                  </a:lnTo>
                  <a:lnTo>
                    <a:pt x="1741" y="3264"/>
                  </a:lnTo>
                  <a:lnTo>
                    <a:pt x="2502" y="2502"/>
                  </a:lnTo>
                  <a:lnTo>
                    <a:pt x="3264" y="1741"/>
                  </a:lnTo>
                  <a:lnTo>
                    <a:pt x="4134" y="1088"/>
                  </a:lnTo>
                  <a:lnTo>
                    <a:pt x="5059" y="490"/>
                  </a:lnTo>
                  <a:lnTo>
                    <a:pt x="5113" y="435"/>
                  </a:lnTo>
                  <a:lnTo>
                    <a:pt x="5167" y="327"/>
                  </a:lnTo>
                  <a:lnTo>
                    <a:pt x="5167" y="218"/>
                  </a:lnTo>
                  <a:lnTo>
                    <a:pt x="5113" y="163"/>
                  </a:lnTo>
                  <a:lnTo>
                    <a:pt x="5059" y="55"/>
                  </a:lnTo>
                  <a:lnTo>
                    <a:pt x="50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668;p64">
              <a:extLst>
                <a:ext uri="{FF2B5EF4-FFF2-40B4-BE49-F238E27FC236}">
                  <a16:creationId xmlns:a16="http://schemas.microsoft.com/office/drawing/2014/main" id="{71B2FCDA-925D-E57B-8085-93169026600B}"/>
                </a:ext>
              </a:extLst>
            </p:cNvPr>
            <p:cNvSpPr/>
            <p:nvPr/>
          </p:nvSpPr>
          <p:spPr>
            <a:xfrm>
              <a:off x="4303870" y="2983615"/>
              <a:ext cx="110952" cy="251192"/>
            </a:xfrm>
            <a:custGeom>
              <a:avLst/>
              <a:gdLst/>
              <a:ahLst/>
              <a:cxnLst/>
              <a:rect l="l" t="t" r="r" b="b"/>
              <a:pathLst>
                <a:path w="5766" h="13054" extrusionOk="0">
                  <a:moveTo>
                    <a:pt x="1958" y="4351"/>
                  </a:moveTo>
                  <a:lnTo>
                    <a:pt x="2121" y="4406"/>
                  </a:lnTo>
                  <a:lnTo>
                    <a:pt x="2448" y="4569"/>
                  </a:lnTo>
                  <a:lnTo>
                    <a:pt x="2719" y="4786"/>
                  </a:lnTo>
                  <a:lnTo>
                    <a:pt x="2991" y="5058"/>
                  </a:lnTo>
                  <a:lnTo>
                    <a:pt x="3426" y="5657"/>
                  </a:lnTo>
                  <a:lnTo>
                    <a:pt x="3590" y="5983"/>
                  </a:lnTo>
                  <a:lnTo>
                    <a:pt x="3684" y="6203"/>
                  </a:lnTo>
                  <a:lnTo>
                    <a:pt x="3684" y="6203"/>
                  </a:lnTo>
                  <a:lnTo>
                    <a:pt x="3426" y="6255"/>
                  </a:lnTo>
                  <a:lnTo>
                    <a:pt x="3155" y="6309"/>
                  </a:lnTo>
                  <a:lnTo>
                    <a:pt x="2883" y="6255"/>
                  </a:lnTo>
                  <a:lnTo>
                    <a:pt x="2611" y="6255"/>
                  </a:lnTo>
                  <a:lnTo>
                    <a:pt x="2339" y="6146"/>
                  </a:lnTo>
                  <a:lnTo>
                    <a:pt x="2067" y="6037"/>
                  </a:lnTo>
                  <a:lnTo>
                    <a:pt x="1849" y="5929"/>
                  </a:lnTo>
                  <a:lnTo>
                    <a:pt x="1632" y="5711"/>
                  </a:lnTo>
                  <a:lnTo>
                    <a:pt x="1469" y="5493"/>
                  </a:lnTo>
                  <a:lnTo>
                    <a:pt x="1305" y="5167"/>
                  </a:lnTo>
                  <a:lnTo>
                    <a:pt x="1251" y="5004"/>
                  </a:lnTo>
                  <a:lnTo>
                    <a:pt x="1251" y="4786"/>
                  </a:lnTo>
                  <a:lnTo>
                    <a:pt x="1305" y="4623"/>
                  </a:lnTo>
                  <a:lnTo>
                    <a:pt x="1414" y="4514"/>
                  </a:lnTo>
                  <a:lnTo>
                    <a:pt x="1577" y="4406"/>
                  </a:lnTo>
                  <a:lnTo>
                    <a:pt x="1740" y="4351"/>
                  </a:lnTo>
                  <a:close/>
                  <a:moveTo>
                    <a:pt x="1033" y="8539"/>
                  </a:moveTo>
                  <a:lnTo>
                    <a:pt x="1251" y="8593"/>
                  </a:lnTo>
                  <a:lnTo>
                    <a:pt x="1414" y="8702"/>
                  </a:lnTo>
                  <a:lnTo>
                    <a:pt x="1632" y="8811"/>
                  </a:lnTo>
                  <a:lnTo>
                    <a:pt x="1904" y="9083"/>
                  </a:lnTo>
                  <a:lnTo>
                    <a:pt x="2067" y="9355"/>
                  </a:lnTo>
                  <a:lnTo>
                    <a:pt x="2230" y="9627"/>
                  </a:lnTo>
                  <a:lnTo>
                    <a:pt x="2335" y="9943"/>
                  </a:lnTo>
                  <a:lnTo>
                    <a:pt x="2335" y="9943"/>
                  </a:lnTo>
                  <a:lnTo>
                    <a:pt x="2284" y="9953"/>
                  </a:lnTo>
                  <a:lnTo>
                    <a:pt x="1958" y="10008"/>
                  </a:lnTo>
                  <a:lnTo>
                    <a:pt x="1632" y="9953"/>
                  </a:lnTo>
                  <a:lnTo>
                    <a:pt x="1305" y="9899"/>
                  </a:lnTo>
                  <a:lnTo>
                    <a:pt x="1033" y="9736"/>
                  </a:lnTo>
                  <a:lnTo>
                    <a:pt x="707" y="9518"/>
                  </a:lnTo>
                  <a:lnTo>
                    <a:pt x="598" y="9355"/>
                  </a:lnTo>
                  <a:lnTo>
                    <a:pt x="544" y="9192"/>
                  </a:lnTo>
                  <a:lnTo>
                    <a:pt x="490" y="9029"/>
                  </a:lnTo>
                  <a:lnTo>
                    <a:pt x="544" y="8865"/>
                  </a:lnTo>
                  <a:lnTo>
                    <a:pt x="653" y="8648"/>
                  </a:lnTo>
                  <a:lnTo>
                    <a:pt x="816" y="8593"/>
                  </a:lnTo>
                  <a:lnTo>
                    <a:pt x="1033" y="8539"/>
                  </a:lnTo>
                  <a:close/>
                  <a:moveTo>
                    <a:pt x="2611" y="0"/>
                  </a:moveTo>
                  <a:lnTo>
                    <a:pt x="2502" y="55"/>
                  </a:lnTo>
                  <a:lnTo>
                    <a:pt x="2448" y="109"/>
                  </a:lnTo>
                  <a:lnTo>
                    <a:pt x="2393" y="218"/>
                  </a:lnTo>
                  <a:lnTo>
                    <a:pt x="2393" y="327"/>
                  </a:lnTo>
                  <a:lnTo>
                    <a:pt x="2393" y="381"/>
                  </a:lnTo>
                  <a:lnTo>
                    <a:pt x="2448" y="490"/>
                  </a:lnTo>
                  <a:lnTo>
                    <a:pt x="2556" y="544"/>
                  </a:lnTo>
                  <a:lnTo>
                    <a:pt x="3155" y="816"/>
                  </a:lnTo>
                  <a:lnTo>
                    <a:pt x="3753" y="1197"/>
                  </a:lnTo>
                  <a:lnTo>
                    <a:pt x="4242" y="1632"/>
                  </a:lnTo>
                  <a:lnTo>
                    <a:pt x="4677" y="2121"/>
                  </a:lnTo>
                  <a:lnTo>
                    <a:pt x="5004" y="2720"/>
                  </a:lnTo>
                  <a:lnTo>
                    <a:pt x="5112" y="2992"/>
                  </a:lnTo>
                  <a:lnTo>
                    <a:pt x="5167" y="3318"/>
                  </a:lnTo>
                  <a:lnTo>
                    <a:pt x="5221" y="3644"/>
                  </a:lnTo>
                  <a:lnTo>
                    <a:pt x="5221" y="3971"/>
                  </a:lnTo>
                  <a:lnTo>
                    <a:pt x="5167" y="4351"/>
                  </a:lnTo>
                  <a:lnTo>
                    <a:pt x="5112" y="4678"/>
                  </a:lnTo>
                  <a:lnTo>
                    <a:pt x="5004" y="4950"/>
                  </a:lnTo>
                  <a:lnTo>
                    <a:pt x="4841" y="5221"/>
                  </a:lnTo>
                  <a:lnTo>
                    <a:pt x="4677" y="5493"/>
                  </a:lnTo>
                  <a:lnTo>
                    <a:pt x="4460" y="5711"/>
                  </a:lnTo>
                  <a:lnTo>
                    <a:pt x="4242" y="5929"/>
                  </a:lnTo>
                  <a:lnTo>
                    <a:pt x="4189" y="5968"/>
                  </a:lnTo>
                  <a:lnTo>
                    <a:pt x="4134" y="5820"/>
                  </a:lnTo>
                  <a:lnTo>
                    <a:pt x="3916" y="5439"/>
                  </a:lnTo>
                  <a:lnTo>
                    <a:pt x="3644" y="5058"/>
                  </a:lnTo>
                  <a:lnTo>
                    <a:pt x="3372" y="4678"/>
                  </a:lnTo>
                  <a:lnTo>
                    <a:pt x="2991" y="4297"/>
                  </a:lnTo>
                  <a:lnTo>
                    <a:pt x="2611" y="4025"/>
                  </a:lnTo>
                  <a:lnTo>
                    <a:pt x="2230" y="3862"/>
                  </a:lnTo>
                  <a:lnTo>
                    <a:pt x="2012" y="3807"/>
                  </a:lnTo>
                  <a:lnTo>
                    <a:pt x="1795" y="3807"/>
                  </a:lnTo>
                  <a:lnTo>
                    <a:pt x="1577" y="3862"/>
                  </a:lnTo>
                  <a:lnTo>
                    <a:pt x="1305" y="3916"/>
                  </a:lnTo>
                  <a:lnTo>
                    <a:pt x="1142" y="4025"/>
                  </a:lnTo>
                  <a:lnTo>
                    <a:pt x="979" y="4188"/>
                  </a:lnTo>
                  <a:lnTo>
                    <a:pt x="816" y="4351"/>
                  </a:lnTo>
                  <a:lnTo>
                    <a:pt x="762" y="4514"/>
                  </a:lnTo>
                  <a:lnTo>
                    <a:pt x="707" y="4678"/>
                  </a:lnTo>
                  <a:lnTo>
                    <a:pt x="707" y="4895"/>
                  </a:lnTo>
                  <a:lnTo>
                    <a:pt x="762" y="5276"/>
                  </a:lnTo>
                  <a:lnTo>
                    <a:pt x="979" y="5657"/>
                  </a:lnTo>
                  <a:lnTo>
                    <a:pt x="1197" y="5983"/>
                  </a:lnTo>
                  <a:lnTo>
                    <a:pt x="1469" y="6309"/>
                  </a:lnTo>
                  <a:lnTo>
                    <a:pt x="1795" y="6527"/>
                  </a:lnTo>
                  <a:lnTo>
                    <a:pt x="2176" y="6690"/>
                  </a:lnTo>
                  <a:lnTo>
                    <a:pt x="2502" y="6744"/>
                  </a:lnTo>
                  <a:lnTo>
                    <a:pt x="2883" y="6799"/>
                  </a:lnTo>
                  <a:lnTo>
                    <a:pt x="3263" y="6799"/>
                  </a:lnTo>
                  <a:lnTo>
                    <a:pt x="3644" y="6744"/>
                  </a:lnTo>
                  <a:lnTo>
                    <a:pt x="3859" y="6683"/>
                  </a:lnTo>
                  <a:lnTo>
                    <a:pt x="3859" y="6683"/>
                  </a:lnTo>
                  <a:lnTo>
                    <a:pt x="3862" y="6690"/>
                  </a:lnTo>
                  <a:lnTo>
                    <a:pt x="3970" y="7071"/>
                  </a:lnTo>
                  <a:lnTo>
                    <a:pt x="4025" y="7451"/>
                  </a:lnTo>
                  <a:lnTo>
                    <a:pt x="4025" y="7832"/>
                  </a:lnTo>
                  <a:lnTo>
                    <a:pt x="3970" y="8158"/>
                  </a:lnTo>
                  <a:lnTo>
                    <a:pt x="3862" y="8485"/>
                  </a:lnTo>
                  <a:lnTo>
                    <a:pt x="3753" y="8757"/>
                  </a:lnTo>
                  <a:lnTo>
                    <a:pt x="3590" y="9083"/>
                  </a:lnTo>
                  <a:lnTo>
                    <a:pt x="3372" y="9355"/>
                  </a:lnTo>
                  <a:lnTo>
                    <a:pt x="3155" y="9572"/>
                  </a:lnTo>
                  <a:lnTo>
                    <a:pt x="2883" y="9790"/>
                  </a:lnTo>
                  <a:lnTo>
                    <a:pt x="2805" y="9816"/>
                  </a:lnTo>
                  <a:lnTo>
                    <a:pt x="2805" y="9816"/>
                  </a:lnTo>
                  <a:lnTo>
                    <a:pt x="2719" y="9518"/>
                  </a:lnTo>
                  <a:lnTo>
                    <a:pt x="2556" y="9137"/>
                  </a:lnTo>
                  <a:lnTo>
                    <a:pt x="2339" y="8757"/>
                  </a:lnTo>
                  <a:lnTo>
                    <a:pt x="2067" y="8485"/>
                  </a:lnTo>
                  <a:lnTo>
                    <a:pt x="1740" y="8213"/>
                  </a:lnTo>
                  <a:lnTo>
                    <a:pt x="1360" y="8050"/>
                  </a:lnTo>
                  <a:lnTo>
                    <a:pt x="762" y="8050"/>
                  </a:lnTo>
                  <a:lnTo>
                    <a:pt x="544" y="8158"/>
                  </a:lnTo>
                  <a:lnTo>
                    <a:pt x="381" y="8267"/>
                  </a:lnTo>
                  <a:lnTo>
                    <a:pt x="218" y="8376"/>
                  </a:lnTo>
                  <a:lnTo>
                    <a:pt x="109" y="8539"/>
                  </a:lnTo>
                  <a:lnTo>
                    <a:pt x="54" y="8702"/>
                  </a:lnTo>
                  <a:lnTo>
                    <a:pt x="0" y="8920"/>
                  </a:lnTo>
                  <a:lnTo>
                    <a:pt x="0" y="9137"/>
                  </a:lnTo>
                  <a:lnTo>
                    <a:pt x="54" y="9301"/>
                  </a:lnTo>
                  <a:lnTo>
                    <a:pt x="109" y="9518"/>
                  </a:lnTo>
                  <a:lnTo>
                    <a:pt x="326" y="9844"/>
                  </a:lnTo>
                  <a:lnTo>
                    <a:pt x="653" y="10171"/>
                  </a:lnTo>
                  <a:lnTo>
                    <a:pt x="1033" y="10334"/>
                  </a:lnTo>
                  <a:lnTo>
                    <a:pt x="1469" y="10497"/>
                  </a:lnTo>
                  <a:lnTo>
                    <a:pt x="1849" y="10551"/>
                  </a:lnTo>
                  <a:lnTo>
                    <a:pt x="2284" y="10497"/>
                  </a:lnTo>
                  <a:lnTo>
                    <a:pt x="2393" y="10481"/>
                  </a:lnTo>
                  <a:lnTo>
                    <a:pt x="2393" y="10481"/>
                  </a:lnTo>
                  <a:lnTo>
                    <a:pt x="2393" y="10606"/>
                  </a:lnTo>
                  <a:lnTo>
                    <a:pt x="2339" y="10878"/>
                  </a:lnTo>
                  <a:lnTo>
                    <a:pt x="2284" y="11204"/>
                  </a:lnTo>
                  <a:lnTo>
                    <a:pt x="2176" y="11530"/>
                  </a:lnTo>
                  <a:lnTo>
                    <a:pt x="2067" y="11802"/>
                  </a:lnTo>
                  <a:lnTo>
                    <a:pt x="1849" y="12074"/>
                  </a:lnTo>
                  <a:lnTo>
                    <a:pt x="1632" y="12292"/>
                  </a:lnTo>
                  <a:lnTo>
                    <a:pt x="1414" y="12509"/>
                  </a:lnTo>
                  <a:lnTo>
                    <a:pt x="1305" y="12618"/>
                  </a:lnTo>
                  <a:lnTo>
                    <a:pt x="1305" y="12727"/>
                  </a:lnTo>
                  <a:lnTo>
                    <a:pt x="1305" y="12781"/>
                  </a:lnTo>
                  <a:lnTo>
                    <a:pt x="1305" y="12890"/>
                  </a:lnTo>
                  <a:lnTo>
                    <a:pt x="1414" y="12999"/>
                  </a:lnTo>
                  <a:lnTo>
                    <a:pt x="1469" y="12999"/>
                  </a:lnTo>
                  <a:lnTo>
                    <a:pt x="1577" y="13053"/>
                  </a:lnTo>
                  <a:lnTo>
                    <a:pt x="1686" y="12999"/>
                  </a:lnTo>
                  <a:lnTo>
                    <a:pt x="1958" y="12727"/>
                  </a:lnTo>
                  <a:lnTo>
                    <a:pt x="2230" y="12455"/>
                  </a:lnTo>
                  <a:lnTo>
                    <a:pt x="2448" y="12129"/>
                  </a:lnTo>
                  <a:lnTo>
                    <a:pt x="2665" y="11802"/>
                  </a:lnTo>
                  <a:lnTo>
                    <a:pt x="2774" y="11476"/>
                  </a:lnTo>
                  <a:lnTo>
                    <a:pt x="2883" y="11095"/>
                  </a:lnTo>
                  <a:lnTo>
                    <a:pt x="2937" y="10715"/>
                  </a:lnTo>
                  <a:lnTo>
                    <a:pt x="2892" y="10357"/>
                  </a:lnTo>
                  <a:lnTo>
                    <a:pt x="2892" y="10357"/>
                  </a:lnTo>
                  <a:lnTo>
                    <a:pt x="3100" y="10279"/>
                  </a:lnTo>
                  <a:lnTo>
                    <a:pt x="3426" y="10008"/>
                  </a:lnTo>
                  <a:lnTo>
                    <a:pt x="3753" y="9736"/>
                  </a:lnTo>
                  <a:lnTo>
                    <a:pt x="4025" y="9409"/>
                  </a:lnTo>
                  <a:lnTo>
                    <a:pt x="4242" y="8974"/>
                  </a:lnTo>
                  <a:lnTo>
                    <a:pt x="4405" y="8539"/>
                  </a:lnTo>
                  <a:lnTo>
                    <a:pt x="4514" y="8104"/>
                  </a:lnTo>
                  <a:lnTo>
                    <a:pt x="4569" y="7615"/>
                  </a:lnTo>
                  <a:lnTo>
                    <a:pt x="4514" y="7179"/>
                  </a:lnTo>
                  <a:lnTo>
                    <a:pt x="4405" y="6690"/>
                  </a:lnTo>
                  <a:lnTo>
                    <a:pt x="4351" y="6472"/>
                  </a:lnTo>
                  <a:lnTo>
                    <a:pt x="4351" y="6472"/>
                  </a:lnTo>
                  <a:lnTo>
                    <a:pt x="4677" y="6309"/>
                  </a:lnTo>
                  <a:lnTo>
                    <a:pt x="5004" y="5929"/>
                  </a:lnTo>
                  <a:lnTo>
                    <a:pt x="5276" y="5548"/>
                  </a:lnTo>
                  <a:lnTo>
                    <a:pt x="5493" y="5167"/>
                  </a:lnTo>
                  <a:lnTo>
                    <a:pt x="5656" y="4678"/>
                  </a:lnTo>
                  <a:lnTo>
                    <a:pt x="5765" y="4243"/>
                  </a:lnTo>
                  <a:lnTo>
                    <a:pt x="5765" y="3753"/>
                  </a:lnTo>
                  <a:lnTo>
                    <a:pt x="5711" y="3264"/>
                  </a:lnTo>
                  <a:lnTo>
                    <a:pt x="5602" y="2828"/>
                  </a:lnTo>
                  <a:lnTo>
                    <a:pt x="5384" y="2339"/>
                  </a:lnTo>
                  <a:lnTo>
                    <a:pt x="5167" y="1850"/>
                  </a:lnTo>
                  <a:lnTo>
                    <a:pt x="4841" y="1469"/>
                  </a:lnTo>
                  <a:lnTo>
                    <a:pt x="4460" y="1088"/>
                  </a:lnTo>
                  <a:lnTo>
                    <a:pt x="4079" y="762"/>
                  </a:lnTo>
                  <a:lnTo>
                    <a:pt x="3644" y="490"/>
                  </a:lnTo>
                  <a:lnTo>
                    <a:pt x="3209" y="218"/>
                  </a:lnTo>
                  <a:lnTo>
                    <a:pt x="2719" y="55"/>
                  </a:lnTo>
                  <a:lnTo>
                    <a:pt x="26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05301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48"/>
          <p:cNvSpPr txBox="1">
            <a:spLocks noGrp="1"/>
          </p:cNvSpPr>
          <p:nvPr>
            <p:ph type="title"/>
          </p:nvPr>
        </p:nvSpPr>
        <p:spPr>
          <a:xfrm>
            <a:off x="2391900" y="3259013"/>
            <a:ext cx="436020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t>
            </a:r>
            <a:r>
              <a:rPr lang="ro-RO" dirty="0" err="1"/>
              <a:t>E.Brobby</a:t>
            </a:r>
            <a:endParaRPr dirty="0"/>
          </a:p>
        </p:txBody>
      </p:sp>
      <p:sp>
        <p:nvSpPr>
          <p:cNvPr id="1694" name="Google Shape;1694;p48"/>
          <p:cNvSpPr txBox="1">
            <a:spLocks noGrp="1"/>
          </p:cNvSpPr>
          <p:nvPr>
            <p:ph type="subTitle" idx="1"/>
          </p:nvPr>
        </p:nvSpPr>
        <p:spPr>
          <a:xfrm>
            <a:off x="1866525" y="1343450"/>
            <a:ext cx="5411100" cy="1836000"/>
          </a:xfrm>
          <a:prstGeom prst="rect">
            <a:avLst/>
          </a:prstGeom>
        </p:spPr>
        <p:txBody>
          <a:bodyPr spcFirstLastPara="1" wrap="square" lIns="91425" tIns="91425" rIns="91425" bIns="91425" anchor="ctr" anchorCtr="0">
            <a:noAutofit/>
          </a:bodyPr>
          <a:lstStyle/>
          <a:p>
            <a:pPr marL="0" indent="0"/>
            <a:r>
              <a:rPr lang="en" dirty="0"/>
              <a:t>“</a:t>
            </a:r>
            <a:r>
              <a:rPr lang="ro-RO" dirty="0"/>
              <a:t>C</a:t>
            </a:r>
            <a:r>
              <a:rPr lang="ro-RO" sz="3200" b="0" i="0" u="none" strike="noStrike" dirty="0">
                <a:solidFill>
                  <a:srgbClr val="000000"/>
                </a:solidFill>
                <a:effectLst/>
                <a:latin typeface="Times New Roman" panose="02020603050405020304" pitchFamily="18" charset="0"/>
              </a:rPr>
              <a:t>u cât stresul este mai mare, cu atât studenții vor avea rezultate mai slabe la învățătură”.</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2" name="TextBox 1">
            <a:extLst>
              <a:ext uri="{FF2B5EF4-FFF2-40B4-BE49-F238E27FC236}">
                <a16:creationId xmlns:a16="http://schemas.microsoft.com/office/drawing/2014/main" id="{77FA59CB-DD35-90A3-AB7C-7E54824F3B12}"/>
              </a:ext>
            </a:extLst>
          </p:cNvPr>
          <p:cNvSpPr txBox="1"/>
          <p:nvPr/>
        </p:nvSpPr>
        <p:spPr>
          <a:xfrm>
            <a:off x="1101969" y="534614"/>
            <a:ext cx="6940062" cy="4801314"/>
          </a:xfrm>
          <a:prstGeom prst="rect">
            <a:avLst/>
          </a:prstGeom>
          <a:noFill/>
        </p:spPr>
        <p:txBody>
          <a:bodyPr wrap="square" rtlCol="0">
            <a:spAutoFit/>
          </a:bodyPr>
          <a:lstStyle/>
          <a:p>
            <a:pPr marL="285750" indent="-285750" algn="just">
              <a:spcBef>
                <a:spcPts val="1200"/>
              </a:spcBef>
              <a:buFont typeface="Wingdings" panose="05000000000000000000" pitchFamily="2" charset="2"/>
              <a:buChar char="v"/>
            </a:pPr>
            <a:r>
              <a:rPr lang="ro-RO" sz="1800" b="0" i="0" u="none" strike="noStrike" dirty="0">
                <a:solidFill>
                  <a:srgbClr val="000000"/>
                </a:solidFill>
                <a:effectLst/>
                <a:latin typeface="Times New Roman" panose="02020603050405020304" pitchFamily="18" charset="0"/>
              </a:rPr>
              <a:t>E</a:t>
            </a:r>
            <a:r>
              <a:rPr lang="ro-RO" sz="2000" b="0" i="0" u="none" strike="noStrike" dirty="0">
                <a:solidFill>
                  <a:srgbClr val="000000"/>
                </a:solidFill>
                <a:effectLst/>
                <a:latin typeface="Times New Roman" panose="02020603050405020304" pitchFamily="18" charset="0"/>
              </a:rPr>
              <a:t>. Brobby</a:t>
            </a:r>
            <a:r>
              <a:rPr lang="ro-RO" sz="2000" b="0" i="0" u="none" strike="noStrike" baseline="30000" dirty="0">
                <a:solidFill>
                  <a:srgbClr val="000000"/>
                </a:solidFill>
                <a:effectLst/>
                <a:latin typeface="Times New Roman" panose="02020603050405020304" pitchFamily="18" charset="0"/>
              </a:rPr>
              <a:t>[</a:t>
            </a:r>
            <a:r>
              <a:rPr lang="ro-RO" sz="2000" baseline="30000" dirty="0">
                <a:latin typeface="Times New Roman" panose="02020603050405020304" pitchFamily="18" charset="0"/>
              </a:rPr>
              <a:t>7</a:t>
            </a:r>
            <a:r>
              <a:rPr lang="en-US" sz="2000" baseline="30000" dirty="0">
                <a:latin typeface="Times New Roman" panose="02020603050405020304" pitchFamily="18" charset="0"/>
              </a:rPr>
              <a:t>]</a:t>
            </a:r>
            <a:r>
              <a:rPr lang="en-US" sz="2000" dirty="0">
                <a:latin typeface="Times New Roman" panose="02020603050405020304" pitchFamily="18" charset="0"/>
              </a:rPr>
              <a:t> </a:t>
            </a:r>
            <a:r>
              <a:rPr lang="ro-RO" sz="2000" b="0" i="0" u="none" strike="noStrike" dirty="0">
                <a:solidFill>
                  <a:srgbClr val="000000"/>
                </a:solidFill>
                <a:effectLst/>
                <a:latin typeface="Times New Roman" panose="02020603050405020304" pitchFamily="18" charset="0"/>
              </a:rPr>
              <a:t>recomandă</a:t>
            </a:r>
            <a:r>
              <a:rPr lang="en-US" sz="2000" b="0" i="0" u="none" strike="noStrike" dirty="0">
                <a:solidFill>
                  <a:srgbClr val="000000"/>
                </a:solidFill>
                <a:effectLst/>
                <a:latin typeface="Times New Roman" panose="02020603050405020304" pitchFamily="18" charset="0"/>
              </a:rPr>
              <a:t>:</a:t>
            </a:r>
          </a:p>
          <a:p>
            <a:pPr marL="342900" indent="-342900" algn="just">
              <a:spcBef>
                <a:spcPts val="1200"/>
              </a:spcBef>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implementarea unor programe prin care studenții să fie educați cu privire la modalitățile de gestiune ale stresului și a sporirii atenției. </a:t>
            </a:r>
          </a:p>
          <a:p>
            <a:pPr marL="285750" indent="-285750" algn="just" rtl="0">
              <a:spcBef>
                <a:spcPts val="1200"/>
              </a:spcBef>
              <a:spcAft>
                <a:spcPts val="0"/>
              </a:spcAft>
              <a:buFont typeface="Arial" panose="020B0604020202020204" pitchFamily="34" charset="0"/>
              <a:buChar char="•"/>
            </a:pPr>
            <a:r>
              <a:rPr lang="ro-RO" sz="2000" b="0" i="0" u="none" strike="noStrike" dirty="0">
                <a:solidFill>
                  <a:srgbClr val="000000"/>
                </a:solidFill>
                <a:effectLst/>
                <a:latin typeface="Times New Roman" panose="02020603050405020304" pitchFamily="18" charset="0"/>
              </a:rPr>
              <a:t>exercițiile fizice, un program echilibrat cu privire la somnul nostru, dar și metodele de organizare ale timpului pot spori performanța academică a studenților. </a:t>
            </a:r>
          </a:p>
          <a:p>
            <a:pPr marL="342900" indent="-342900" algn="just" rtl="0">
              <a:spcBef>
                <a:spcPts val="1200"/>
              </a:spcBef>
              <a:spcAft>
                <a:spcPts val="0"/>
              </a:spcAft>
              <a:buFont typeface="Wingdings" panose="05000000000000000000" pitchFamily="2" charset="2"/>
              <a:buChar char="v"/>
            </a:pPr>
            <a:r>
              <a:rPr lang="ro-RO" sz="2000" dirty="0">
                <a:latin typeface="Times New Roman" panose="02020603050405020304" pitchFamily="18" charset="0"/>
              </a:rPr>
              <a:t>B</a:t>
            </a:r>
            <a:r>
              <a:rPr lang="ro-RO" sz="2000" b="0" i="0" u="none" strike="noStrike" dirty="0">
                <a:solidFill>
                  <a:srgbClr val="000000"/>
                </a:solidFill>
                <a:effectLst/>
                <a:latin typeface="Times New Roman" panose="02020603050405020304" pitchFamily="18" charset="0"/>
              </a:rPr>
              <a:t>locajele emoționale și stresul pot deveni adevărate obstacole în atingere obiectivelor personale, atât pe plan profesional, cât și personal, dacă nu reușim să le controlăm într-un mod eficient.</a:t>
            </a:r>
            <a:endParaRPr lang="ro-RO" sz="2000" b="0" dirty="0">
              <a:effectLst/>
            </a:endParaRPr>
          </a:p>
          <a:p>
            <a:br>
              <a:rPr lang="ro-RO" dirty="0"/>
            </a:br>
            <a:br>
              <a:rPr lang="ro-RO" dirty="0"/>
            </a:br>
            <a:br>
              <a:rPr lang="ro-RO" dirty="0"/>
            </a:br>
            <a:endParaRPr lang="ro-RO" b="0" dirty="0">
              <a:effectLst/>
            </a:endParaRPr>
          </a:p>
        </p:txBody>
      </p:sp>
    </p:spTree>
    <p:extLst>
      <p:ext uri="{BB962C8B-B14F-4D97-AF65-F5344CB8AC3E}">
        <p14:creationId xmlns:p14="http://schemas.microsoft.com/office/powerpoint/2010/main" val="1386123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8"/>
        <p:cNvGrpSpPr/>
        <p:nvPr/>
      </p:nvGrpSpPr>
      <p:grpSpPr>
        <a:xfrm>
          <a:off x="0" y="0"/>
          <a:ext cx="0" cy="0"/>
          <a:chOff x="0" y="0"/>
          <a:chExt cx="0" cy="0"/>
        </a:xfrm>
      </p:grpSpPr>
      <p:sp>
        <p:nvSpPr>
          <p:cNvPr id="1699" name="Google Shape;1699;p49"/>
          <p:cNvSpPr/>
          <p:nvPr/>
        </p:nvSpPr>
        <p:spPr>
          <a:xfrm>
            <a:off x="-4241809" y="1085612"/>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9"/>
          <p:cNvSpPr txBox="1">
            <a:spLocks noGrp="1"/>
          </p:cNvSpPr>
          <p:nvPr>
            <p:ph type="title"/>
          </p:nvPr>
        </p:nvSpPr>
        <p:spPr>
          <a:xfrm>
            <a:off x="1643050" y="436544"/>
            <a:ext cx="5857800" cy="118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sp>
        <p:nvSpPr>
          <p:cNvPr id="1701" name="Google Shape;1701;p49"/>
          <p:cNvSpPr/>
          <p:nvPr/>
        </p:nvSpPr>
        <p:spPr>
          <a:xfrm>
            <a:off x="7803666" y="-1366413"/>
            <a:ext cx="5171118" cy="2972279"/>
          </a:xfrm>
          <a:custGeom>
            <a:avLst/>
            <a:gdLst/>
            <a:ahLst/>
            <a:cxnLst/>
            <a:rect l="l" t="t" r="r" b="b"/>
            <a:pathLst>
              <a:path w="34820" h="20014" extrusionOk="0">
                <a:moveTo>
                  <a:pt x="27294" y="1"/>
                </a:moveTo>
                <a:lnTo>
                  <a:pt x="26765" y="41"/>
                </a:lnTo>
                <a:lnTo>
                  <a:pt x="25626" y="123"/>
                </a:lnTo>
                <a:lnTo>
                  <a:pt x="24487" y="326"/>
                </a:lnTo>
                <a:lnTo>
                  <a:pt x="23348" y="529"/>
                </a:lnTo>
                <a:lnTo>
                  <a:pt x="22210" y="814"/>
                </a:lnTo>
                <a:lnTo>
                  <a:pt x="17044" y="1953"/>
                </a:lnTo>
                <a:lnTo>
                  <a:pt x="11878" y="3133"/>
                </a:lnTo>
                <a:lnTo>
                  <a:pt x="10698" y="3377"/>
                </a:lnTo>
                <a:lnTo>
                  <a:pt x="9559" y="3662"/>
                </a:lnTo>
                <a:lnTo>
                  <a:pt x="8380" y="3987"/>
                </a:lnTo>
                <a:lnTo>
                  <a:pt x="7281" y="4394"/>
                </a:lnTo>
                <a:lnTo>
                  <a:pt x="6264" y="4760"/>
                </a:lnTo>
                <a:lnTo>
                  <a:pt x="5288" y="5248"/>
                </a:lnTo>
                <a:lnTo>
                  <a:pt x="4353" y="5777"/>
                </a:lnTo>
                <a:lnTo>
                  <a:pt x="3905" y="6061"/>
                </a:lnTo>
                <a:lnTo>
                  <a:pt x="3458" y="6387"/>
                </a:lnTo>
                <a:lnTo>
                  <a:pt x="2766" y="6997"/>
                </a:lnTo>
                <a:lnTo>
                  <a:pt x="2156" y="7648"/>
                </a:lnTo>
                <a:lnTo>
                  <a:pt x="1587" y="8339"/>
                </a:lnTo>
                <a:lnTo>
                  <a:pt x="1099" y="9112"/>
                </a:lnTo>
                <a:lnTo>
                  <a:pt x="692" y="9885"/>
                </a:lnTo>
                <a:lnTo>
                  <a:pt x="366" y="10699"/>
                </a:lnTo>
                <a:lnTo>
                  <a:pt x="244" y="11146"/>
                </a:lnTo>
                <a:lnTo>
                  <a:pt x="122" y="11553"/>
                </a:lnTo>
                <a:lnTo>
                  <a:pt x="82" y="11959"/>
                </a:lnTo>
                <a:lnTo>
                  <a:pt x="0" y="12407"/>
                </a:lnTo>
                <a:lnTo>
                  <a:pt x="0" y="12854"/>
                </a:lnTo>
                <a:lnTo>
                  <a:pt x="0" y="13261"/>
                </a:lnTo>
                <a:lnTo>
                  <a:pt x="41" y="13709"/>
                </a:lnTo>
                <a:lnTo>
                  <a:pt x="122" y="14115"/>
                </a:lnTo>
                <a:lnTo>
                  <a:pt x="244" y="14522"/>
                </a:lnTo>
                <a:lnTo>
                  <a:pt x="366" y="14929"/>
                </a:lnTo>
                <a:lnTo>
                  <a:pt x="529" y="15336"/>
                </a:lnTo>
                <a:lnTo>
                  <a:pt x="732" y="15742"/>
                </a:lnTo>
                <a:lnTo>
                  <a:pt x="1017" y="16190"/>
                </a:lnTo>
                <a:lnTo>
                  <a:pt x="1302" y="16597"/>
                </a:lnTo>
                <a:lnTo>
                  <a:pt x="1668" y="17003"/>
                </a:lnTo>
                <a:lnTo>
                  <a:pt x="1993" y="17369"/>
                </a:lnTo>
                <a:lnTo>
                  <a:pt x="2400" y="17695"/>
                </a:lnTo>
                <a:lnTo>
                  <a:pt x="2807" y="17980"/>
                </a:lnTo>
                <a:lnTo>
                  <a:pt x="3214" y="18264"/>
                </a:lnTo>
                <a:lnTo>
                  <a:pt x="3661" y="18549"/>
                </a:lnTo>
                <a:lnTo>
                  <a:pt x="4109" y="18793"/>
                </a:lnTo>
                <a:lnTo>
                  <a:pt x="4597" y="18996"/>
                </a:lnTo>
                <a:lnTo>
                  <a:pt x="5532" y="19363"/>
                </a:lnTo>
                <a:lnTo>
                  <a:pt x="6549" y="19607"/>
                </a:lnTo>
                <a:lnTo>
                  <a:pt x="7525" y="19810"/>
                </a:lnTo>
                <a:lnTo>
                  <a:pt x="8136" y="19891"/>
                </a:lnTo>
                <a:lnTo>
                  <a:pt x="8746" y="19932"/>
                </a:lnTo>
                <a:lnTo>
                  <a:pt x="10007" y="20013"/>
                </a:lnTo>
                <a:lnTo>
                  <a:pt x="11227" y="19973"/>
                </a:lnTo>
                <a:lnTo>
                  <a:pt x="12447" y="19891"/>
                </a:lnTo>
                <a:lnTo>
                  <a:pt x="14928" y="19688"/>
                </a:lnTo>
                <a:lnTo>
                  <a:pt x="16149" y="19566"/>
                </a:lnTo>
                <a:lnTo>
                  <a:pt x="17369" y="19485"/>
                </a:lnTo>
                <a:lnTo>
                  <a:pt x="18711" y="19444"/>
                </a:lnTo>
                <a:lnTo>
                  <a:pt x="20013" y="19485"/>
                </a:lnTo>
                <a:lnTo>
                  <a:pt x="22657" y="19566"/>
                </a:lnTo>
                <a:lnTo>
                  <a:pt x="23837" y="19647"/>
                </a:lnTo>
                <a:lnTo>
                  <a:pt x="25626" y="19647"/>
                </a:lnTo>
                <a:lnTo>
                  <a:pt x="26196" y="19607"/>
                </a:lnTo>
                <a:lnTo>
                  <a:pt x="26806" y="19525"/>
                </a:lnTo>
                <a:lnTo>
                  <a:pt x="27375" y="19403"/>
                </a:lnTo>
                <a:lnTo>
                  <a:pt x="27823" y="19281"/>
                </a:lnTo>
                <a:lnTo>
                  <a:pt x="28311" y="19118"/>
                </a:lnTo>
                <a:lnTo>
                  <a:pt x="28758" y="18915"/>
                </a:lnTo>
                <a:lnTo>
                  <a:pt x="29206" y="18712"/>
                </a:lnTo>
                <a:lnTo>
                  <a:pt x="29613" y="18508"/>
                </a:lnTo>
                <a:lnTo>
                  <a:pt x="30060" y="18264"/>
                </a:lnTo>
                <a:lnTo>
                  <a:pt x="30833" y="17695"/>
                </a:lnTo>
                <a:lnTo>
                  <a:pt x="31565" y="17044"/>
                </a:lnTo>
                <a:lnTo>
                  <a:pt x="32257" y="16352"/>
                </a:lnTo>
                <a:lnTo>
                  <a:pt x="32867" y="15580"/>
                </a:lnTo>
                <a:lnTo>
                  <a:pt x="33395" y="14766"/>
                </a:lnTo>
                <a:lnTo>
                  <a:pt x="33680" y="14278"/>
                </a:lnTo>
                <a:lnTo>
                  <a:pt x="33884" y="13749"/>
                </a:lnTo>
                <a:lnTo>
                  <a:pt x="34128" y="13261"/>
                </a:lnTo>
                <a:lnTo>
                  <a:pt x="34290" y="12732"/>
                </a:lnTo>
                <a:lnTo>
                  <a:pt x="34453" y="12204"/>
                </a:lnTo>
                <a:lnTo>
                  <a:pt x="34575" y="11634"/>
                </a:lnTo>
                <a:lnTo>
                  <a:pt x="34697" y="11105"/>
                </a:lnTo>
                <a:lnTo>
                  <a:pt x="34778" y="10536"/>
                </a:lnTo>
                <a:lnTo>
                  <a:pt x="34819" y="9966"/>
                </a:lnTo>
                <a:lnTo>
                  <a:pt x="34819" y="9438"/>
                </a:lnTo>
                <a:lnTo>
                  <a:pt x="34819" y="8868"/>
                </a:lnTo>
                <a:lnTo>
                  <a:pt x="34819" y="8299"/>
                </a:lnTo>
                <a:lnTo>
                  <a:pt x="34738" y="7729"/>
                </a:lnTo>
                <a:lnTo>
                  <a:pt x="34656" y="7200"/>
                </a:lnTo>
                <a:lnTo>
                  <a:pt x="34575" y="6631"/>
                </a:lnTo>
                <a:lnTo>
                  <a:pt x="34412" y="6102"/>
                </a:lnTo>
                <a:lnTo>
                  <a:pt x="34290" y="5533"/>
                </a:lnTo>
                <a:lnTo>
                  <a:pt x="34087" y="5004"/>
                </a:lnTo>
                <a:lnTo>
                  <a:pt x="33884" y="4475"/>
                </a:lnTo>
                <a:lnTo>
                  <a:pt x="33640" y="3946"/>
                </a:lnTo>
                <a:lnTo>
                  <a:pt x="33395" y="3499"/>
                </a:lnTo>
                <a:lnTo>
                  <a:pt x="33111" y="3051"/>
                </a:lnTo>
                <a:lnTo>
                  <a:pt x="32826" y="2604"/>
                </a:lnTo>
                <a:lnTo>
                  <a:pt x="32501" y="2238"/>
                </a:lnTo>
                <a:lnTo>
                  <a:pt x="32134" y="1831"/>
                </a:lnTo>
                <a:lnTo>
                  <a:pt x="31768" y="1465"/>
                </a:lnTo>
                <a:lnTo>
                  <a:pt x="31362" y="1180"/>
                </a:lnTo>
                <a:lnTo>
                  <a:pt x="30914" y="896"/>
                </a:lnTo>
                <a:lnTo>
                  <a:pt x="30426" y="611"/>
                </a:lnTo>
                <a:lnTo>
                  <a:pt x="29938" y="407"/>
                </a:lnTo>
                <a:lnTo>
                  <a:pt x="29450" y="285"/>
                </a:lnTo>
                <a:lnTo>
                  <a:pt x="28921" y="163"/>
                </a:lnTo>
                <a:lnTo>
                  <a:pt x="28392" y="82"/>
                </a:lnTo>
                <a:lnTo>
                  <a:pt x="27823" y="41"/>
                </a:lnTo>
                <a:lnTo>
                  <a:pt x="27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9"/>
          <p:cNvSpPr/>
          <p:nvPr/>
        </p:nvSpPr>
        <p:spPr>
          <a:xfrm>
            <a:off x="7541189" y="496063"/>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9"/>
          <p:cNvSpPr/>
          <p:nvPr/>
        </p:nvSpPr>
        <p:spPr>
          <a:xfrm>
            <a:off x="291289" y="4666101"/>
            <a:ext cx="152693" cy="154523"/>
          </a:xfrm>
          <a:custGeom>
            <a:avLst/>
            <a:gdLst/>
            <a:ahLst/>
            <a:cxnLst/>
            <a:rect l="l" t="t" r="r" b="b"/>
            <a:pathLst>
              <a:path w="3337" h="3377" extrusionOk="0">
                <a:moveTo>
                  <a:pt x="1506" y="0"/>
                </a:moveTo>
                <a:lnTo>
                  <a:pt x="1262" y="41"/>
                </a:lnTo>
                <a:lnTo>
                  <a:pt x="1018" y="122"/>
                </a:lnTo>
                <a:lnTo>
                  <a:pt x="774" y="204"/>
                </a:lnTo>
                <a:lnTo>
                  <a:pt x="570" y="366"/>
                </a:lnTo>
                <a:lnTo>
                  <a:pt x="408" y="529"/>
                </a:lnTo>
                <a:lnTo>
                  <a:pt x="245" y="692"/>
                </a:lnTo>
                <a:lnTo>
                  <a:pt x="164" y="895"/>
                </a:lnTo>
                <a:lnTo>
                  <a:pt x="82" y="1098"/>
                </a:lnTo>
                <a:lnTo>
                  <a:pt x="1" y="1342"/>
                </a:lnTo>
                <a:lnTo>
                  <a:pt x="1" y="1546"/>
                </a:lnTo>
                <a:lnTo>
                  <a:pt x="1" y="1790"/>
                </a:lnTo>
                <a:lnTo>
                  <a:pt x="1" y="1993"/>
                </a:lnTo>
                <a:lnTo>
                  <a:pt x="123" y="2319"/>
                </a:lnTo>
                <a:lnTo>
                  <a:pt x="245" y="2563"/>
                </a:lnTo>
                <a:lnTo>
                  <a:pt x="448" y="2807"/>
                </a:lnTo>
                <a:lnTo>
                  <a:pt x="692" y="3010"/>
                </a:lnTo>
                <a:lnTo>
                  <a:pt x="936" y="3173"/>
                </a:lnTo>
                <a:lnTo>
                  <a:pt x="1221" y="3295"/>
                </a:lnTo>
                <a:lnTo>
                  <a:pt x="1506" y="3376"/>
                </a:lnTo>
                <a:lnTo>
                  <a:pt x="1831" y="3376"/>
                </a:lnTo>
                <a:lnTo>
                  <a:pt x="2075" y="3336"/>
                </a:lnTo>
                <a:lnTo>
                  <a:pt x="2319" y="3254"/>
                </a:lnTo>
                <a:lnTo>
                  <a:pt x="2564" y="3173"/>
                </a:lnTo>
                <a:lnTo>
                  <a:pt x="2767" y="3010"/>
                </a:lnTo>
                <a:lnTo>
                  <a:pt x="2930" y="2847"/>
                </a:lnTo>
                <a:lnTo>
                  <a:pt x="3092" y="2685"/>
                </a:lnTo>
                <a:lnTo>
                  <a:pt x="3214" y="2441"/>
                </a:lnTo>
                <a:lnTo>
                  <a:pt x="3296" y="2197"/>
                </a:lnTo>
                <a:lnTo>
                  <a:pt x="3336" y="1912"/>
                </a:lnTo>
                <a:lnTo>
                  <a:pt x="3336" y="1627"/>
                </a:lnTo>
                <a:lnTo>
                  <a:pt x="3296" y="1342"/>
                </a:lnTo>
                <a:lnTo>
                  <a:pt x="3214" y="1098"/>
                </a:lnTo>
                <a:lnTo>
                  <a:pt x="3092" y="854"/>
                </a:lnTo>
                <a:lnTo>
                  <a:pt x="2930" y="610"/>
                </a:lnTo>
                <a:lnTo>
                  <a:pt x="2726" y="407"/>
                </a:lnTo>
                <a:lnTo>
                  <a:pt x="2482" y="244"/>
                </a:lnTo>
                <a:lnTo>
                  <a:pt x="2238" y="122"/>
                </a:lnTo>
                <a:lnTo>
                  <a:pt x="1994" y="41"/>
                </a:lnTo>
                <a:lnTo>
                  <a:pt x="17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4" name="Google Shape;1704;p49"/>
          <p:cNvGrpSpPr/>
          <p:nvPr/>
        </p:nvGrpSpPr>
        <p:grpSpPr>
          <a:xfrm rot="-5400000">
            <a:off x="-992699" y="-563079"/>
            <a:ext cx="1915490" cy="2459786"/>
            <a:chOff x="2659350" y="1746500"/>
            <a:chExt cx="379350" cy="487125"/>
          </a:xfrm>
        </p:grpSpPr>
        <p:sp>
          <p:nvSpPr>
            <p:cNvPr id="1705" name="Google Shape;1705;p49"/>
            <p:cNvSpPr/>
            <p:nvPr/>
          </p:nvSpPr>
          <p:spPr>
            <a:xfrm>
              <a:off x="2659350" y="1746500"/>
              <a:ext cx="379350" cy="487125"/>
            </a:xfrm>
            <a:custGeom>
              <a:avLst/>
              <a:gdLst/>
              <a:ahLst/>
              <a:cxnLst/>
              <a:rect l="l" t="t" r="r" b="b"/>
              <a:pathLst>
                <a:path w="15174" h="19485" extrusionOk="0">
                  <a:moveTo>
                    <a:pt x="14116" y="1"/>
                  </a:moveTo>
                  <a:lnTo>
                    <a:pt x="14034" y="42"/>
                  </a:lnTo>
                  <a:lnTo>
                    <a:pt x="13261" y="774"/>
                  </a:lnTo>
                  <a:lnTo>
                    <a:pt x="12448" y="1465"/>
                  </a:lnTo>
                  <a:lnTo>
                    <a:pt x="11634" y="2116"/>
                  </a:lnTo>
                  <a:lnTo>
                    <a:pt x="10821" y="2767"/>
                  </a:lnTo>
                  <a:lnTo>
                    <a:pt x="9112" y="4028"/>
                  </a:lnTo>
                  <a:lnTo>
                    <a:pt x="7404" y="5248"/>
                  </a:lnTo>
                  <a:lnTo>
                    <a:pt x="5899" y="6428"/>
                  </a:lnTo>
                  <a:lnTo>
                    <a:pt x="5167" y="7079"/>
                  </a:lnTo>
                  <a:lnTo>
                    <a:pt x="4435" y="7729"/>
                  </a:lnTo>
                  <a:lnTo>
                    <a:pt x="3743" y="8380"/>
                  </a:lnTo>
                  <a:lnTo>
                    <a:pt x="3133" y="9072"/>
                  </a:lnTo>
                  <a:lnTo>
                    <a:pt x="2482" y="9844"/>
                  </a:lnTo>
                  <a:lnTo>
                    <a:pt x="1953" y="10617"/>
                  </a:lnTo>
                  <a:lnTo>
                    <a:pt x="1425" y="11390"/>
                  </a:lnTo>
                  <a:lnTo>
                    <a:pt x="1018" y="12204"/>
                  </a:lnTo>
                  <a:lnTo>
                    <a:pt x="652" y="13058"/>
                  </a:lnTo>
                  <a:lnTo>
                    <a:pt x="326" y="13912"/>
                  </a:lnTo>
                  <a:lnTo>
                    <a:pt x="123" y="14766"/>
                  </a:lnTo>
                  <a:lnTo>
                    <a:pt x="82" y="15173"/>
                  </a:lnTo>
                  <a:lnTo>
                    <a:pt x="42" y="15620"/>
                  </a:lnTo>
                  <a:lnTo>
                    <a:pt x="1" y="16068"/>
                  </a:lnTo>
                  <a:lnTo>
                    <a:pt x="42" y="16475"/>
                  </a:lnTo>
                  <a:lnTo>
                    <a:pt x="82" y="16922"/>
                  </a:lnTo>
                  <a:lnTo>
                    <a:pt x="164" y="17329"/>
                  </a:lnTo>
                  <a:lnTo>
                    <a:pt x="326" y="17736"/>
                  </a:lnTo>
                  <a:lnTo>
                    <a:pt x="489" y="18102"/>
                  </a:lnTo>
                  <a:lnTo>
                    <a:pt x="733" y="18468"/>
                  </a:lnTo>
                  <a:lnTo>
                    <a:pt x="977" y="18753"/>
                  </a:lnTo>
                  <a:lnTo>
                    <a:pt x="1303" y="18997"/>
                  </a:lnTo>
                  <a:lnTo>
                    <a:pt x="1669" y="19200"/>
                  </a:lnTo>
                  <a:lnTo>
                    <a:pt x="2035" y="19363"/>
                  </a:lnTo>
                  <a:lnTo>
                    <a:pt x="2442" y="19444"/>
                  </a:lnTo>
                  <a:lnTo>
                    <a:pt x="2930" y="19485"/>
                  </a:lnTo>
                  <a:lnTo>
                    <a:pt x="3418" y="19485"/>
                  </a:lnTo>
                  <a:lnTo>
                    <a:pt x="3906" y="19444"/>
                  </a:lnTo>
                  <a:lnTo>
                    <a:pt x="4394" y="19363"/>
                  </a:lnTo>
                  <a:lnTo>
                    <a:pt x="5370" y="19159"/>
                  </a:lnTo>
                  <a:lnTo>
                    <a:pt x="6306" y="18915"/>
                  </a:lnTo>
                  <a:lnTo>
                    <a:pt x="7323" y="18631"/>
                  </a:lnTo>
                  <a:lnTo>
                    <a:pt x="8340" y="18305"/>
                  </a:lnTo>
                  <a:lnTo>
                    <a:pt x="9356" y="17980"/>
                  </a:lnTo>
                  <a:lnTo>
                    <a:pt x="10333" y="17614"/>
                  </a:lnTo>
                  <a:lnTo>
                    <a:pt x="11309" y="17166"/>
                  </a:lnTo>
                  <a:lnTo>
                    <a:pt x="12285" y="16719"/>
                  </a:lnTo>
                  <a:lnTo>
                    <a:pt x="13221" y="16271"/>
                  </a:lnTo>
                  <a:lnTo>
                    <a:pt x="14156" y="15743"/>
                  </a:lnTo>
                  <a:lnTo>
                    <a:pt x="15051" y="15214"/>
                  </a:lnTo>
                  <a:lnTo>
                    <a:pt x="15132" y="15173"/>
                  </a:lnTo>
                  <a:lnTo>
                    <a:pt x="15173" y="15092"/>
                  </a:lnTo>
                  <a:lnTo>
                    <a:pt x="15173" y="15051"/>
                  </a:lnTo>
                  <a:lnTo>
                    <a:pt x="15132" y="14970"/>
                  </a:lnTo>
                  <a:lnTo>
                    <a:pt x="15092" y="14929"/>
                  </a:lnTo>
                  <a:lnTo>
                    <a:pt x="15010" y="14888"/>
                  </a:lnTo>
                  <a:lnTo>
                    <a:pt x="14888" y="14888"/>
                  </a:lnTo>
                  <a:lnTo>
                    <a:pt x="13994" y="15417"/>
                  </a:lnTo>
                  <a:lnTo>
                    <a:pt x="13099" y="15905"/>
                  </a:lnTo>
                  <a:lnTo>
                    <a:pt x="12163" y="16393"/>
                  </a:lnTo>
                  <a:lnTo>
                    <a:pt x="11228" y="16800"/>
                  </a:lnTo>
                  <a:lnTo>
                    <a:pt x="10292" y="17207"/>
                  </a:lnTo>
                  <a:lnTo>
                    <a:pt x="9316" y="17573"/>
                  </a:lnTo>
                  <a:lnTo>
                    <a:pt x="8340" y="17939"/>
                  </a:lnTo>
                  <a:lnTo>
                    <a:pt x="7363" y="18224"/>
                  </a:lnTo>
                  <a:lnTo>
                    <a:pt x="6387" y="18508"/>
                  </a:lnTo>
                  <a:lnTo>
                    <a:pt x="5452" y="18753"/>
                  </a:lnTo>
                  <a:lnTo>
                    <a:pt x="4475" y="18956"/>
                  </a:lnTo>
                  <a:lnTo>
                    <a:pt x="3987" y="19037"/>
                  </a:lnTo>
                  <a:lnTo>
                    <a:pt x="3499" y="19119"/>
                  </a:lnTo>
                  <a:lnTo>
                    <a:pt x="3052" y="19119"/>
                  </a:lnTo>
                  <a:lnTo>
                    <a:pt x="2604" y="19078"/>
                  </a:lnTo>
                  <a:lnTo>
                    <a:pt x="2157" y="18997"/>
                  </a:lnTo>
                  <a:lnTo>
                    <a:pt x="1750" y="18834"/>
                  </a:lnTo>
                  <a:lnTo>
                    <a:pt x="1425" y="18631"/>
                  </a:lnTo>
                  <a:lnTo>
                    <a:pt x="1140" y="18386"/>
                  </a:lnTo>
                  <a:lnTo>
                    <a:pt x="896" y="18061"/>
                  </a:lnTo>
                  <a:lnTo>
                    <a:pt x="692" y="17695"/>
                  </a:lnTo>
                  <a:lnTo>
                    <a:pt x="530" y="17329"/>
                  </a:lnTo>
                  <a:lnTo>
                    <a:pt x="448" y="16922"/>
                  </a:lnTo>
                  <a:lnTo>
                    <a:pt x="408" y="16475"/>
                  </a:lnTo>
                  <a:lnTo>
                    <a:pt x="367" y="16068"/>
                  </a:lnTo>
                  <a:lnTo>
                    <a:pt x="408" y="15661"/>
                  </a:lnTo>
                  <a:lnTo>
                    <a:pt x="448" y="15214"/>
                  </a:lnTo>
                  <a:lnTo>
                    <a:pt x="611" y="14400"/>
                  </a:lnTo>
                  <a:lnTo>
                    <a:pt x="855" y="13546"/>
                  </a:lnTo>
                  <a:lnTo>
                    <a:pt x="1181" y="12732"/>
                  </a:lnTo>
                  <a:lnTo>
                    <a:pt x="1587" y="11919"/>
                  </a:lnTo>
                  <a:lnTo>
                    <a:pt x="2035" y="11146"/>
                  </a:lnTo>
                  <a:lnTo>
                    <a:pt x="2564" y="10373"/>
                  </a:lnTo>
                  <a:lnTo>
                    <a:pt x="3133" y="9641"/>
                  </a:lnTo>
                  <a:lnTo>
                    <a:pt x="3743" y="8950"/>
                  </a:lnTo>
                  <a:lnTo>
                    <a:pt x="4394" y="8299"/>
                  </a:lnTo>
                  <a:lnTo>
                    <a:pt x="5045" y="7648"/>
                  </a:lnTo>
                  <a:lnTo>
                    <a:pt x="5736" y="7038"/>
                  </a:lnTo>
                  <a:lnTo>
                    <a:pt x="6468" y="6428"/>
                  </a:lnTo>
                  <a:lnTo>
                    <a:pt x="7201" y="5858"/>
                  </a:lnTo>
                  <a:lnTo>
                    <a:pt x="9031" y="4557"/>
                  </a:lnTo>
                  <a:lnTo>
                    <a:pt x="10821" y="3214"/>
                  </a:lnTo>
                  <a:lnTo>
                    <a:pt x="11756" y="2523"/>
                  </a:lnTo>
                  <a:lnTo>
                    <a:pt x="12611" y="1831"/>
                  </a:lnTo>
                  <a:lnTo>
                    <a:pt x="13465" y="1058"/>
                  </a:lnTo>
                  <a:lnTo>
                    <a:pt x="14278" y="286"/>
                  </a:lnTo>
                  <a:lnTo>
                    <a:pt x="14319" y="245"/>
                  </a:lnTo>
                  <a:lnTo>
                    <a:pt x="14360" y="164"/>
                  </a:lnTo>
                  <a:lnTo>
                    <a:pt x="14319" y="82"/>
                  </a:lnTo>
                  <a:lnTo>
                    <a:pt x="14278" y="42"/>
                  </a:lnTo>
                  <a:lnTo>
                    <a:pt x="14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9"/>
            <p:cNvSpPr/>
            <p:nvPr/>
          </p:nvSpPr>
          <p:spPr>
            <a:xfrm>
              <a:off x="2701050" y="1843125"/>
              <a:ext cx="309175" cy="322375"/>
            </a:xfrm>
            <a:custGeom>
              <a:avLst/>
              <a:gdLst/>
              <a:ahLst/>
              <a:cxnLst/>
              <a:rect l="l" t="t" r="r" b="b"/>
              <a:pathLst>
                <a:path w="12367" h="12895" extrusionOk="0">
                  <a:moveTo>
                    <a:pt x="12163" y="0"/>
                  </a:moveTo>
                  <a:lnTo>
                    <a:pt x="12081" y="41"/>
                  </a:lnTo>
                  <a:lnTo>
                    <a:pt x="9600" y="1831"/>
                  </a:lnTo>
                  <a:lnTo>
                    <a:pt x="7160" y="3702"/>
                  </a:lnTo>
                  <a:lnTo>
                    <a:pt x="5939" y="4637"/>
                  </a:lnTo>
                  <a:lnTo>
                    <a:pt x="4760" y="5613"/>
                  </a:lnTo>
                  <a:lnTo>
                    <a:pt x="3580" y="6630"/>
                  </a:lnTo>
                  <a:lnTo>
                    <a:pt x="2441" y="7647"/>
                  </a:lnTo>
                  <a:lnTo>
                    <a:pt x="1872" y="8135"/>
                  </a:lnTo>
                  <a:lnTo>
                    <a:pt x="1343" y="8664"/>
                  </a:lnTo>
                  <a:lnTo>
                    <a:pt x="855" y="9193"/>
                  </a:lnTo>
                  <a:lnTo>
                    <a:pt x="611" y="9478"/>
                  </a:lnTo>
                  <a:lnTo>
                    <a:pt x="407" y="9762"/>
                  </a:lnTo>
                  <a:lnTo>
                    <a:pt x="285" y="10047"/>
                  </a:lnTo>
                  <a:lnTo>
                    <a:pt x="163" y="10332"/>
                  </a:lnTo>
                  <a:lnTo>
                    <a:pt x="82" y="10617"/>
                  </a:lnTo>
                  <a:lnTo>
                    <a:pt x="1" y="10901"/>
                  </a:lnTo>
                  <a:lnTo>
                    <a:pt x="1" y="11227"/>
                  </a:lnTo>
                  <a:lnTo>
                    <a:pt x="41" y="11511"/>
                  </a:lnTo>
                  <a:lnTo>
                    <a:pt x="123" y="11796"/>
                  </a:lnTo>
                  <a:lnTo>
                    <a:pt x="285" y="12081"/>
                  </a:lnTo>
                  <a:lnTo>
                    <a:pt x="448" y="12284"/>
                  </a:lnTo>
                  <a:lnTo>
                    <a:pt x="651" y="12488"/>
                  </a:lnTo>
                  <a:lnTo>
                    <a:pt x="896" y="12610"/>
                  </a:lnTo>
                  <a:lnTo>
                    <a:pt x="1140" y="12732"/>
                  </a:lnTo>
                  <a:lnTo>
                    <a:pt x="1384" y="12813"/>
                  </a:lnTo>
                  <a:lnTo>
                    <a:pt x="1668" y="12854"/>
                  </a:lnTo>
                  <a:lnTo>
                    <a:pt x="2238" y="12894"/>
                  </a:lnTo>
                  <a:lnTo>
                    <a:pt x="2929" y="12813"/>
                  </a:lnTo>
                  <a:lnTo>
                    <a:pt x="3621" y="12691"/>
                  </a:lnTo>
                  <a:lnTo>
                    <a:pt x="5004" y="12366"/>
                  </a:lnTo>
                  <a:lnTo>
                    <a:pt x="6712" y="11918"/>
                  </a:lnTo>
                  <a:lnTo>
                    <a:pt x="8380" y="11389"/>
                  </a:lnTo>
                  <a:lnTo>
                    <a:pt x="10048" y="10820"/>
                  </a:lnTo>
                  <a:lnTo>
                    <a:pt x="11715" y="10210"/>
                  </a:lnTo>
                  <a:lnTo>
                    <a:pt x="11756" y="10128"/>
                  </a:lnTo>
                  <a:lnTo>
                    <a:pt x="11797" y="10088"/>
                  </a:lnTo>
                  <a:lnTo>
                    <a:pt x="11837" y="9966"/>
                  </a:lnTo>
                  <a:lnTo>
                    <a:pt x="11797" y="9884"/>
                  </a:lnTo>
                  <a:lnTo>
                    <a:pt x="11756" y="9844"/>
                  </a:lnTo>
                  <a:lnTo>
                    <a:pt x="11675" y="9803"/>
                  </a:lnTo>
                  <a:lnTo>
                    <a:pt x="11593" y="9844"/>
                  </a:lnTo>
                  <a:lnTo>
                    <a:pt x="10210" y="10373"/>
                  </a:lnTo>
                  <a:lnTo>
                    <a:pt x="8827" y="10861"/>
                  </a:lnTo>
                  <a:lnTo>
                    <a:pt x="7444" y="11308"/>
                  </a:lnTo>
                  <a:lnTo>
                    <a:pt x="6021" y="11715"/>
                  </a:lnTo>
                  <a:lnTo>
                    <a:pt x="4597" y="12081"/>
                  </a:lnTo>
                  <a:lnTo>
                    <a:pt x="3173" y="12366"/>
                  </a:lnTo>
                  <a:lnTo>
                    <a:pt x="2604" y="12488"/>
                  </a:lnTo>
                  <a:lnTo>
                    <a:pt x="2034" y="12528"/>
                  </a:lnTo>
                  <a:lnTo>
                    <a:pt x="1709" y="12488"/>
                  </a:lnTo>
                  <a:lnTo>
                    <a:pt x="1424" y="12447"/>
                  </a:lnTo>
                  <a:lnTo>
                    <a:pt x="1180" y="12366"/>
                  </a:lnTo>
                  <a:lnTo>
                    <a:pt x="936" y="12244"/>
                  </a:lnTo>
                  <a:lnTo>
                    <a:pt x="692" y="12040"/>
                  </a:lnTo>
                  <a:lnTo>
                    <a:pt x="529" y="11796"/>
                  </a:lnTo>
                  <a:lnTo>
                    <a:pt x="448" y="11511"/>
                  </a:lnTo>
                  <a:lnTo>
                    <a:pt x="407" y="11227"/>
                  </a:lnTo>
                  <a:lnTo>
                    <a:pt x="407" y="10942"/>
                  </a:lnTo>
                  <a:lnTo>
                    <a:pt x="448" y="10657"/>
                  </a:lnTo>
                  <a:lnTo>
                    <a:pt x="529" y="10373"/>
                  </a:lnTo>
                  <a:lnTo>
                    <a:pt x="651" y="10088"/>
                  </a:lnTo>
                  <a:lnTo>
                    <a:pt x="855" y="9803"/>
                  </a:lnTo>
                  <a:lnTo>
                    <a:pt x="1058" y="9518"/>
                  </a:lnTo>
                  <a:lnTo>
                    <a:pt x="1546" y="8990"/>
                  </a:lnTo>
                  <a:lnTo>
                    <a:pt x="2034" y="8501"/>
                  </a:lnTo>
                  <a:lnTo>
                    <a:pt x="2563" y="8013"/>
                  </a:lnTo>
                  <a:lnTo>
                    <a:pt x="3621" y="7037"/>
                  </a:lnTo>
                  <a:lnTo>
                    <a:pt x="4719" y="6102"/>
                  </a:lnTo>
                  <a:lnTo>
                    <a:pt x="5858" y="5207"/>
                  </a:lnTo>
                  <a:lnTo>
                    <a:pt x="6956" y="4271"/>
                  </a:lnTo>
                  <a:lnTo>
                    <a:pt x="8299" y="3295"/>
                  </a:lnTo>
                  <a:lnTo>
                    <a:pt x="9600" y="2278"/>
                  </a:lnTo>
                  <a:lnTo>
                    <a:pt x="12285" y="366"/>
                  </a:lnTo>
                  <a:lnTo>
                    <a:pt x="12326" y="285"/>
                  </a:lnTo>
                  <a:lnTo>
                    <a:pt x="12366" y="203"/>
                  </a:lnTo>
                  <a:lnTo>
                    <a:pt x="12326" y="81"/>
                  </a:lnTo>
                  <a:lnTo>
                    <a:pt x="12285" y="41"/>
                  </a:lnTo>
                  <a:lnTo>
                    <a:pt x="12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9"/>
            <p:cNvSpPr/>
            <p:nvPr/>
          </p:nvSpPr>
          <p:spPr>
            <a:xfrm>
              <a:off x="2756975" y="1978375"/>
              <a:ext cx="183075" cy="133225"/>
            </a:xfrm>
            <a:custGeom>
              <a:avLst/>
              <a:gdLst/>
              <a:ahLst/>
              <a:cxnLst/>
              <a:rect l="l" t="t" r="r" b="b"/>
              <a:pathLst>
                <a:path w="7323" h="5329" extrusionOk="0">
                  <a:moveTo>
                    <a:pt x="5980" y="366"/>
                  </a:moveTo>
                  <a:lnTo>
                    <a:pt x="6306" y="407"/>
                  </a:lnTo>
                  <a:lnTo>
                    <a:pt x="6428" y="407"/>
                  </a:lnTo>
                  <a:lnTo>
                    <a:pt x="6550" y="488"/>
                  </a:lnTo>
                  <a:lnTo>
                    <a:pt x="6672" y="569"/>
                  </a:lnTo>
                  <a:lnTo>
                    <a:pt x="6753" y="651"/>
                  </a:lnTo>
                  <a:lnTo>
                    <a:pt x="6834" y="814"/>
                  </a:lnTo>
                  <a:lnTo>
                    <a:pt x="6875" y="936"/>
                  </a:lnTo>
                  <a:lnTo>
                    <a:pt x="6956" y="1302"/>
                  </a:lnTo>
                  <a:lnTo>
                    <a:pt x="6916" y="1586"/>
                  </a:lnTo>
                  <a:lnTo>
                    <a:pt x="6834" y="1912"/>
                  </a:lnTo>
                  <a:lnTo>
                    <a:pt x="6672" y="2197"/>
                  </a:lnTo>
                  <a:lnTo>
                    <a:pt x="6468" y="2522"/>
                  </a:lnTo>
                  <a:lnTo>
                    <a:pt x="6184" y="2766"/>
                  </a:lnTo>
                  <a:lnTo>
                    <a:pt x="5858" y="3010"/>
                  </a:lnTo>
                  <a:lnTo>
                    <a:pt x="5533" y="3213"/>
                  </a:lnTo>
                  <a:lnTo>
                    <a:pt x="4841" y="3580"/>
                  </a:lnTo>
                  <a:lnTo>
                    <a:pt x="4109" y="3864"/>
                  </a:lnTo>
                  <a:lnTo>
                    <a:pt x="3092" y="4271"/>
                  </a:lnTo>
                  <a:lnTo>
                    <a:pt x="2075" y="4637"/>
                  </a:lnTo>
                  <a:lnTo>
                    <a:pt x="1709" y="4800"/>
                  </a:lnTo>
                  <a:lnTo>
                    <a:pt x="1180" y="4963"/>
                  </a:lnTo>
                  <a:lnTo>
                    <a:pt x="692" y="4963"/>
                  </a:lnTo>
                  <a:lnTo>
                    <a:pt x="530" y="4881"/>
                  </a:lnTo>
                  <a:lnTo>
                    <a:pt x="448" y="4840"/>
                  </a:lnTo>
                  <a:lnTo>
                    <a:pt x="408" y="4759"/>
                  </a:lnTo>
                  <a:lnTo>
                    <a:pt x="367" y="4637"/>
                  </a:lnTo>
                  <a:lnTo>
                    <a:pt x="367" y="4515"/>
                  </a:lnTo>
                  <a:lnTo>
                    <a:pt x="448" y="4312"/>
                  </a:lnTo>
                  <a:lnTo>
                    <a:pt x="570" y="4108"/>
                  </a:lnTo>
                  <a:lnTo>
                    <a:pt x="733" y="3946"/>
                  </a:lnTo>
                  <a:lnTo>
                    <a:pt x="1384" y="3335"/>
                  </a:lnTo>
                  <a:lnTo>
                    <a:pt x="2075" y="2685"/>
                  </a:lnTo>
                  <a:lnTo>
                    <a:pt x="2848" y="2034"/>
                  </a:lnTo>
                  <a:lnTo>
                    <a:pt x="3621" y="1424"/>
                  </a:lnTo>
                  <a:lnTo>
                    <a:pt x="4068" y="1180"/>
                  </a:lnTo>
                  <a:lnTo>
                    <a:pt x="4475" y="936"/>
                  </a:lnTo>
                  <a:lnTo>
                    <a:pt x="4841" y="732"/>
                  </a:lnTo>
                  <a:lnTo>
                    <a:pt x="5207" y="569"/>
                  </a:lnTo>
                  <a:lnTo>
                    <a:pt x="5614" y="447"/>
                  </a:lnTo>
                  <a:lnTo>
                    <a:pt x="5980" y="366"/>
                  </a:lnTo>
                  <a:close/>
                  <a:moveTo>
                    <a:pt x="6021" y="0"/>
                  </a:moveTo>
                  <a:lnTo>
                    <a:pt x="5614" y="81"/>
                  </a:lnTo>
                  <a:lnTo>
                    <a:pt x="5207" y="203"/>
                  </a:lnTo>
                  <a:lnTo>
                    <a:pt x="4841" y="366"/>
                  </a:lnTo>
                  <a:lnTo>
                    <a:pt x="4353" y="569"/>
                  </a:lnTo>
                  <a:lnTo>
                    <a:pt x="3865" y="854"/>
                  </a:lnTo>
                  <a:lnTo>
                    <a:pt x="3377" y="1180"/>
                  </a:lnTo>
                  <a:lnTo>
                    <a:pt x="2930" y="1505"/>
                  </a:lnTo>
                  <a:lnTo>
                    <a:pt x="2035" y="2237"/>
                  </a:lnTo>
                  <a:lnTo>
                    <a:pt x="1180" y="2969"/>
                  </a:lnTo>
                  <a:lnTo>
                    <a:pt x="814" y="3295"/>
                  </a:lnTo>
                  <a:lnTo>
                    <a:pt x="448" y="3702"/>
                  </a:lnTo>
                  <a:lnTo>
                    <a:pt x="245" y="3905"/>
                  </a:lnTo>
                  <a:lnTo>
                    <a:pt x="123" y="4108"/>
                  </a:lnTo>
                  <a:lnTo>
                    <a:pt x="42" y="4352"/>
                  </a:lnTo>
                  <a:lnTo>
                    <a:pt x="1" y="4596"/>
                  </a:lnTo>
                  <a:lnTo>
                    <a:pt x="42" y="4840"/>
                  </a:lnTo>
                  <a:lnTo>
                    <a:pt x="164" y="5044"/>
                  </a:lnTo>
                  <a:lnTo>
                    <a:pt x="326" y="5207"/>
                  </a:lnTo>
                  <a:lnTo>
                    <a:pt x="530" y="5288"/>
                  </a:lnTo>
                  <a:lnTo>
                    <a:pt x="774" y="5329"/>
                  </a:lnTo>
                  <a:lnTo>
                    <a:pt x="1018" y="5329"/>
                  </a:lnTo>
                  <a:lnTo>
                    <a:pt x="1262" y="5288"/>
                  </a:lnTo>
                  <a:lnTo>
                    <a:pt x="1465" y="5247"/>
                  </a:lnTo>
                  <a:lnTo>
                    <a:pt x="2157" y="5003"/>
                  </a:lnTo>
                  <a:lnTo>
                    <a:pt x="2848" y="4759"/>
                  </a:lnTo>
                  <a:lnTo>
                    <a:pt x="4139" y="4266"/>
                  </a:lnTo>
                  <a:lnTo>
                    <a:pt x="4139" y="4266"/>
                  </a:lnTo>
                  <a:lnTo>
                    <a:pt x="4150" y="4271"/>
                  </a:lnTo>
                  <a:lnTo>
                    <a:pt x="4231" y="4230"/>
                  </a:lnTo>
                  <a:lnTo>
                    <a:pt x="4963" y="3905"/>
                  </a:lnTo>
                  <a:lnTo>
                    <a:pt x="5696" y="3539"/>
                  </a:lnTo>
                  <a:lnTo>
                    <a:pt x="6021" y="3335"/>
                  </a:lnTo>
                  <a:lnTo>
                    <a:pt x="6346" y="3091"/>
                  </a:lnTo>
                  <a:lnTo>
                    <a:pt x="6672" y="2847"/>
                  </a:lnTo>
                  <a:lnTo>
                    <a:pt x="6916" y="2522"/>
                  </a:lnTo>
                  <a:lnTo>
                    <a:pt x="7119" y="2197"/>
                  </a:lnTo>
                  <a:lnTo>
                    <a:pt x="7241" y="1871"/>
                  </a:lnTo>
                  <a:lnTo>
                    <a:pt x="7323" y="1505"/>
                  </a:lnTo>
                  <a:lnTo>
                    <a:pt x="7323" y="1098"/>
                  </a:lnTo>
                  <a:lnTo>
                    <a:pt x="7201" y="732"/>
                  </a:lnTo>
                  <a:lnTo>
                    <a:pt x="7119" y="569"/>
                  </a:lnTo>
                  <a:lnTo>
                    <a:pt x="7038" y="407"/>
                  </a:lnTo>
                  <a:lnTo>
                    <a:pt x="6916" y="285"/>
                  </a:lnTo>
                  <a:lnTo>
                    <a:pt x="6794" y="163"/>
                  </a:lnTo>
                  <a:lnTo>
                    <a:pt x="6631" y="81"/>
                  </a:lnTo>
                  <a:lnTo>
                    <a:pt x="6428" y="41"/>
                  </a:lnTo>
                  <a:lnTo>
                    <a:pt x="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8" name="Google Shape;1708;p49"/>
          <p:cNvSpPr/>
          <p:nvPr/>
        </p:nvSpPr>
        <p:spPr>
          <a:xfrm>
            <a:off x="8381146" y="4666110"/>
            <a:ext cx="85704" cy="85658"/>
          </a:xfrm>
          <a:custGeom>
            <a:avLst/>
            <a:gdLst/>
            <a:ahLst/>
            <a:cxnLst/>
            <a:rect l="l" t="t" r="r" b="b"/>
            <a:pathLst>
              <a:path w="1873" h="1872" extrusionOk="0">
                <a:moveTo>
                  <a:pt x="733" y="1"/>
                </a:moveTo>
                <a:lnTo>
                  <a:pt x="489" y="82"/>
                </a:lnTo>
                <a:lnTo>
                  <a:pt x="245" y="245"/>
                </a:lnTo>
                <a:lnTo>
                  <a:pt x="82" y="448"/>
                </a:lnTo>
                <a:lnTo>
                  <a:pt x="1" y="692"/>
                </a:lnTo>
                <a:lnTo>
                  <a:pt x="1" y="936"/>
                </a:lnTo>
                <a:lnTo>
                  <a:pt x="42" y="1221"/>
                </a:lnTo>
                <a:lnTo>
                  <a:pt x="123" y="1424"/>
                </a:lnTo>
                <a:lnTo>
                  <a:pt x="245" y="1546"/>
                </a:lnTo>
                <a:lnTo>
                  <a:pt x="367" y="1668"/>
                </a:lnTo>
                <a:lnTo>
                  <a:pt x="489" y="1750"/>
                </a:lnTo>
                <a:lnTo>
                  <a:pt x="611" y="1831"/>
                </a:lnTo>
                <a:lnTo>
                  <a:pt x="774" y="1872"/>
                </a:lnTo>
                <a:lnTo>
                  <a:pt x="1099" y="1872"/>
                </a:lnTo>
                <a:lnTo>
                  <a:pt x="1262" y="1831"/>
                </a:lnTo>
                <a:lnTo>
                  <a:pt x="1384" y="1791"/>
                </a:lnTo>
                <a:lnTo>
                  <a:pt x="1506" y="1709"/>
                </a:lnTo>
                <a:lnTo>
                  <a:pt x="1628" y="1587"/>
                </a:lnTo>
                <a:lnTo>
                  <a:pt x="1750" y="1465"/>
                </a:lnTo>
                <a:lnTo>
                  <a:pt x="1831" y="1302"/>
                </a:lnTo>
                <a:lnTo>
                  <a:pt x="1872" y="1140"/>
                </a:lnTo>
                <a:lnTo>
                  <a:pt x="1872" y="977"/>
                </a:lnTo>
                <a:lnTo>
                  <a:pt x="1872" y="774"/>
                </a:lnTo>
                <a:lnTo>
                  <a:pt x="1791" y="652"/>
                </a:lnTo>
                <a:lnTo>
                  <a:pt x="1750" y="489"/>
                </a:lnTo>
                <a:lnTo>
                  <a:pt x="1669" y="367"/>
                </a:lnTo>
                <a:lnTo>
                  <a:pt x="1547" y="245"/>
                </a:lnTo>
                <a:lnTo>
                  <a:pt x="1303" y="82"/>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9" name="Google Shape;1709;p49"/>
          <p:cNvGrpSpPr/>
          <p:nvPr/>
        </p:nvGrpSpPr>
        <p:grpSpPr>
          <a:xfrm>
            <a:off x="8214612" y="784509"/>
            <a:ext cx="2408503" cy="2408503"/>
            <a:chOff x="7349044" y="3624409"/>
            <a:chExt cx="2408503" cy="2408503"/>
          </a:xfrm>
        </p:grpSpPr>
        <p:sp>
          <p:nvSpPr>
            <p:cNvPr id="1710" name="Google Shape;1710;p49"/>
            <p:cNvSpPr/>
            <p:nvPr/>
          </p:nvSpPr>
          <p:spPr>
            <a:xfrm rot="8100000" flipH="1">
              <a:off x="7661995" y="4016892"/>
              <a:ext cx="1782600" cy="1623537"/>
            </a:xfrm>
            <a:custGeom>
              <a:avLst/>
              <a:gdLst/>
              <a:ahLst/>
              <a:cxnLst/>
              <a:rect l="l" t="t" r="r" b="b"/>
              <a:pathLst>
                <a:path w="19160" h="17451" extrusionOk="0">
                  <a:moveTo>
                    <a:pt x="9682" y="0"/>
                  </a:moveTo>
                  <a:lnTo>
                    <a:pt x="9600" y="41"/>
                  </a:lnTo>
                  <a:lnTo>
                    <a:pt x="9560" y="82"/>
                  </a:lnTo>
                  <a:lnTo>
                    <a:pt x="7892" y="1668"/>
                  </a:lnTo>
                  <a:lnTo>
                    <a:pt x="6306" y="3295"/>
                  </a:lnTo>
                  <a:lnTo>
                    <a:pt x="5533" y="4109"/>
                  </a:lnTo>
                  <a:lnTo>
                    <a:pt x="4760" y="4963"/>
                  </a:lnTo>
                  <a:lnTo>
                    <a:pt x="4028" y="5858"/>
                  </a:lnTo>
                  <a:lnTo>
                    <a:pt x="3336" y="6753"/>
                  </a:lnTo>
                  <a:lnTo>
                    <a:pt x="2686" y="7688"/>
                  </a:lnTo>
                  <a:lnTo>
                    <a:pt x="2075" y="8624"/>
                  </a:lnTo>
                  <a:lnTo>
                    <a:pt x="1506" y="9600"/>
                  </a:lnTo>
                  <a:lnTo>
                    <a:pt x="1018" y="10617"/>
                  </a:lnTo>
                  <a:lnTo>
                    <a:pt x="611" y="11552"/>
                  </a:lnTo>
                  <a:lnTo>
                    <a:pt x="448" y="12000"/>
                  </a:lnTo>
                  <a:lnTo>
                    <a:pt x="286" y="12488"/>
                  </a:lnTo>
                  <a:lnTo>
                    <a:pt x="164" y="12976"/>
                  </a:lnTo>
                  <a:lnTo>
                    <a:pt x="42" y="13464"/>
                  </a:lnTo>
                  <a:lnTo>
                    <a:pt x="1" y="13993"/>
                  </a:lnTo>
                  <a:lnTo>
                    <a:pt x="1" y="14481"/>
                  </a:lnTo>
                  <a:lnTo>
                    <a:pt x="42" y="14969"/>
                  </a:lnTo>
                  <a:lnTo>
                    <a:pt x="123" y="15417"/>
                  </a:lnTo>
                  <a:lnTo>
                    <a:pt x="286" y="15823"/>
                  </a:lnTo>
                  <a:lnTo>
                    <a:pt x="489" y="16230"/>
                  </a:lnTo>
                  <a:lnTo>
                    <a:pt x="733" y="16556"/>
                  </a:lnTo>
                  <a:lnTo>
                    <a:pt x="1059" y="16881"/>
                  </a:lnTo>
                  <a:lnTo>
                    <a:pt x="1465" y="17125"/>
                  </a:lnTo>
                  <a:lnTo>
                    <a:pt x="1913" y="17288"/>
                  </a:lnTo>
                  <a:lnTo>
                    <a:pt x="2441" y="17410"/>
                  </a:lnTo>
                  <a:lnTo>
                    <a:pt x="2930" y="17450"/>
                  </a:lnTo>
                  <a:lnTo>
                    <a:pt x="3458" y="17369"/>
                  </a:lnTo>
                  <a:lnTo>
                    <a:pt x="3987" y="17288"/>
                  </a:lnTo>
                  <a:lnTo>
                    <a:pt x="4516" y="17125"/>
                  </a:lnTo>
                  <a:lnTo>
                    <a:pt x="5004" y="16922"/>
                  </a:lnTo>
                  <a:lnTo>
                    <a:pt x="5492" y="16678"/>
                  </a:lnTo>
                  <a:lnTo>
                    <a:pt x="5940" y="16434"/>
                  </a:lnTo>
                  <a:lnTo>
                    <a:pt x="7038" y="15783"/>
                  </a:lnTo>
                  <a:lnTo>
                    <a:pt x="7567" y="15498"/>
                  </a:lnTo>
                  <a:lnTo>
                    <a:pt x="8136" y="15213"/>
                  </a:lnTo>
                  <a:lnTo>
                    <a:pt x="8665" y="15051"/>
                  </a:lnTo>
                  <a:lnTo>
                    <a:pt x="9194" y="14888"/>
                  </a:lnTo>
                  <a:lnTo>
                    <a:pt x="10251" y="14644"/>
                  </a:lnTo>
                  <a:lnTo>
                    <a:pt x="11350" y="14481"/>
                  </a:lnTo>
                  <a:lnTo>
                    <a:pt x="12448" y="14278"/>
                  </a:lnTo>
                  <a:lnTo>
                    <a:pt x="13017" y="14156"/>
                  </a:lnTo>
                  <a:lnTo>
                    <a:pt x="13546" y="13993"/>
                  </a:lnTo>
                  <a:lnTo>
                    <a:pt x="14075" y="13830"/>
                  </a:lnTo>
                  <a:lnTo>
                    <a:pt x="14563" y="13627"/>
                  </a:lnTo>
                  <a:lnTo>
                    <a:pt x="15092" y="13342"/>
                  </a:lnTo>
                  <a:lnTo>
                    <a:pt x="15580" y="13017"/>
                  </a:lnTo>
                  <a:lnTo>
                    <a:pt x="16027" y="12651"/>
                  </a:lnTo>
                  <a:lnTo>
                    <a:pt x="16434" y="12244"/>
                  </a:lnTo>
                  <a:lnTo>
                    <a:pt x="16800" y="11837"/>
                  </a:lnTo>
                  <a:lnTo>
                    <a:pt x="17126" y="11390"/>
                  </a:lnTo>
                  <a:lnTo>
                    <a:pt x="17410" y="10902"/>
                  </a:lnTo>
                  <a:lnTo>
                    <a:pt x="17695" y="10413"/>
                  </a:lnTo>
                  <a:lnTo>
                    <a:pt x="17939" y="9885"/>
                  </a:lnTo>
                  <a:lnTo>
                    <a:pt x="18142" y="9356"/>
                  </a:lnTo>
                  <a:lnTo>
                    <a:pt x="18305" y="8786"/>
                  </a:lnTo>
                  <a:lnTo>
                    <a:pt x="18509" y="8258"/>
                  </a:lnTo>
                  <a:lnTo>
                    <a:pt x="18753" y="7119"/>
                  </a:lnTo>
                  <a:lnTo>
                    <a:pt x="18956" y="6020"/>
                  </a:lnTo>
                  <a:lnTo>
                    <a:pt x="19159" y="4759"/>
                  </a:lnTo>
                  <a:lnTo>
                    <a:pt x="19159" y="4678"/>
                  </a:lnTo>
                  <a:lnTo>
                    <a:pt x="19119" y="4637"/>
                  </a:lnTo>
                  <a:lnTo>
                    <a:pt x="18997" y="4556"/>
                  </a:lnTo>
                  <a:lnTo>
                    <a:pt x="18875" y="4556"/>
                  </a:lnTo>
                  <a:lnTo>
                    <a:pt x="18834" y="4597"/>
                  </a:lnTo>
                  <a:lnTo>
                    <a:pt x="18793" y="4678"/>
                  </a:lnTo>
                  <a:lnTo>
                    <a:pt x="18631" y="5776"/>
                  </a:lnTo>
                  <a:lnTo>
                    <a:pt x="18427" y="6915"/>
                  </a:lnTo>
                  <a:lnTo>
                    <a:pt x="18183" y="8014"/>
                  </a:lnTo>
                  <a:lnTo>
                    <a:pt x="18020" y="8583"/>
                  </a:lnTo>
                  <a:lnTo>
                    <a:pt x="17858" y="9112"/>
                  </a:lnTo>
                  <a:lnTo>
                    <a:pt x="17654" y="9641"/>
                  </a:lnTo>
                  <a:lnTo>
                    <a:pt x="17410" y="10129"/>
                  </a:lnTo>
                  <a:lnTo>
                    <a:pt x="17166" y="10658"/>
                  </a:lnTo>
                  <a:lnTo>
                    <a:pt x="16882" y="11105"/>
                  </a:lnTo>
                  <a:lnTo>
                    <a:pt x="16556" y="11552"/>
                  </a:lnTo>
                  <a:lnTo>
                    <a:pt x="16190" y="12000"/>
                  </a:lnTo>
                  <a:lnTo>
                    <a:pt x="15743" y="12407"/>
                  </a:lnTo>
                  <a:lnTo>
                    <a:pt x="15295" y="12732"/>
                  </a:lnTo>
                  <a:lnTo>
                    <a:pt x="14848" y="13057"/>
                  </a:lnTo>
                  <a:lnTo>
                    <a:pt x="14400" y="13301"/>
                  </a:lnTo>
                  <a:lnTo>
                    <a:pt x="13912" y="13505"/>
                  </a:lnTo>
                  <a:lnTo>
                    <a:pt x="13383" y="13668"/>
                  </a:lnTo>
                  <a:lnTo>
                    <a:pt x="12895" y="13790"/>
                  </a:lnTo>
                  <a:lnTo>
                    <a:pt x="12366" y="13912"/>
                  </a:lnTo>
                  <a:lnTo>
                    <a:pt x="11309" y="14115"/>
                  </a:lnTo>
                  <a:lnTo>
                    <a:pt x="10251" y="14278"/>
                  </a:lnTo>
                  <a:lnTo>
                    <a:pt x="9194" y="14522"/>
                  </a:lnTo>
                  <a:lnTo>
                    <a:pt x="8665" y="14644"/>
                  </a:lnTo>
                  <a:lnTo>
                    <a:pt x="8177" y="14847"/>
                  </a:lnTo>
                  <a:lnTo>
                    <a:pt x="7689" y="15051"/>
                  </a:lnTo>
                  <a:lnTo>
                    <a:pt x="7201" y="15254"/>
                  </a:lnTo>
                  <a:lnTo>
                    <a:pt x="6224" y="15823"/>
                  </a:lnTo>
                  <a:lnTo>
                    <a:pt x="5248" y="16393"/>
                  </a:lnTo>
                  <a:lnTo>
                    <a:pt x="4760" y="16637"/>
                  </a:lnTo>
                  <a:lnTo>
                    <a:pt x="4231" y="16840"/>
                  </a:lnTo>
                  <a:lnTo>
                    <a:pt x="3702" y="16962"/>
                  </a:lnTo>
                  <a:lnTo>
                    <a:pt x="3133" y="17044"/>
                  </a:lnTo>
                  <a:lnTo>
                    <a:pt x="2645" y="17044"/>
                  </a:lnTo>
                  <a:lnTo>
                    <a:pt x="2157" y="16962"/>
                  </a:lnTo>
                  <a:lnTo>
                    <a:pt x="1913" y="16922"/>
                  </a:lnTo>
                  <a:lnTo>
                    <a:pt x="1709" y="16800"/>
                  </a:lnTo>
                  <a:lnTo>
                    <a:pt x="1465" y="16718"/>
                  </a:lnTo>
                  <a:lnTo>
                    <a:pt x="1262" y="16556"/>
                  </a:lnTo>
                  <a:lnTo>
                    <a:pt x="977" y="16271"/>
                  </a:lnTo>
                  <a:lnTo>
                    <a:pt x="692" y="15905"/>
                  </a:lnTo>
                  <a:lnTo>
                    <a:pt x="530" y="15498"/>
                  </a:lnTo>
                  <a:lnTo>
                    <a:pt x="408" y="15051"/>
                  </a:lnTo>
                  <a:lnTo>
                    <a:pt x="367" y="14603"/>
                  </a:lnTo>
                  <a:lnTo>
                    <a:pt x="367" y="14115"/>
                  </a:lnTo>
                  <a:lnTo>
                    <a:pt x="408" y="13668"/>
                  </a:lnTo>
                  <a:lnTo>
                    <a:pt x="489" y="13179"/>
                  </a:lnTo>
                  <a:lnTo>
                    <a:pt x="611" y="12732"/>
                  </a:lnTo>
                  <a:lnTo>
                    <a:pt x="733" y="12285"/>
                  </a:lnTo>
                  <a:lnTo>
                    <a:pt x="1059" y="11390"/>
                  </a:lnTo>
                  <a:lnTo>
                    <a:pt x="1506" y="10413"/>
                  </a:lnTo>
                  <a:lnTo>
                    <a:pt x="2035" y="9437"/>
                  </a:lnTo>
                  <a:lnTo>
                    <a:pt x="2604" y="8502"/>
                  </a:lnTo>
                  <a:lnTo>
                    <a:pt x="3174" y="7607"/>
                  </a:lnTo>
                  <a:lnTo>
                    <a:pt x="3824" y="6712"/>
                  </a:lnTo>
                  <a:lnTo>
                    <a:pt x="4516" y="5858"/>
                  </a:lnTo>
                  <a:lnTo>
                    <a:pt x="5207" y="5004"/>
                  </a:lnTo>
                  <a:lnTo>
                    <a:pt x="5940" y="4190"/>
                  </a:lnTo>
                  <a:lnTo>
                    <a:pt x="7485" y="2604"/>
                  </a:lnTo>
                  <a:lnTo>
                    <a:pt x="9031" y="1099"/>
                  </a:lnTo>
                  <a:lnTo>
                    <a:pt x="9804" y="326"/>
                  </a:lnTo>
                  <a:lnTo>
                    <a:pt x="9845" y="244"/>
                  </a:lnTo>
                  <a:lnTo>
                    <a:pt x="9845" y="204"/>
                  </a:lnTo>
                  <a:lnTo>
                    <a:pt x="9845" y="122"/>
                  </a:lnTo>
                  <a:lnTo>
                    <a:pt x="9804" y="82"/>
                  </a:lnTo>
                  <a:lnTo>
                    <a:pt x="9763" y="41"/>
                  </a:lnTo>
                  <a:lnTo>
                    <a:pt x="968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9"/>
            <p:cNvSpPr/>
            <p:nvPr/>
          </p:nvSpPr>
          <p:spPr>
            <a:xfrm rot="8100000" flipH="1">
              <a:off x="7872293" y="4243499"/>
              <a:ext cx="1634949" cy="1309454"/>
            </a:xfrm>
            <a:custGeom>
              <a:avLst/>
              <a:gdLst/>
              <a:ahLst/>
              <a:cxnLst/>
              <a:rect l="l" t="t" r="r" b="b"/>
              <a:pathLst>
                <a:path w="17573" h="14075" extrusionOk="0">
                  <a:moveTo>
                    <a:pt x="14481" y="0"/>
                  </a:moveTo>
                  <a:lnTo>
                    <a:pt x="14400" y="41"/>
                  </a:lnTo>
                  <a:lnTo>
                    <a:pt x="12447" y="1099"/>
                  </a:lnTo>
                  <a:lnTo>
                    <a:pt x="10576" y="2238"/>
                  </a:lnTo>
                  <a:lnTo>
                    <a:pt x="8705" y="3458"/>
                  </a:lnTo>
                  <a:lnTo>
                    <a:pt x="6916" y="4760"/>
                  </a:lnTo>
                  <a:lnTo>
                    <a:pt x="5207" y="6142"/>
                  </a:lnTo>
                  <a:lnTo>
                    <a:pt x="3539" y="7566"/>
                  </a:lnTo>
                  <a:lnTo>
                    <a:pt x="1872" y="9112"/>
                  </a:lnTo>
                  <a:lnTo>
                    <a:pt x="1139" y="9844"/>
                  </a:lnTo>
                  <a:lnTo>
                    <a:pt x="814" y="10251"/>
                  </a:lnTo>
                  <a:lnTo>
                    <a:pt x="489" y="10658"/>
                  </a:lnTo>
                  <a:lnTo>
                    <a:pt x="285" y="11024"/>
                  </a:lnTo>
                  <a:lnTo>
                    <a:pt x="123" y="11471"/>
                  </a:lnTo>
                  <a:lnTo>
                    <a:pt x="41" y="11919"/>
                  </a:lnTo>
                  <a:lnTo>
                    <a:pt x="1" y="12325"/>
                  </a:lnTo>
                  <a:lnTo>
                    <a:pt x="82" y="12773"/>
                  </a:lnTo>
                  <a:lnTo>
                    <a:pt x="123" y="12976"/>
                  </a:lnTo>
                  <a:lnTo>
                    <a:pt x="204" y="13179"/>
                  </a:lnTo>
                  <a:lnTo>
                    <a:pt x="326" y="13342"/>
                  </a:lnTo>
                  <a:lnTo>
                    <a:pt x="448" y="13505"/>
                  </a:lnTo>
                  <a:lnTo>
                    <a:pt x="611" y="13668"/>
                  </a:lnTo>
                  <a:lnTo>
                    <a:pt x="814" y="13830"/>
                  </a:lnTo>
                  <a:lnTo>
                    <a:pt x="1017" y="13912"/>
                  </a:lnTo>
                  <a:lnTo>
                    <a:pt x="1262" y="13993"/>
                  </a:lnTo>
                  <a:lnTo>
                    <a:pt x="1465" y="14034"/>
                  </a:lnTo>
                  <a:lnTo>
                    <a:pt x="1709" y="14074"/>
                  </a:lnTo>
                  <a:lnTo>
                    <a:pt x="2156" y="14034"/>
                  </a:lnTo>
                  <a:lnTo>
                    <a:pt x="2645" y="13952"/>
                  </a:lnTo>
                  <a:lnTo>
                    <a:pt x="3092" y="13790"/>
                  </a:lnTo>
                  <a:lnTo>
                    <a:pt x="3539" y="13627"/>
                  </a:lnTo>
                  <a:lnTo>
                    <a:pt x="4353" y="13220"/>
                  </a:lnTo>
                  <a:lnTo>
                    <a:pt x="6183" y="12407"/>
                  </a:lnTo>
                  <a:lnTo>
                    <a:pt x="7973" y="11512"/>
                  </a:lnTo>
                  <a:lnTo>
                    <a:pt x="9722" y="10576"/>
                  </a:lnTo>
                  <a:lnTo>
                    <a:pt x="10576" y="10088"/>
                  </a:lnTo>
                  <a:lnTo>
                    <a:pt x="11431" y="9559"/>
                  </a:lnTo>
                  <a:lnTo>
                    <a:pt x="12203" y="9031"/>
                  </a:lnTo>
                  <a:lnTo>
                    <a:pt x="12976" y="8461"/>
                  </a:lnTo>
                  <a:lnTo>
                    <a:pt x="13749" y="7851"/>
                  </a:lnTo>
                  <a:lnTo>
                    <a:pt x="14481" y="7241"/>
                  </a:lnTo>
                  <a:lnTo>
                    <a:pt x="15173" y="6549"/>
                  </a:lnTo>
                  <a:lnTo>
                    <a:pt x="15824" y="5858"/>
                  </a:lnTo>
                  <a:lnTo>
                    <a:pt x="16434" y="5126"/>
                  </a:lnTo>
                  <a:lnTo>
                    <a:pt x="17003" y="4353"/>
                  </a:lnTo>
                  <a:lnTo>
                    <a:pt x="17532" y="3539"/>
                  </a:lnTo>
                  <a:lnTo>
                    <a:pt x="17573" y="3458"/>
                  </a:lnTo>
                  <a:lnTo>
                    <a:pt x="17573" y="3417"/>
                  </a:lnTo>
                  <a:lnTo>
                    <a:pt x="17532" y="3336"/>
                  </a:lnTo>
                  <a:lnTo>
                    <a:pt x="17491" y="3295"/>
                  </a:lnTo>
                  <a:lnTo>
                    <a:pt x="17288" y="3295"/>
                  </a:lnTo>
                  <a:lnTo>
                    <a:pt x="17207" y="3377"/>
                  </a:lnTo>
                  <a:lnTo>
                    <a:pt x="16718" y="4149"/>
                  </a:lnTo>
                  <a:lnTo>
                    <a:pt x="16190" y="4882"/>
                  </a:lnTo>
                  <a:lnTo>
                    <a:pt x="15580" y="5573"/>
                  </a:lnTo>
                  <a:lnTo>
                    <a:pt x="14929" y="6265"/>
                  </a:lnTo>
                  <a:lnTo>
                    <a:pt x="14278" y="6915"/>
                  </a:lnTo>
                  <a:lnTo>
                    <a:pt x="13586" y="7525"/>
                  </a:lnTo>
                  <a:lnTo>
                    <a:pt x="12854" y="8095"/>
                  </a:lnTo>
                  <a:lnTo>
                    <a:pt x="12122" y="8624"/>
                  </a:lnTo>
                  <a:lnTo>
                    <a:pt x="11349" y="9153"/>
                  </a:lnTo>
                  <a:lnTo>
                    <a:pt x="10536" y="9641"/>
                  </a:lnTo>
                  <a:lnTo>
                    <a:pt x="9763" y="10129"/>
                  </a:lnTo>
                  <a:lnTo>
                    <a:pt x="8909" y="10617"/>
                  </a:lnTo>
                  <a:lnTo>
                    <a:pt x="7241" y="11471"/>
                  </a:lnTo>
                  <a:lnTo>
                    <a:pt x="5573" y="12285"/>
                  </a:lnTo>
                  <a:lnTo>
                    <a:pt x="3865" y="13057"/>
                  </a:lnTo>
                  <a:lnTo>
                    <a:pt x="2970" y="13464"/>
                  </a:lnTo>
                  <a:lnTo>
                    <a:pt x="2522" y="13586"/>
                  </a:lnTo>
                  <a:lnTo>
                    <a:pt x="2034" y="13668"/>
                  </a:lnTo>
                  <a:lnTo>
                    <a:pt x="1790" y="13708"/>
                  </a:lnTo>
                  <a:lnTo>
                    <a:pt x="1587" y="13668"/>
                  </a:lnTo>
                  <a:lnTo>
                    <a:pt x="1384" y="13627"/>
                  </a:lnTo>
                  <a:lnTo>
                    <a:pt x="1180" y="13546"/>
                  </a:lnTo>
                  <a:lnTo>
                    <a:pt x="977" y="13464"/>
                  </a:lnTo>
                  <a:lnTo>
                    <a:pt x="814" y="13342"/>
                  </a:lnTo>
                  <a:lnTo>
                    <a:pt x="651" y="13179"/>
                  </a:lnTo>
                  <a:lnTo>
                    <a:pt x="529" y="12976"/>
                  </a:lnTo>
                  <a:lnTo>
                    <a:pt x="448" y="12773"/>
                  </a:lnTo>
                  <a:lnTo>
                    <a:pt x="407" y="12529"/>
                  </a:lnTo>
                  <a:lnTo>
                    <a:pt x="367" y="12325"/>
                  </a:lnTo>
                  <a:lnTo>
                    <a:pt x="367" y="12122"/>
                  </a:lnTo>
                  <a:lnTo>
                    <a:pt x="448" y="11674"/>
                  </a:lnTo>
                  <a:lnTo>
                    <a:pt x="570" y="11268"/>
                  </a:lnTo>
                  <a:lnTo>
                    <a:pt x="855" y="10820"/>
                  </a:lnTo>
                  <a:lnTo>
                    <a:pt x="1139" y="10413"/>
                  </a:lnTo>
                  <a:lnTo>
                    <a:pt x="1506" y="10007"/>
                  </a:lnTo>
                  <a:lnTo>
                    <a:pt x="1872" y="9641"/>
                  </a:lnTo>
                  <a:lnTo>
                    <a:pt x="3377" y="8217"/>
                  </a:lnTo>
                  <a:lnTo>
                    <a:pt x="4963" y="6834"/>
                  </a:lnTo>
                  <a:lnTo>
                    <a:pt x="6590" y="5492"/>
                  </a:lnTo>
                  <a:lnTo>
                    <a:pt x="8298" y="4231"/>
                  </a:lnTo>
                  <a:lnTo>
                    <a:pt x="10048" y="3010"/>
                  </a:lnTo>
                  <a:lnTo>
                    <a:pt x="11837" y="1912"/>
                  </a:lnTo>
                  <a:lnTo>
                    <a:pt x="13668" y="855"/>
                  </a:lnTo>
                  <a:lnTo>
                    <a:pt x="14603" y="366"/>
                  </a:lnTo>
                  <a:lnTo>
                    <a:pt x="14644" y="285"/>
                  </a:lnTo>
                  <a:lnTo>
                    <a:pt x="14685" y="244"/>
                  </a:lnTo>
                  <a:lnTo>
                    <a:pt x="14685" y="163"/>
                  </a:lnTo>
                  <a:lnTo>
                    <a:pt x="14644" y="122"/>
                  </a:lnTo>
                  <a:lnTo>
                    <a:pt x="14603" y="41"/>
                  </a:lnTo>
                  <a:lnTo>
                    <a:pt x="1456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9"/>
            <p:cNvSpPr/>
            <p:nvPr/>
          </p:nvSpPr>
          <p:spPr>
            <a:xfrm rot="8100000" flipH="1">
              <a:off x="8893413" y="4510443"/>
              <a:ext cx="673778" cy="582858"/>
            </a:xfrm>
            <a:custGeom>
              <a:avLst/>
              <a:gdLst/>
              <a:ahLst/>
              <a:cxnLst/>
              <a:rect l="l" t="t" r="r" b="b"/>
              <a:pathLst>
                <a:path w="7242" h="6265" extrusionOk="0">
                  <a:moveTo>
                    <a:pt x="6224" y="0"/>
                  </a:moveTo>
                  <a:lnTo>
                    <a:pt x="6143" y="41"/>
                  </a:lnTo>
                  <a:lnTo>
                    <a:pt x="3092" y="2319"/>
                  </a:lnTo>
                  <a:lnTo>
                    <a:pt x="1547" y="3498"/>
                  </a:lnTo>
                  <a:lnTo>
                    <a:pt x="896" y="3986"/>
                  </a:lnTo>
                  <a:lnTo>
                    <a:pt x="570" y="4271"/>
                  </a:lnTo>
                  <a:lnTo>
                    <a:pt x="326" y="4556"/>
                  </a:lnTo>
                  <a:lnTo>
                    <a:pt x="164" y="4800"/>
                  </a:lnTo>
                  <a:lnTo>
                    <a:pt x="42" y="5085"/>
                  </a:lnTo>
                  <a:lnTo>
                    <a:pt x="1" y="5410"/>
                  </a:lnTo>
                  <a:lnTo>
                    <a:pt x="82" y="5695"/>
                  </a:lnTo>
                  <a:lnTo>
                    <a:pt x="204" y="5980"/>
                  </a:lnTo>
                  <a:lnTo>
                    <a:pt x="326" y="6061"/>
                  </a:lnTo>
                  <a:lnTo>
                    <a:pt x="448" y="6142"/>
                  </a:lnTo>
                  <a:lnTo>
                    <a:pt x="570" y="6224"/>
                  </a:lnTo>
                  <a:lnTo>
                    <a:pt x="692" y="6264"/>
                  </a:lnTo>
                  <a:lnTo>
                    <a:pt x="977" y="6264"/>
                  </a:lnTo>
                  <a:lnTo>
                    <a:pt x="1181" y="6183"/>
                  </a:lnTo>
                  <a:lnTo>
                    <a:pt x="1343" y="6102"/>
                  </a:lnTo>
                  <a:lnTo>
                    <a:pt x="1709" y="5898"/>
                  </a:lnTo>
                  <a:lnTo>
                    <a:pt x="2482" y="5329"/>
                  </a:lnTo>
                  <a:lnTo>
                    <a:pt x="3987" y="4271"/>
                  </a:lnTo>
                  <a:lnTo>
                    <a:pt x="5614" y="2970"/>
                  </a:lnTo>
                  <a:lnTo>
                    <a:pt x="7160" y="1668"/>
                  </a:lnTo>
                  <a:lnTo>
                    <a:pt x="7241" y="1587"/>
                  </a:lnTo>
                  <a:lnTo>
                    <a:pt x="7241" y="1546"/>
                  </a:lnTo>
                  <a:lnTo>
                    <a:pt x="7201" y="1465"/>
                  </a:lnTo>
                  <a:lnTo>
                    <a:pt x="7160" y="1424"/>
                  </a:lnTo>
                  <a:lnTo>
                    <a:pt x="7038" y="1343"/>
                  </a:lnTo>
                  <a:lnTo>
                    <a:pt x="6997" y="1343"/>
                  </a:lnTo>
                  <a:lnTo>
                    <a:pt x="6916" y="1383"/>
                  </a:lnTo>
                  <a:lnTo>
                    <a:pt x="5655" y="2441"/>
                  </a:lnTo>
                  <a:lnTo>
                    <a:pt x="4394" y="3458"/>
                  </a:lnTo>
                  <a:lnTo>
                    <a:pt x="3092" y="4434"/>
                  </a:lnTo>
                  <a:lnTo>
                    <a:pt x="1750" y="5410"/>
                  </a:lnTo>
                  <a:lnTo>
                    <a:pt x="1465" y="5613"/>
                  </a:lnTo>
                  <a:lnTo>
                    <a:pt x="1140" y="5817"/>
                  </a:lnTo>
                  <a:lnTo>
                    <a:pt x="936" y="5858"/>
                  </a:lnTo>
                  <a:lnTo>
                    <a:pt x="774" y="5898"/>
                  </a:lnTo>
                  <a:lnTo>
                    <a:pt x="611" y="5858"/>
                  </a:lnTo>
                  <a:lnTo>
                    <a:pt x="489" y="5695"/>
                  </a:lnTo>
                  <a:lnTo>
                    <a:pt x="408" y="5573"/>
                  </a:lnTo>
                  <a:lnTo>
                    <a:pt x="367" y="5451"/>
                  </a:lnTo>
                  <a:lnTo>
                    <a:pt x="367" y="5288"/>
                  </a:lnTo>
                  <a:lnTo>
                    <a:pt x="408" y="5166"/>
                  </a:lnTo>
                  <a:lnTo>
                    <a:pt x="530" y="4881"/>
                  </a:lnTo>
                  <a:lnTo>
                    <a:pt x="733" y="4637"/>
                  </a:lnTo>
                  <a:lnTo>
                    <a:pt x="1018" y="4393"/>
                  </a:lnTo>
                  <a:lnTo>
                    <a:pt x="1303" y="4149"/>
                  </a:lnTo>
                  <a:lnTo>
                    <a:pt x="1913" y="3661"/>
                  </a:lnTo>
                  <a:lnTo>
                    <a:pt x="3255" y="2644"/>
                  </a:lnTo>
                  <a:lnTo>
                    <a:pt x="6346" y="366"/>
                  </a:lnTo>
                  <a:lnTo>
                    <a:pt x="6387" y="326"/>
                  </a:lnTo>
                  <a:lnTo>
                    <a:pt x="6428" y="244"/>
                  </a:lnTo>
                  <a:lnTo>
                    <a:pt x="6387" y="122"/>
                  </a:lnTo>
                  <a:lnTo>
                    <a:pt x="6346" y="41"/>
                  </a:lnTo>
                  <a:lnTo>
                    <a:pt x="6265" y="41"/>
                  </a:lnTo>
                  <a:lnTo>
                    <a:pt x="622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9"/>
            <p:cNvSpPr/>
            <p:nvPr/>
          </p:nvSpPr>
          <p:spPr>
            <a:xfrm rot="8100000" flipH="1">
              <a:off x="7985425" y="4705653"/>
              <a:ext cx="688850" cy="510943"/>
            </a:xfrm>
            <a:custGeom>
              <a:avLst/>
              <a:gdLst/>
              <a:ahLst/>
              <a:cxnLst/>
              <a:rect l="l" t="t" r="r" b="b"/>
              <a:pathLst>
                <a:path w="7404" h="5492" extrusionOk="0">
                  <a:moveTo>
                    <a:pt x="6712" y="366"/>
                  </a:moveTo>
                  <a:lnTo>
                    <a:pt x="6875" y="407"/>
                  </a:lnTo>
                  <a:lnTo>
                    <a:pt x="6956" y="488"/>
                  </a:lnTo>
                  <a:lnTo>
                    <a:pt x="6997" y="610"/>
                  </a:lnTo>
                  <a:lnTo>
                    <a:pt x="6997" y="773"/>
                  </a:lnTo>
                  <a:lnTo>
                    <a:pt x="6956" y="895"/>
                  </a:lnTo>
                  <a:lnTo>
                    <a:pt x="6875" y="1058"/>
                  </a:lnTo>
                  <a:lnTo>
                    <a:pt x="6712" y="1302"/>
                  </a:lnTo>
                  <a:lnTo>
                    <a:pt x="6509" y="1505"/>
                  </a:lnTo>
                  <a:lnTo>
                    <a:pt x="6305" y="1668"/>
                  </a:lnTo>
                  <a:lnTo>
                    <a:pt x="5817" y="1953"/>
                  </a:lnTo>
                  <a:lnTo>
                    <a:pt x="4760" y="2685"/>
                  </a:lnTo>
                  <a:lnTo>
                    <a:pt x="3458" y="3580"/>
                  </a:lnTo>
                  <a:lnTo>
                    <a:pt x="2116" y="4475"/>
                  </a:lnTo>
                  <a:lnTo>
                    <a:pt x="1546" y="4800"/>
                  </a:lnTo>
                  <a:lnTo>
                    <a:pt x="1262" y="4963"/>
                  </a:lnTo>
                  <a:lnTo>
                    <a:pt x="936" y="5044"/>
                  </a:lnTo>
                  <a:lnTo>
                    <a:pt x="733" y="5125"/>
                  </a:lnTo>
                  <a:lnTo>
                    <a:pt x="489" y="5125"/>
                  </a:lnTo>
                  <a:lnTo>
                    <a:pt x="407" y="5085"/>
                  </a:lnTo>
                  <a:lnTo>
                    <a:pt x="367" y="5003"/>
                  </a:lnTo>
                  <a:lnTo>
                    <a:pt x="367" y="4881"/>
                  </a:lnTo>
                  <a:lnTo>
                    <a:pt x="407" y="4759"/>
                  </a:lnTo>
                  <a:lnTo>
                    <a:pt x="489" y="4637"/>
                  </a:lnTo>
                  <a:lnTo>
                    <a:pt x="733" y="4434"/>
                  </a:lnTo>
                  <a:lnTo>
                    <a:pt x="1140" y="4027"/>
                  </a:lnTo>
                  <a:lnTo>
                    <a:pt x="1994" y="3254"/>
                  </a:lnTo>
                  <a:lnTo>
                    <a:pt x="2889" y="2482"/>
                  </a:lnTo>
                  <a:lnTo>
                    <a:pt x="3824" y="1790"/>
                  </a:lnTo>
                  <a:lnTo>
                    <a:pt x="4719" y="1180"/>
                  </a:lnTo>
                  <a:lnTo>
                    <a:pt x="5167" y="854"/>
                  </a:lnTo>
                  <a:lnTo>
                    <a:pt x="5655" y="610"/>
                  </a:lnTo>
                  <a:lnTo>
                    <a:pt x="5899" y="488"/>
                  </a:lnTo>
                  <a:lnTo>
                    <a:pt x="6183" y="407"/>
                  </a:lnTo>
                  <a:lnTo>
                    <a:pt x="6427" y="366"/>
                  </a:lnTo>
                  <a:close/>
                  <a:moveTo>
                    <a:pt x="6265" y="0"/>
                  </a:moveTo>
                  <a:lnTo>
                    <a:pt x="5980" y="82"/>
                  </a:lnTo>
                  <a:lnTo>
                    <a:pt x="5533" y="244"/>
                  </a:lnTo>
                  <a:lnTo>
                    <a:pt x="5126" y="488"/>
                  </a:lnTo>
                  <a:lnTo>
                    <a:pt x="4312" y="1017"/>
                  </a:lnTo>
                  <a:lnTo>
                    <a:pt x="3092" y="1871"/>
                  </a:lnTo>
                  <a:lnTo>
                    <a:pt x="1912" y="2807"/>
                  </a:lnTo>
                  <a:lnTo>
                    <a:pt x="814" y="3824"/>
                  </a:lnTo>
                  <a:lnTo>
                    <a:pt x="570" y="4027"/>
                  </a:lnTo>
                  <a:lnTo>
                    <a:pt x="285" y="4312"/>
                  </a:lnTo>
                  <a:lnTo>
                    <a:pt x="82" y="4597"/>
                  </a:lnTo>
                  <a:lnTo>
                    <a:pt x="1" y="4719"/>
                  </a:lnTo>
                  <a:lnTo>
                    <a:pt x="1" y="4881"/>
                  </a:lnTo>
                  <a:lnTo>
                    <a:pt x="1" y="5085"/>
                  </a:lnTo>
                  <a:lnTo>
                    <a:pt x="41" y="5207"/>
                  </a:lnTo>
                  <a:lnTo>
                    <a:pt x="123" y="5329"/>
                  </a:lnTo>
                  <a:lnTo>
                    <a:pt x="204" y="5410"/>
                  </a:lnTo>
                  <a:lnTo>
                    <a:pt x="285" y="5451"/>
                  </a:lnTo>
                  <a:lnTo>
                    <a:pt x="407" y="5492"/>
                  </a:lnTo>
                  <a:lnTo>
                    <a:pt x="692" y="5492"/>
                  </a:lnTo>
                  <a:lnTo>
                    <a:pt x="1018" y="5410"/>
                  </a:lnTo>
                  <a:lnTo>
                    <a:pt x="1302" y="5329"/>
                  </a:lnTo>
                  <a:lnTo>
                    <a:pt x="1790" y="5085"/>
                  </a:lnTo>
                  <a:lnTo>
                    <a:pt x="2523" y="4678"/>
                  </a:lnTo>
                  <a:lnTo>
                    <a:pt x="3214" y="4190"/>
                  </a:lnTo>
                  <a:lnTo>
                    <a:pt x="4597" y="3254"/>
                  </a:lnTo>
                  <a:lnTo>
                    <a:pt x="5858" y="2400"/>
                  </a:lnTo>
                  <a:lnTo>
                    <a:pt x="6387" y="2034"/>
                  </a:lnTo>
                  <a:lnTo>
                    <a:pt x="6672" y="1831"/>
                  </a:lnTo>
                  <a:lnTo>
                    <a:pt x="6916" y="1627"/>
                  </a:lnTo>
                  <a:lnTo>
                    <a:pt x="7038" y="1505"/>
                  </a:lnTo>
                  <a:lnTo>
                    <a:pt x="7160" y="1343"/>
                  </a:lnTo>
                  <a:lnTo>
                    <a:pt x="7282" y="1139"/>
                  </a:lnTo>
                  <a:lnTo>
                    <a:pt x="7363" y="936"/>
                  </a:lnTo>
                  <a:lnTo>
                    <a:pt x="7404" y="732"/>
                  </a:lnTo>
                  <a:lnTo>
                    <a:pt x="7404" y="529"/>
                  </a:lnTo>
                  <a:lnTo>
                    <a:pt x="7322" y="366"/>
                  </a:lnTo>
                  <a:lnTo>
                    <a:pt x="7200" y="204"/>
                  </a:lnTo>
                  <a:lnTo>
                    <a:pt x="7078" y="82"/>
                  </a:lnTo>
                  <a:lnTo>
                    <a:pt x="6956" y="41"/>
                  </a:lnTo>
                  <a:lnTo>
                    <a:pt x="679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4" name="Google Shape;1714;p49"/>
          <p:cNvGrpSpPr/>
          <p:nvPr/>
        </p:nvGrpSpPr>
        <p:grpSpPr>
          <a:xfrm>
            <a:off x="8476536" y="729415"/>
            <a:ext cx="307124" cy="305294"/>
            <a:chOff x="1026043" y="1162815"/>
            <a:chExt cx="307124" cy="305294"/>
          </a:xfrm>
        </p:grpSpPr>
        <p:sp>
          <p:nvSpPr>
            <p:cNvPr id="1715" name="Google Shape;1715;p49"/>
            <p:cNvSpPr/>
            <p:nvPr/>
          </p:nvSpPr>
          <p:spPr>
            <a:xfrm>
              <a:off x="1026043" y="1162815"/>
              <a:ext cx="307124" cy="305294"/>
            </a:xfrm>
            <a:custGeom>
              <a:avLst/>
              <a:gdLst/>
              <a:ahLst/>
              <a:cxnLst/>
              <a:rect l="l" t="t" r="r" b="b"/>
              <a:pathLst>
                <a:path w="6712" h="6672" extrusionOk="0">
                  <a:moveTo>
                    <a:pt x="2766" y="1"/>
                  </a:moveTo>
                  <a:lnTo>
                    <a:pt x="2644" y="41"/>
                  </a:lnTo>
                  <a:lnTo>
                    <a:pt x="2563" y="82"/>
                  </a:lnTo>
                  <a:lnTo>
                    <a:pt x="2441" y="163"/>
                  </a:lnTo>
                  <a:lnTo>
                    <a:pt x="2359" y="245"/>
                  </a:lnTo>
                  <a:lnTo>
                    <a:pt x="2319" y="367"/>
                  </a:lnTo>
                  <a:lnTo>
                    <a:pt x="2237" y="651"/>
                  </a:lnTo>
                  <a:lnTo>
                    <a:pt x="2197" y="936"/>
                  </a:lnTo>
                  <a:lnTo>
                    <a:pt x="2197" y="1221"/>
                  </a:lnTo>
                  <a:lnTo>
                    <a:pt x="2237" y="1506"/>
                  </a:lnTo>
                  <a:lnTo>
                    <a:pt x="2075" y="1343"/>
                  </a:lnTo>
                  <a:lnTo>
                    <a:pt x="1871" y="1221"/>
                  </a:lnTo>
                  <a:lnTo>
                    <a:pt x="1546" y="1139"/>
                  </a:lnTo>
                  <a:lnTo>
                    <a:pt x="1424" y="1099"/>
                  </a:lnTo>
                  <a:lnTo>
                    <a:pt x="1261" y="1139"/>
                  </a:lnTo>
                  <a:lnTo>
                    <a:pt x="1139" y="1180"/>
                  </a:lnTo>
                  <a:lnTo>
                    <a:pt x="1017" y="1262"/>
                  </a:lnTo>
                  <a:lnTo>
                    <a:pt x="895" y="1343"/>
                  </a:lnTo>
                  <a:lnTo>
                    <a:pt x="814" y="1506"/>
                  </a:lnTo>
                  <a:lnTo>
                    <a:pt x="773" y="1790"/>
                  </a:lnTo>
                  <a:lnTo>
                    <a:pt x="773" y="2075"/>
                  </a:lnTo>
                  <a:lnTo>
                    <a:pt x="854" y="2360"/>
                  </a:lnTo>
                  <a:lnTo>
                    <a:pt x="1017" y="2604"/>
                  </a:lnTo>
                  <a:lnTo>
                    <a:pt x="1180" y="2807"/>
                  </a:lnTo>
                  <a:lnTo>
                    <a:pt x="1383" y="3011"/>
                  </a:lnTo>
                  <a:lnTo>
                    <a:pt x="1017" y="2970"/>
                  </a:lnTo>
                  <a:lnTo>
                    <a:pt x="814" y="3011"/>
                  </a:lnTo>
                  <a:lnTo>
                    <a:pt x="651" y="3051"/>
                  </a:lnTo>
                  <a:lnTo>
                    <a:pt x="407" y="3214"/>
                  </a:lnTo>
                  <a:lnTo>
                    <a:pt x="204" y="3377"/>
                  </a:lnTo>
                  <a:lnTo>
                    <a:pt x="82" y="3621"/>
                  </a:lnTo>
                  <a:lnTo>
                    <a:pt x="0" y="3865"/>
                  </a:lnTo>
                  <a:lnTo>
                    <a:pt x="0" y="4109"/>
                  </a:lnTo>
                  <a:lnTo>
                    <a:pt x="82" y="4353"/>
                  </a:lnTo>
                  <a:lnTo>
                    <a:pt x="244" y="4516"/>
                  </a:lnTo>
                  <a:lnTo>
                    <a:pt x="488" y="4678"/>
                  </a:lnTo>
                  <a:lnTo>
                    <a:pt x="692" y="4719"/>
                  </a:lnTo>
                  <a:lnTo>
                    <a:pt x="936" y="4760"/>
                  </a:lnTo>
                  <a:lnTo>
                    <a:pt x="1424" y="4719"/>
                  </a:lnTo>
                  <a:lnTo>
                    <a:pt x="1180" y="5004"/>
                  </a:lnTo>
                  <a:lnTo>
                    <a:pt x="1098" y="5166"/>
                  </a:lnTo>
                  <a:lnTo>
                    <a:pt x="1058" y="5370"/>
                  </a:lnTo>
                  <a:lnTo>
                    <a:pt x="1017" y="5655"/>
                  </a:lnTo>
                  <a:lnTo>
                    <a:pt x="1098" y="5939"/>
                  </a:lnTo>
                  <a:lnTo>
                    <a:pt x="1139" y="6061"/>
                  </a:lnTo>
                  <a:lnTo>
                    <a:pt x="1220" y="6143"/>
                  </a:lnTo>
                  <a:lnTo>
                    <a:pt x="1342" y="6265"/>
                  </a:lnTo>
                  <a:lnTo>
                    <a:pt x="1464" y="6305"/>
                  </a:lnTo>
                  <a:lnTo>
                    <a:pt x="1709" y="6387"/>
                  </a:lnTo>
                  <a:lnTo>
                    <a:pt x="1993" y="6387"/>
                  </a:lnTo>
                  <a:lnTo>
                    <a:pt x="2237" y="6346"/>
                  </a:lnTo>
                  <a:lnTo>
                    <a:pt x="2481" y="6224"/>
                  </a:lnTo>
                  <a:lnTo>
                    <a:pt x="2685" y="6021"/>
                  </a:lnTo>
                  <a:lnTo>
                    <a:pt x="2888" y="5777"/>
                  </a:lnTo>
                  <a:lnTo>
                    <a:pt x="3010" y="6102"/>
                  </a:lnTo>
                  <a:lnTo>
                    <a:pt x="3092" y="6265"/>
                  </a:lnTo>
                  <a:lnTo>
                    <a:pt x="3173" y="6387"/>
                  </a:lnTo>
                  <a:lnTo>
                    <a:pt x="3295" y="6509"/>
                  </a:lnTo>
                  <a:lnTo>
                    <a:pt x="3417" y="6590"/>
                  </a:lnTo>
                  <a:lnTo>
                    <a:pt x="3580" y="6671"/>
                  </a:lnTo>
                  <a:lnTo>
                    <a:pt x="3905" y="6671"/>
                  </a:lnTo>
                  <a:lnTo>
                    <a:pt x="4108" y="6590"/>
                  </a:lnTo>
                  <a:lnTo>
                    <a:pt x="4312" y="6468"/>
                  </a:lnTo>
                  <a:lnTo>
                    <a:pt x="4475" y="6305"/>
                  </a:lnTo>
                  <a:lnTo>
                    <a:pt x="4597" y="6102"/>
                  </a:lnTo>
                  <a:lnTo>
                    <a:pt x="4678" y="5777"/>
                  </a:lnTo>
                  <a:lnTo>
                    <a:pt x="4678" y="5451"/>
                  </a:lnTo>
                  <a:lnTo>
                    <a:pt x="4841" y="5533"/>
                  </a:lnTo>
                  <a:lnTo>
                    <a:pt x="5003" y="5573"/>
                  </a:lnTo>
                  <a:lnTo>
                    <a:pt x="5166" y="5614"/>
                  </a:lnTo>
                  <a:lnTo>
                    <a:pt x="5329" y="5573"/>
                  </a:lnTo>
                  <a:lnTo>
                    <a:pt x="5491" y="5533"/>
                  </a:lnTo>
                  <a:lnTo>
                    <a:pt x="5654" y="5492"/>
                  </a:lnTo>
                  <a:lnTo>
                    <a:pt x="5817" y="5370"/>
                  </a:lnTo>
                  <a:lnTo>
                    <a:pt x="5939" y="5248"/>
                  </a:lnTo>
                  <a:lnTo>
                    <a:pt x="6061" y="5085"/>
                  </a:lnTo>
                  <a:lnTo>
                    <a:pt x="6142" y="4922"/>
                  </a:lnTo>
                  <a:lnTo>
                    <a:pt x="6183" y="4760"/>
                  </a:lnTo>
                  <a:lnTo>
                    <a:pt x="6224" y="4597"/>
                  </a:lnTo>
                  <a:lnTo>
                    <a:pt x="6224" y="4434"/>
                  </a:lnTo>
                  <a:lnTo>
                    <a:pt x="6183" y="4231"/>
                  </a:lnTo>
                  <a:lnTo>
                    <a:pt x="6102" y="4068"/>
                  </a:lnTo>
                  <a:lnTo>
                    <a:pt x="6020" y="3946"/>
                  </a:lnTo>
                  <a:lnTo>
                    <a:pt x="6183" y="3865"/>
                  </a:lnTo>
                  <a:lnTo>
                    <a:pt x="6346" y="3783"/>
                  </a:lnTo>
                  <a:lnTo>
                    <a:pt x="6468" y="3702"/>
                  </a:lnTo>
                  <a:lnTo>
                    <a:pt x="6549" y="3539"/>
                  </a:lnTo>
                  <a:lnTo>
                    <a:pt x="6630" y="3417"/>
                  </a:lnTo>
                  <a:lnTo>
                    <a:pt x="6712" y="3255"/>
                  </a:lnTo>
                  <a:lnTo>
                    <a:pt x="6712" y="3051"/>
                  </a:lnTo>
                  <a:lnTo>
                    <a:pt x="6712" y="2889"/>
                  </a:lnTo>
                  <a:lnTo>
                    <a:pt x="6671" y="2685"/>
                  </a:lnTo>
                  <a:lnTo>
                    <a:pt x="6590" y="2522"/>
                  </a:lnTo>
                  <a:lnTo>
                    <a:pt x="6468" y="2360"/>
                  </a:lnTo>
                  <a:lnTo>
                    <a:pt x="6346" y="2238"/>
                  </a:lnTo>
                  <a:lnTo>
                    <a:pt x="6183" y="2156"/>
                  </a:lnTo>
                  <a:lnTo>
                    <a:pt x="6020" y="2116"/>
                  </a:lnTo>
                  <a:lnTo>
                    <a:pt x="5858" y="2075"/>
                  </a:lnTo>
                  <a:lnTo>
                    <a:pt x="5654" y="2075"/>
                  </a:lnTo>
                  <a:lnTo>
                    <a:pt x="5776" y="1750"/>
                  </a:lnTo>
                  <a:lnTo>
                    <a:pt x="5817" y="1546"/>
                  </a:lnTo>
                  <a:lnTo>
                    <a:pt x="5817" y="1384"/>
                  </a:lnTo>
                  <a:lnTo>
                    <a:pt x="5776" y="1099"/>
                  </a:lnTo>
                  <a:lnTo>
                    <a:pt x="5654" y="855"/>
                  </a:lnTo>
                  <a:lnTo>
                    <a:pt x="5491" y="651"/>
                  </a:lnTo>
                  <a:lnTo>
                    <a:pt x="5369" y="570"/>
                  </a:lnTo>
                  <a:lnTo>
                    <a:pt x="5247" y="489"/>
                  </a:lnTo>
                  <a:lnTo>
                    <a:pt x="4963" y="448"/>
                  </a:lnTo>
                  <a:lnTo>
                    <a:pt x="4678" y="489"/>
                  </a:lnTo>
                  <a:lnTo>
                    <a:pt x="4434" y="570"/>
                  </a:lnTo>
                  <a:lnTo>
                    <a:pt x="4190" y="733"/>
                  </a:lnTo>
                  <a:lnTo>
                    <a:pt x="3946" y="977"/>
                  </a:lnTo>
                  <a:lnTo>
                    <a:pt x="3783" y="1262"/>
                  </a:lnTo>
                  <a:lnTo>
                    <a:pt x="3661" y="895"/>
                  </a:lnTo>
                  <a:lnTo>
                    <a:pt x="3458" y="448"/>
                  </a:lnTo>
                  <a:lnTo>
                    <a:pt x="3336" y="245"/>
                  </a:lnTo>
                  <a:lnTo>
                    <a:pt x="3132" y="82"/>
                  </a:lnTo>
                  <a:lnTo>
                    <a:pt x="3010" y="41"/>
                  </a:lnTo>
                  <a:lnTo>
                    <a:pt x="28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9"/>
            <p:cNvSpPr/>
            <p:nvPr/>
          </p:nvSpPr>
          <p:spPr>
            <a:xfrm>
              <a:off x="1109780" y="1246551"/>
              <a:ext cx="169440" cy="158275"/>
            </a:xfrm>
            <a:custGeom>
              <a:avLst/>
              <a:gdLst/>
              <a:ahLst/>
              <a:cxnLst/>
              <a:rect l="l" t="t" r="r" b="b"/>
              <a:pathLst>
                <a:path w="3703" h="3459" extrusionOk="0">
                  <a:moveTo>
                    <a:pt x="1668" y="1"/>
                  </a:moveTo>
                  <a:lnTo>
                    <a:pt x="1424" y="82"/>
                  </a:lnTo>
                  <a:lnTo>
                    <a:pt x="1140" y="164"/>
                  </a:lnTo>
                  <a:lnTo>
                    <a:pt x="936" y="286"/>
                  </a:lnTo>
                  <a:lnTo>
                    <a:pt x="692" y="448"/>
                  </a:lnTo>
                  <a:lnTo>
                    <a:pt x="489" y="652"/>
                  </a:lnTo>
                  <a:lnTo>
                    <a:pt x="285" y="896"/>
                  </a:lnTo>
                  <a:lnTo>
                    <a:pt x="163" y="1140"/>
                  </a:lnTo>
                  <a:lnTo>
                    <a:pt x="41" y="1425"/>
                  </a:lnTo>
                  <a:lnTo>
                    <a:pt x="1" y="1709"/>
                  </a:lnTo>
                  <a:lnTo>
                    <a:pt x="1" y="1994"/>
                  </a:lnTo>
                  <a:lnTo>
                    <a:pt x="82" y="2320"/>
                  </a:lnTo>
                  <a:lnTo>
                    <a:pt x="204" y="2604"/>
                  </a:lnTo>
                  <a:lnTo>
                    <a:pt x="367" y="2848"/>
                  </a:lnTo>
                  <a:lnTo>
                    <a:pt x="570" y="3052"/>
                  </a:lnTo>
                  <a:lnTo>
                    <a:pt x="814" y="3214"/>
                  </a:lnTo>
                  <a:lnTo>
                    <a:pt x="1058" y="3336"/>
                  </a:lnTo>
                  <a:lnTo>
                    <a:pt x="1302" y="3418"/>
                  </a:lnTo>
                  <a:lnTo>
                    <a:pt x="1587" y="3458"/>
                  </a:lnTo>
                  <a:lnTo>
                    <a:pt x="1912" y="3458"/>
                  </a:lnTo>
                  <a:lnTo>
                    <a:pt x="2197" y="3377"/>
                  </a:lnTo>
                  <a:lnTo>
                    <a:pt x="2441" y="3255"/>
                  </a:lnTo>
                  <a:lnTo>
                    <a:pt x="2726" y="3092"/>
                  </a:lnTo>
                  <a:lnTo>
                    <a:pt x="2970" y="2889"/>
                  </a:lnTo>
                  <a:lnTo>
                    <a:pt x="3173" y="2686"/>
                  </a:lnTo>
                  <a:lnTo>
                    <a:pt x="3377" y="2401"/>
                  </a:lnTo>
                  <a:lnTo>
                    <a:pt x="3539" y="2157"/>
                  </a:lnTo>
                  <a:lnTo>
                    <a:pt x="3621" y="1831"/>
                  </a:lnTo>
                  <a:lnTo>
                    <a:pt x="3702" y="1547"/>
                  </a:lnTo>
                  <a:lnTo>
                    <a:pt x="3702" y="1303"/>
                  </a:lnTo>
                  <a:lnTo>
                    <a:pt x="3661" y="1059"/>
                  </a:lnTo>
                  <a:lnTo>
                    <a:pt x="3580" y="815"/>
                  </a:lnTo>
                  <a:lnTo>
                    <a:pt x="3458" y="611"/>
                  </a:lnTo>
                  <a:lnTo>
                    <a:pt x="3336" y="448"/>
                  </a:lnTo>
                  <a:lnTo>
                    <a:pt x="3173" y="286"/>
                  </a:lnTo>
                  <a:lnTo>
                    <a:pt x="2929" y="164"/>
                  </a:lnTo>
                  <a:lnTo>
                    <a:pt x="2726" y="82"/>
                  </a:lnTo>
                  <a:lnTo>
                    <a:pt x="24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9"/>
            <p:cNvSpPr/>
            <p:nvPr/>
          </p:nvSpPr>
          <p:spPr>
            <a:xfrm>
              <a:off x="1200974" y="1274509"/>
              <a:ext cx="18669" cy="18623"/>
            </a:xfrm>
            <a:custGeom>
              <a:avLst/>
              <a:gdLst/>
              <a:ahLst/>
              <a:cxnLst/>
              <a:rect l="l" t="t" r="r" b="b"/>
              <a:pathLst>
                <a:path w="408" h="407" extrusionOk="0">
                  <a:moveTo>
                    <a:pt x="204" y="0"/>
                  </a:moveTo>
                  <a:lnTo>
                    <a:pt x="123" y="41"/>
                  </a:lnTo>
                  <a:lnTo>
                    <a:pt x="82" y="81"/>
                  </a:lnTo>
                  <a:lnTo>
                    <a:pt x="41" y="122"/>
                  </a:lnTo>
                  <a:lnTo>
                    <a:pt x="1" y="204"/>
                  </a:lnTo>
                  <a:lnTo>
                    <a:pt x="41" y="285"/>
                  </a:lnTo>
                  <a:lnTo>
                    <a:pt x="82" y="326"/>
                  </a:lnTo>
                  <a:lnTo>
                    <a:pt x="123" y="366"/>
                  </a:lnTo>
                  <a:lnTo>
                    <a:pt x="204" y="407"/>
                  </a:lnTo>
                  <a:lnTo>
                    <a:pt x="285" y="366"/>
                  </a:lnTo>
                  <a:lnTo>
                    <a:pt x="367" y="326"/>
                  </a:lnTo>
                  <a:lnTo>
                    <a:pt x="407" y="285"/>
                  </a:lnTo>
                  <a:lnTo>
                    <a:pt x="407" y="204"/>
                  </a:lnTo>
                  <a:lnTo>
                    <a:pt x="407" y="122"/>
                  </a:lnTo>
                  <a:lnTo>
                    <a:pt x="367" y="81"/>
                  </a:lnTo>
                  <a:lnTo>
                    <a:pt x="285" y="41"/>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9"/>
            <p:cNvSpPr/>
            <p:nvPr/>
          </p:nvSpPr>
          <p:spPr>
            <a:xfrm>
              <a:off x="1158191" y="1281922"/>
              <a:ext cx="18623" cy="16793"/>
            </a:xfrm>
            <a:custGeom>
              <a:avLst/>
              <a:gdLst/>
              <a:ahLst/>
              <a:cxnLst/>
              <a:rect l="l" t="t" r="r" b="b"/>
              <a:pathLst>
                <a:path w="407" h="367" extrusionOk="0">
                  <a:moveTo>
                    <a:pt x="122" y="1"/>
                  </a:moveTo>
                  <a:lnTo>
                    <a:pt x="41" y="42"/>
                  </a:lnTo>
                  <a:lnTo>
                    <a:pt x="0" y="123"/>
                  </a:lnTo>
                  <a:lnTo>
                    <a:pt x="0" y="164"/>
                  </a:lnTo>
                  <a:lnTo>
                    <a:pt x="0" y="245"/>
                  </a:lnTo>
                  <a:lnTo>
                    <a:pt x="41" y="326"/>
                  </a:lnTo>
                  <a:lnTo>
                    <a:pt x="82" y="367"/>
                  </a:lnTo>
                  <a:lnTo>
                    <a:pt x="285" y="367"/>
                  </a:lnTo>
                  <a:lnTo>
                    <a:pt x="366" y="326"/>
                  </a:lnTo>
                  <a:lnTo>
                    <a:pt x="407" y="245"/>
                  </a:lnTo>
                  <a:lnTo>
                    <a:pt x="407" y="164"/>
                  </a:lnTo>
                  <a:lnTo>
                    <a:pt x="407" y="123"/>
                  </a:lnTo>
                  <a:lnTo>
                    <a:pt x="366" y="42"/>
                  </a:lnTo>
                  <a:lnTo>
                    <a:pt x="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9"/>
            <p:cNvSpPr/>
            <p:nvPr/>
          </p:nvSpPr>
          <p:spPr>
            <a:xfrm>
              <a:off x="1143274" y="1328457"/>
              <a:ext cx="16793" cy="18669"/>
            </a:xfrm>
            <a:custGeom>
              <a:avLst/>
              <a:gdLst/>
              <a:ahLst/>
              <a:cxnLst/>
              <a:rect l="l" t="t" r="r" b="b"/>
              <a:pathLst>
                <a:path w="367" h="408" extrusionOk="0">
                  <a:moveTo>
                    <a:pt x="123" y="1"/>
                  </a:moveTo>
                  <a:lnTo>
                    <a:pt x="41" y="82"/>
                  </a:lnTo>
                  <a:lnTo>
                    <a:pt x="1" y="123"/>
                  </a:lnTo>
                  <a:lnTo>
                    <a:pt x="1" y="204"/>
                  </a:lnTo>
                  <a:lnTo>
                    <a:pt x="1" y="285"/>
                  </a:lnTo>
                  <a:lnTo>
                    <a:pt x="41" y="326"/>
                  </a:lnTo>
                  <a:lnTo>
                    <a:pt x="123" y="367"/>
                  </a:lnTo>
                  <a:lnTo>
                    <a:pt x="204" y="407"/>
                  </a:lnTo>
                  <a:lnTo>
                    <a:pt x="285" y="367"/>
                  </a:lnTo>
                  <a:lnTo>
                    <a:pt x="326" y="326"/>
                  </a:lnTo>
                  <a:lnTo>
                    <a:pt x="367" y="285"/>
                  </a:lnTo>
                  <a:lnTo>
                    <a:pt x="367" y="204"/>
                  </a:lnTo>
                  <a:lnTo>
                    <a:pt x="367" y="123"/>
                  </a:lnTo>
                  <a:lnTo>
                    <a:pt x="326" y="82"/>
                  </a:lnTo>
                  <a:lnTo>
                    <a:pt x="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9"/>
            <p:cNvSpPr/>
            <p:nvPr/>
          </p:nvSpPr>
          <p:spPr>
            <a:xfrm>
              <a:off x="1182351" y="1356369"/>
              <a:ext cx="16839" cy="18669"/>
            </a:xfrm>
            <a:custGeom>
              <a:avLst/>
              <a:gdLst/>
              <a:ahLst/>
              <a:cxnLst/>
              <a:rect l="l" t="t" r="r" b="b"/>
              <a:pathLst>
                <a:path w="368" h="408" extrusionOk="0">
                  <a:moveTo>
                    <a:pt x="123" y="1"/>
                  </a:moveTo>
                  <a:lnTo>
                    <a:pt x="42" y="42"/>
                  </a:lnTo>
                  <a:lnTo>
                    <a:pt x="1" y="123"/>
                  </a:lnTo>
                  <a:lnTo>
                    <a:pt x="1" y="204"/>
                  </a:lnTo>
                  <a:lnTo>
                    <a:pt x="1" y="286"/>
                  </a:lnTo>
                  <a:lnTo>
                    <a:pt x="42" y="326"/>
                  </a:lnTo>
                  <a:lnTo>
                    <a:pt x="123" y="367"/>
                  </a:lnTo>
                  <a:lnTo>
                    <a:pt x="204" y="408"/>
                  </a:lnTo>
                  <a:lnTo>
                    <a:pt x="286" y="367"/>
                  </a:lnTo>
                  <a:lnTo>
                    <a:pt x="326" y="326"/>
                  </a:lnTo>
                  <a:lnTo>
                    <a:pt x="367" y="286"/>
                  </a:lnTo>
                  <a:lnTo>
                    <a:pt x="367" y="204"/>
                  </a:lnTo>
                  <a:lnTo>
                    <a:pt x="367" y="123"/>
                  </a:lnTo>
                  <a:lnTo>
                    <a:pt x="326" y="42"/>
                  </a:lnTo>
                  <a:lnTo>
                    <a:pt x="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9"/>
            <p:cNvSpPr/>
            <p:nvPr/>
          </p:nvSpPr>
          <p:spPr>
            <a:xfrm>
              <a:off x="1225180" y="1319168"/>
              <a:ext cx="18669" cy="18669"/>
            </a:xfrm>
            <a:custGeom>
              <a:avLst/>
              <a:gdLst/>
              <a:ahLst/>
              <a:cxnLst/>
              <a:rect l="l" t="t" r="r" b="b"/>
              <a:pathLst>
                <a:path w="408" h="408" extrusionOk="0">
                  <a:moveTo>
                    <a:pt x="123" y="0"/>
                  </a:moveTo>
                  <a:lnTo>
                    <a:pt x="82" y="41"/>
                  </a:lnTo>
                  <a:lnTo>
                    <a:pt x="41" y="122"/>
                  </a:lnTo>
                  <a:lnTo>
                    <a:pt x="1" y="204"/>
                  </a:lnTo>
                  <a:lnTo>
                    <a:pt x="41" y="244"/>
                  </a:lnTo>
                  <a:lnTo>
                    <a:pt x="82" y="326"/>
                  </a:lnTo>
                  <a:lnTo>
                    <a:pt x="123" y="366"/>
                  </a:lnTo>
                  <a:lnTo>
                    <a:pt x="204" y="407"/>
                  </a:lnTo>
                  <a:lnTo>
                    <a:pt x="285" y="366"/>
                  </a:lnTo>
                  <a:lnTo>
                    <a:pt x="367" y="326"/>
                  </a:lnTo>
                  <a:lnTo>
                    <a:pt x="407" y="244"/>
                  </a:lnTo>
                  <a:lnTo>
                    <a:pt x="407" y="204"/>
                  </a:lnTo>
                  <a:lnTo>
                    <a:pt x="407" y="122"/>
                  </a:lnTo>
                  <a:lnTo>
                    <a:pt x="367" y="41"/>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9"/>
            <p:cNvSpPr/>
            <p:nvPr/>
          </p:nvSpPr>
          <p:spPr>
            <a:xfrm>
              <a:off x="1186103" y="1309834"/>
              <a:ext cx="18669" cy="18669"/>
            </a:xfrm>
            <a:custGeom>
              <a:avLst/>
              <a:gdLst/>
              <a:ahLst/>
              <a:cxnLst/>
              <a:rect l="l" t="t" r="r" b="b"/>
              <a:pathLst>
                <a:path w="408" h="408" extrusionOk="0">
                  <a:moveTo>
                    <a:pt x="204" y="1"/>
                  </a:moveTo>
                  <a:lnTo>
                    <a:pt x="122" y="42"/>
                  </a:lnTo>
                  <a:lnTo>
                    <a:pt x="82" y="82"/>
                  </a:lnTo>
                  <a:lnTo>
                    <a:pt x="41" y="123"/>
                  </a:lnTo>
                  <a:lnTo>
                    <a:pt x="0" y="204"/>
                  </a:lnTo>
                  <a:lnTo>
                    <a:pt x="41" y="286"/>
                  </a:lnTo>
                  <a:lnTo>
                    <a:pt x="82" y="367"/>
                  </a:lnTo>
                  <a:lnTo>
                    <a:pt x="122" y="408"/>
                  </a:lnTo>
                  <a:lnTo>
                    <a:pt x="285" y="408"/>
                  </a:lnTo>
                  <a:lnTo>
                    <a:pt x="366" y="367"/>
                  </a:lnTo>
                  <a:lnTo>
                    <a:pt x="407" y="286"/>
                  </a:lnTo>
                  <a:lnTo>
                    <a:pt x="407" y="204"/>
                  </a:lnTo>
                  <a:lnTo>
                    <a:pt x="407" y="123"/>
                  </a:lnTo>
                  <a:lnTo>
                    <a:pt x="366" y="82"/>
                  </a:lnTo>
                  <a:lnTo>
                    <a:pt x="285" y="42"/>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3" name="Google Shape;1723;p49"/>
          <p:cNvSpPr/>
          <p:nvPr/>
        </p:nvSpPr>
        <p:spPr>
          <a:xfrm>
            <a:off x="1339640" y="3866646"/>
            <a:ext cx="303418" cy="303418"/>
          </a:xfrm>
          <a:custGeom>
            <a:avLst/>
            <a:gdLst/>
            <a:ahLst/>
            <a:cxnLst/>
            <a:rect l="l" t="t" r="r" b="b"/>
            <a:pathLst>
              <a:path w="6631" h="6631" extrusionOk="0">
                <a:moveTo>
                  <a:pt x="2685" y="1"/>
                </a:moveTo>
                <a:lnTo>
                  <a:pt x="2604" y="41"/>
                </a:lnTo>
                <a:lnTo>
                  <a:pt x="2563" y="123"/>
                </a:lnTo>
                <a:lnTo>
                  <a:pt x="2563" y="204"/>
                </a:lnTo>
                <a:lnTo>
                  <a:pt x="2604" y="2604"/>
                </a:lnTo>
                <a:lnTo>
                  <a:pt x="204" y="2645"/>
                </a:lnTo>
                <a:lnTo>
                  <a:pt x="123" y="2645"/>
                </a:lnTo>
                <a:lnTo>
                  <a:pt x="41" y="2685"/>
                </a:lnTo>
                <a:lnTo>
                  <a:pt x="1" y="2767"/>
                </a:lnTo>
                <a:lnTo>
                  <a:pt x="1" y="2807"/>
                </a:lnTo>
                <a:lnTo>
                  <a:pt x="1" y="3865"/>
                </a:lnTo>
                <a:lnTo>
                  <a:pt x="1" y="3946"/>
                </a:lnTo>
                <a:lnTo>
                  <a:pt x="82" y="4028"/>
                </a:lnTo>
                <a:lnTo>
                  <a:pt x="285" y="4028"/>
                </a:lnTo>
                <a:lnTo>
                  <a:pt x="367" y="3987"/>
                </a:lnTo>
                <a:lnTo>
                  <a:pt x="529" y="3987"/>
                </a:lnTo>
                <a:lnTo>
                  <a:pt x="1099" y="3946"/>
                </a:lnTo>
                <a:lnTo>
                  <a:pt x="2604" y="3946"/>
                </a:lnTo>
                <a:lnTo>
                  <a:pt x="2645" y="6427"/>
                </a:lnTo>
                <a:lnTo>
                  <a:pt x="2645" y="6509"/>
                </a:lnTo>
                <a:lnTo>
                  <a:pt x="2685" y="6549"/>
                </a:lnTo>
                <a:lnTo>
                  <a:pt x="2767" y="6590"/>
                </a:lnTo>
                <a:lnTo>
                  <a:pt x="2848" y="6631"/>
                </a:lnTo>
                <a:lnTo>
                  <a:pt x="3865" y="6631"/>
                </a:lnTo>
                <a:lnTo>
                  <a:pt x="3946" y="6590"/>
                </a:lnTo>
                <a:lnTo>
                  <a:pt x="3987" y="6590"/>
                </a:lnTo>
                <a:lnTo>
                  <a:pt x="4068" y="6468"/>
                </a:lnTo>
                <a:lnTo>
                  <a:pt x="4028" y="6305"/>
                </a:lnTo>
                <a:lnTo>
                  <a:pt x="4028" y="6224"/>
                </a:lnTo>
                <a:lnTo>
                  <a:pt x="3987" y="6061"/>
                </a:lnTo>
                <a:lnTo>
                  <a:pt x="3987" y="5451"/>
                </a:lnTo>
                <a:lnTo>
                  <a:pt x="3946" y="3946"/>
                </a:lnTo>
                <a:lnTo>
                  <a:pt x="6509" y="3946"/>
                </a:lnTo>
                <a:lnTo>
                  <a:pt x="6550" y="3906"/>
                </a:lnTo>
                <a:lnTo>
                  <a:pt x="6590" y="3824"/>
                </a:lnTo>
                <a:lnTo>
                  <a:pt x="6631" y="3743"/>
                </a:lnTo>
                <a:lnTo>
                  <a:pt x="6631" y="2767"/>
                </a:lnTo>
                <a:lnTo>
                  <a:pt x="6590" y="2685"/>
                </a:lnTo>
                <a:lnTo>
                  <a:pt x="6550" y="2604"/>
                </a:lnTo>
                <a:lnTo>
                  <a:pt x="6509" y="2563"/>
                </a:lnTo>
                <a:lnTo>
                  <a:pt x="3946" y="2563"/>
                </a:lnTo>
                <a:lnTo>
                  <a:pt x="3946" y="163"/>
                </a:lnTo>
                <a:lnTo>
                  <a:pt x="3946" y="123"/>
                </a:lnTo>
                <a:lnTo>
                  <a:pt x="3906" y="41"/>
                </a:lnTo>
                <a:lnTo>
                  <a:pt x="3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9"/>
          <p:cNvSpPr/>
          <p:nvPr/>
        </p:nvSpPr>
        <p:spPr>
          <a:xfrm>
            <a:off x="443980" y="2401618"/>
            <a:ext cx="85658" cy="85658"/>
          </a:xfrm>
          <a:custGeom>
            <a:avLst/>
            <a:gdLst/>
            <a:ahLst/>
            <a:cxnLst/>
            <a:rect l="l" t="t" r="r" b="b"/>
            <a:pathLst>
              <a:path w="1872" h="1872" extrusionOk="0">
                <a:moveTo>
                  <a:pt x="733" y="1"/>
                </a:moveTo>
                <a:lnTo>
                  <a:pt x="489" y="82"/>
                </a:lnTo>
                <a:lnTo>
                  <a:pt x="286" y="245"/>
                </a:lnTo>
                <a:lnTo>
                  <a:pt x="123" y="448"/>
                </a:lnTo>
                <a:lnTo>
                  <a:pt x="1" y="692"/>
                </a:lnTo>
                <a:lnTo>
                  <a:pt x="1" y="936"/>
                </a:lnTo>
                <a:lnTo>
                  <a:pt x="41" y="1221"/>
                </a:lnTo>
                <a:lnTo>
                  <a:pt x="164" y="1424"/>
                </a:lnTo>
                <a:lnTo>
                  <a:pt x="245" y="1587"/>
                </a:lnTo>
                <a:lnTo>
                  <a:pt x="367" y="1668"/>
                </a:lnTo>
                <a:lnTo>
                  <a:pt x="489" y="1750"/>
                </a:lnTo>
                <a:lnTo>
                  <a:pt x="652" y="1831"/>
                </a:lnTo>
                <a:lnTo>
                  <a:pt x="774" y="1872"/>
                </a:lnTo>
                <a:lnTo>
                  <a:pt x="1099" y="1872"/>
                </a:lnTo>
                <a:lnTo>
                  <a:pt x="1262" y="1831"/>
                </a:lnTo>
                <a:lnTo>
                  <a:pt x="1384" y="1790"/>
                </a:lnTo>
                <a:lnTo>
                  <a:pt x="1546" y="1709"/>
                </a:lnTo>
                <a:lnTo>
                  <a:pt x="1628" y="1587"/>
                </a:lnTo>
                <a:lnTo>
                  <a:pt x="1750" y="1465"/>
                </a:lnTo>
                <a:lnTo>
                  <a:pt x="1831" y="1302"/>
                </a:lnTo>
                <a:lnTo>
                  <a:pt x="1872" y="1140"/>
                </a:lnTo>
                <a:lnTo>
                  <a:pt x="1872" y="977"/>
                </a:lnTo>
                <a:lnTo>
                  <a:pt x="1872" y="773"/>
                </a:lnTo>
                <a:lnTo>
                  <a:pt x="1831" y="651"/>
                </a:lnTo>
                <a:lnTo>
                  <a:pt x="1750" y="489"/>
                </a:lnTo>
                <a:lnTo>
                  <a:pt x="1669" y="367"/>
                </a:lnTo>
                <a:lnTo>
                  <a:pt x="1546" y="245"/>
                </a:lnTo>
                <a:lnTo>
                  <a:pt x="1302" y="82"/>
                </a:ln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59"/>
          <p:cNvSpPr txBox="1">
            <a:spLocks noGrp="1"/>
          </p:cNvSpPr>
          <p:nvPr>
            <p:ph type="title"/>
          </p:nvPr>
        </p:nvSpPr>
        <p:spPr>
          <a:xfrm>
            <a:off x="720000" y="452645"/>
            <a:ext cx="7704000" cy="572700"/>
          </a:xfrm>
          <a:prstGeom prst="rect">
            <a:avLst/>
          </a:prstGeom>
        </p:spPr>
        <p:txBody>
          <a:bodyPr spcFirstLastPara="1" wrap="square" lIns="91425" tIns="91425" rIns="91425" bIns="91425" anchor="t" anchorCtr="0">
            <a:noAutofit/>
          </a:bodyPr>
          <a:lstStyle/>
          <a:p>
            <a:pPr rtl="0">
              <a:spcBef>
                <a:spcPts val="0"/>
              </a:spcBef>
              <a:spcAft>
                <a:spcPts val="0"/>
              </a:spcAft>
            </a:pPr>
            <a:r>
              <a:rPr lang="ro-RO" sz="4000" b="0" i="0" u="none" strike="noStrike" dirty="0">
                <a:solidFill>
                  <a:srgbClr val="000000"/>
                </a:solidFill>
                <a:effectLst/>
                <a:latin typeface="Yusei Magic" panose="020B0604020202020204" charset="-128"/>
                <a:ea typeface="Yusei Magic" panose="020B0604020202020204" charset="-128"/>
                <a:cs typeface="Yusei Magic" panose="020B0604020202020204" charset="-128"/>
              </a:rPr>
              <a:t>Bibliografie</a:t>
            </a:r>
            <a:br>
              <a:rPr lang="ro-RO" b="0" dirty="0">
                <a:effectLst/>
              </a:rPr>
            </a:br>
            <a:br>
              <a:rPr lang="ro-RO" dirty="0"/>
            </a:br>
            <a:endParaRPr b="0" dirty="0"/>
          </a:p>
        </p:txBody>
      </p:sp>
      <p:sp>
        <p:nvSpPr>
          <p:cNvPr id="3" name="TextBox 2">
            <a:extLst>
              <a:ext uri="{FF2B5EF4-FFF2-40B4-BE49-F238E27FC236}">
                <a16:creationId xmlns:a16="http://schemas.microsoft.com/office/drawing/2014/main" id="{2277802A-ABA9-95BC-159C-E1E1B4B45043}"/>
              </a:ext>
            </a:extLst>
          </p:cNvPr>
          <p:cNvSpPr txBox="1"/>
          <p:nvPr/>
        </p:nvSpPr>
        <p:spPr>
          <a:xfrm>
            <a:off x="1341393" y="1312035"/>
            <a:ext cx="6869430" cy="3408625"/>
          </a:xfrm>
          <a:prstGeom prst="rect">
            <a:avLst/>
          </a:prstGeom>
          <a:noFill/>
        </p:spPr>
        <p:txBody>
          <a:bodyPr wrap="square">
            <a:spAutoFit/>
          </a:bodyPr>
          <a:lstStyle/>
          <a:p>
            <a:pPr rtl="0">
              <a:spcBef>
                <a:spcPts val="1200"/>
              </a:spcBef>
              <a:spcAft>
                <a:spcPts val="600"/>
              </a:spcAft>
            </a:pPr>
            <a:r>
              <a:rPr lang="ro-RO" sz="1600" b="0" i="0" u="none" strike="noStrike" dirty="0">
                <a:solidFill>
                  <a:srgbClr val="000000"/>
                </a:solidFill>
                <a:effectLst/>
                <a:latin typeface="Times New Roman" panose="02020603050405020304" pitchFamily="18" charset="0"/>
              </a:rPr>
              <a:t>[1] </a:t>
            </a:r>
            <a:r>
              <a:rPr lang="ro-RO" sz="1600" b="0" i="0" u="none" strike="noStrike" dirty="0" err="1">
                <a:solidFill>
                  <a:srgbClr val="000000"/>
                </a:solidFill>
                <a:effectLst/>
                <a:latin typeface="Times New Roman" panose="02020603050405020304" pitchFamily="18" charset="0"/>
              </a:rPr>
              <a:t>Emotional</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blockage:What</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is</a:t>
            </a:r>
            <a:r>
              <a:rPr lang="ro-RO" sz="1600" b="0" i="0" u="none" strike="noStrike" dirty="0">
                <a:solidFill>
                  <a:srgbClr val="000000"/>
                </a:solidFill>
                <a:effectLst/>
                <a:latin typeface="Times New Roman" panose="02020603050405020304" pitchFamily="18" charset="0"/>
              </a:rPr>
              <a:t> it </a:t>
            </a:r>
            <a:r>
              <a:rPr lang="ro-RO" sz="1600" b="0" i="0" u="none" strike="noStrike" dirty="0" err="1">
                <a:solidFill>
                  <a:srgbClr val="000000"/>
                </a:solidFill>
                <a:effectLst/>
                <a:latin typeface="Times New Roman" panose="02020603050405020304" pitchFamily="18" charset="0"/>
              </a:rPr>
              <a:t>and</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how</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to</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overcome</a:t>
            </a:r>
            <a:r>
              <a:rPr lang="ro-RO" sz="1600" b="0" i="0" u="none" strike="noStrike" dirty="0">
                <a:solidFill>
                  <a:srgbClr val="000000"/>
                </a:solidFill>
                <a:effectLst/>
                <a:latin typeface="Times New Roman" panose="02020603050405020304" pitchFamily="18" charset="0"/>
              </a:rPr>
              <a:t> it.</a:t>
            </a:r>
            <a:endParaRPr lang="ro-RO" sz="1600" b="0" dirty="0">
              <a:effectLst/>
            </a:endParaRPr>
          </a:p>
          <a:p>
            <a:pPr rtl="0">
              <a:spcBef>
                <a:spcPts val="600"/>
              </a:spcBef>
              <a:spcAft>
                <a:spcPts val="1500"/>
              </a:spcAft>
            </a:pPr>
            <a:r>
              <a:rPr lang="ro-RO" sz="1600" b="0" i="0" u="sng" strike="noStrike" dirty="0">
                <a:solidFill>
                  <a:srgbClr val="0097A7"/>
                </a:solidFill>
                <a:effectLst/>
                <a:latin typeface="Times New Roman" panose="02020603050405020304" pitchFamily="18" charset="0"/>
                <a:hlinkClick r:id="rId3"/>
              </a:rPr>
              <a:t>https://blog.cognifit.com/emotional-blockage/</a:t>
            </a:r>
            <a:r>
              <a:rPr lang="ro-RO" sz="1600" b="0" i="0" u="none" strike="noStrike" dirty="0">
                <a:solidFill>
                  <a:srgbClr val="000000"/>
                </a:solidFill>
                <a:effectLst/>
                <a:latin typeface="Times New Roman" panose="02020603050405020304" pitchFamily="18" charset="0"/>
              </a:rPr>
              <a:t>, accesat la 10 aprilie 2024.</a:t>
            </a:r>
            <a:endParaRPr lang="ro-RO" sz="1600" b="0" dirty="0">
              <a:effectLst/>
            </a:endParaRPr>
          </a:p>
          <a:p>
            <a:pPr rtl="0">
              <a:spcBef>
                <a:spcPts val="600"/>
              </a:spcBef>
              <a:spcAft>
                <a:spcPts val="600"/>
              </a:spcAft>
            </a:pPr>
            <a:r>
              <a:rPr lang="ro-RO" sz="1600" b="0" i="0" u="none" strike="noStrike" dirty="0">
                <a:solidFill>
                  <a:srgbClr val="000000"/>
                </a:solidFill>
                <a:effectLst/>
                <a:latin typeface="Times New Roman" panose="02020603050405020304" pitchFamily="18" charset="0"/>
              </a:rPr>
              <a:t>[2] APA Dictionary of </a:t>
            </a:r>
            <a:r>
              <a:rPr lang="ro-RO" sz="1600" b="0" i="0" u="none" strike="noStrike" dirty="0" err="1">
                <a:solidFill>
                  <a:srgbClr val="000000"/>
                </a:solidFill>
                <a:effectLst/>
                <a:latin typeface="Times New Roman" panose="02020603050405020304" pitchFamily="18" charset="0"/>
              </a:rPr>
              <a:t>Psychology</a:t>
            </a:r>
            <a:r>
              <a:rPr lang="ro-RO" sz="1600" b="0" i="0" u="none" strike="noStrike" dirty="0">
                <a:solidFill>
                  <a:srgbClr val="000000"/>
                </a:solidFill>
                <a:effectLst/>
                <a:latin typeface="Times New Roman" panose="02020603050405020304" pitchFamily="18" charset="0"/>
              </a:rPr>
              <a:t>.</a:t>
            </a:r>
            <a:endParaRPr lang="ro-RO" sz="1600" b="0" dirty="0">
              <a:effectLst/>
            </a:endParaRPr>
          </a:p>
          <a:p>
            <a:pPr rtl="0">
              <a:spcBef>
                <a:spcPts val="600"/>
              </a:spcBef>
              <a:spcAft>
                <a:spcPts val="1200"/>
              </a:spcAft>
            </a:pPr>
            <a:r>
              <a:rPr lang="ro-RO" sz="1600" b="0" i="0" u="sng" strike="noStrike" dirty="0">
                <a:solidFill>
                  <a:srgbClr val="0097A7"/>
                </a:solidFill>
                <a:effectLst/>
                <a:latin typeface="Times New Roman" panose="02020603050405020304" pitchFamily="18" charset="0"/>
                <a:hlinkClick r:id="rId4"/>
              </a:rPr>
              <a:t>https://dictionary.apa.org/emotional-blocking</a:t>
            </a:r>
            <a:r>
              <a:rPr lang="ro-RO" sz="1600" b="0" i="0" u="none" strike="noStrike" dirty="0">
                <a:solidFill>
                  <a:srgbClr val="000000"/>
                </a:solidFill>
                <a:effectLst/>
                <a:latin typeface="Times New Roman" panose="02020603050405020304" pitchFamily="18" charset="0"/>
              </a:rPr>
              <a:t>, accesat la 5 mai 2024.</a:t>
            </a:r>
            <a:endParaRPr lang="ro-RO" sz="1600" b="0" dirty="0">
              <a:effectLst/>
            </a:endParaRPr>
          </a:p>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[3] Cum putem să ne eliberăm din blocajele emoționale.</a:t>
            </a:r>
            <a:endParaRPr lang="ro-RO" sz="1600" b="0" dirty="0">
              <a:effectLst/>
            </a:endParaRPr>
          </a:p>
          <a:p>
            <a:pPr algn="just" rtl="0">
              <a:spcBef>
                <a:spcPts val="1200"/>
              </a:spcBef>
              <a:spcAft>
                <a:spcPts val="1200"/>
              </a:spcAft>
            </a:pPr>
            <a:r>
              <a:rPr lang="ro-RO" sz="1600" b="0" i="0" u="sng" strike="noStrike" dirty="0">
                <a:solidFill>
                  <a:srgbClr val="0097A7"/>
                </a:solidFill>
                <a:effectLst/>
                <a:latin typeface="Times New Roman" panose="02020603050405020304" pitchFamily="18" charset="0"/>
                <a:hlinkClick r:id="rId5"/>
              </a:rPr>
              <a:t>https://psiholog-marinela-croitoru.ro/cum-putem-sa-ne-eliberam-din-blocajele-emotionale/</a:t>
            </a:r>
            <a:endParaRPr lang="ro-RO" sz="1600" b="0" dirty="0">
              <a:effectLst/>
            </a:endParaRPr>
          </a:p>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[4] </a:t>
            </a:r>
            <a:r>
              <a:rPr lang="ro-RO" sz="1600" b="0" i="0" u="none" strike="noStrike" dirty="0" err="1">
                <a:solidFill>
                  <a:srgbClr val="000000"/>
                </a:solidFill>
                <a:effectLst/>
                <a:latin typeface="Times New Roman" panose="02020603050405020304" pitchFamily="18" charset="0"/>
              </a:rPr>
              <a:t>Goleman</a:t>
            </a:r>
            <a:r>
              <a:rPr lang="ro-RO" sz="1600" b="0" i="0" u="none" strike="noStrike" dirty="0">
                <a:solidFill>
                  <a:srgbClr val="000000"/>
                </a:solidFill>
                <a:effectLst/>
                <a:latin typeface="Times New Roman" panose="02020603050405020304" pitchFamily="18" charset="0"/>
              </a:rPr>
              <a:t>, D.(2018). </a:t>
            </a:r>
            <a:r>
              <a:rPr lang="ro-RO" sz="1600" b="0" i="1" u="none" strike="noStrike" dirty="0">
                <a:solidFill>
                  <a:srgbClr val="808080"/>
                </a:solidFill>
                <a:effectLst/>
                <a:latin typeface="Times New Roman" panose="02020603050405020304" pitchFamily="18" charset="0"/>
              </a:rPr>
              <a:t>Inteligența emoțională</a:t>
            </a:r>
            <a:r>
              <a:rPr lang="ro-RO" sz="1600" b="0" i="0" u="none" strike="noStrike" dirty="0">
                <a:solidFill>
                  <a:srgbClr val="000000"/>
                </a:solidFill>
                <a:effectLst/>
                <a:latin typeface="Times New Roman" panose="02020603050405020304" pitchFamily="18" charset="0"/>
              </a:rPr>
              <a:t>, București: </a:t>
            </a:r>
            <a:r>
              <a:rPr lang="ro-RO" sz="1600" b="0" i="1" u="none" strike="noStrike" dirty="0">
                <a:solidFill>
                  <a:srgbClr val="808080"/>
                </a:solidFill>
                <a:effectLst/>
                <a:latin typeface="Times New Roman" panose="02020603050405020304" pitchFamily="18" charset="0"/>
              </a:rPr>
              <a:t>Curtea Veche.</a:t>
            </a:r>
            <a:endParaRPr lang="ro-RO" sz="1600" b="0" dirty="0">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6" name="TextBox 5">
            <a:extLst>
              <a:ext uri="{FF2B5EF4-FFF2-40B4-BE49-F238E27FC236}">
                <a16:creationId xmlns:a16="http://schemas.microsoft.com/office/drawing/2014/main" id="{26741334-B232-5122-4280-9E4F784B649F}"/>
              </a:ext>
            </a:extLst>
          </p:cNvPr>
          <p:cNvSpPr txBox="1"/>
          <p:nvPr/>
        </p:nvSpPr>
        <p:spPr>
          <a:xfrm>
            <a:off x="1384119" y="559572"/>
            <a:ext cx="6572250" cy="4154984"/>
          </a:xfrm>
          <a:prstGeom prst="rect">
            <a:avLst/>
          </a:prstGeom>
          <a:noFill/>
        </p:spPr>
        <p:txBody>
          <a:bodyPr wrap="square">
            <a:spAutoFit/>
          </a:bodyPr>
          <a:lstStyle/>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[5]Sergerie, K., Chochol, C., Armony, J.L. (2008</a:t>
            </a:r>
            <a:r>
              <a:rPr lang="ro-RO" sz="1600" b="0" i="1" u="none" strike="noStrike" dirty="0">
                <a:solidFill>
                  <a:srgbClr val="808080"/>
                </a:solidFill>
                <a:effectLst/>
                <a:latin typeface="Times New Roman" panose="02020603050405020304" pitchFamily="18" charset="0"/>
              </a:rPr>
              <a:t>). The role of </a:t>
            </a:r>
            <a:r>
              <a:rPr lang="ro-RO" sz="1600" b="0" i="1" u="none" strike="noStrike" dirty="0" err="1">
                <a:solidFill>
                  <a:srgbClr val="808080"/>
                </a:solidFill>
                <a:effectLst/>
                <a:latin typeface="Times New Roman" panose="02020603050405020304" pitchFamily="18" charset="0"/>
              </a:rPr>
              <a:t>the</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amygdala</a:t>
            </a:r>
            <a:r>
              <a:rPr lang="ro-RO" sz="1600" b="0" i="1" u="none" strike="noStrike" dirty="0">
                <a:solidFill>
                  <a:srgbClr val="808080"/>
                </a:solidFill>
                <a:effectLst/>
                <a:latin typeface="Times New Roman" panose="02020603050405020304" pitchFamily="18" charset="0"/>
              </a:rPr>
              <a:t> in </a:t>
            </a:r>
            <a:r>
              <a:rPr lang="ro-RO" sz="1600" b="0" i="1" u="none" strike="noStrike" dirty="0" err="1">
                <a:solidFill>
                  <a:srgbClr val="808080"/>
                </a:solidFill>
                <a:effectLst/>
                <a:latin typeface="Times New Roman" panose="02020603050405020304" pitchFamily="18" charset="0"/>
              </a:rPr>
              <a:t>emotional</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processing</a:t>
            </a:r>
            <a:r>
              <a:rPr lang="ro-RO" sz="1600" b="0" i="1" u="none" strike="noStrike" dirty="0">
                <a:solidFill>
                  <a:srgbClr val="808080"/>
                </a:solidFill>
                <a:effectLst/>
                <a:latin typeface="Times New Roman" panose="02020603050405020304" pitchFamily="18" charset="0"/>
              </a:rPr>
              <a:t>: A </a:t>
            </a:r>
            <a:r>
              <a:rPr lang="ro-RO" sz="1600" b="0" i="1" u="none" strike="noStrike" dirty="0" err="1">
                <a:solidFill>
                  <a:srgbClr val="808080"/>
                </a:solidFill>
                <a:effectLst/>
                <a:latin typeface="Times New Roman" panose="02020603050405020304" pitchFamily="18" charset="0"/>
              </a:rPr>
              <a:t>quantitative</a:t>
            </a:r>
            <a:r>
              <a:rPr lang="ro-RO" sz="1600" b="0" i="1" u="none" strike="noStrike" dirty="0">
                <a:solidFill>
                  <a:srgbClr val="808080"/>
                </a:solidFill>
                <a:effectLst/>
                <a:latin typeface="Times New Roman" panose="02020603050405020304" pitchFamily="18" charset="0"/>
              </a:rPr>
              <a:t> meta-</a:t>
            </a:r>
            <a:r>
              <a:rPr lang="ro-RO" sz="1600" b="0" i="1" u="none" strike="noStrike" dirty="0" err="1">
                <a:solidFill>
                  <a:srgbClr val="808080"/>
                </a:solidFill>
                <a:effectLst/>
                <a:latin typeface="Times New Roman" panose="02020603050405020304" pitchFamily="18" charset="0"/>
              </a:rPr>
              <a:t>analysis</a:t>
            </a:r>
            <a:r>
              <a:rPr lang="ro-RO" sz="1600" b="0" i="1" u="none" strike="noStrike" dirty="0">
                <a:solidFill>
                  <a:srgbClr val="808080"/>
                </a:solidFill>
                <a:effectLst/>
                <a:latin typeface="Times New Roman" panose="02020603050405020304" pitchFamily="18" charset="0"/>
              </a:rPr>
              <a:t> of </a:t>
            </a:r>
            <a:r>
              <a:rPr lang="ro-RO" sz="1600" b="0" i="1" u="none" strike="noStrike" dirty="0" err="1">
                <a:solidFill>
                  <a:srgbClr val="808080"/>
                </a:solidFill>
                <a:effectLst/>
                <a:latin typeface="Times New Roman" panose="02020603050405020304" pitchFamily="18" charset="0"/>
              </a:rPr>
              <a:t>functional</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neuroimaging</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studies</a:t>
            </a:r>
            <a:r>
              <a:rPr lang="ro-RO" sz="1600" b="0" i="1" u="none" strike="noStrike" dirty="0">
                <a:solidFill>
                  <a:srgbClr val="808080"/>
                </a:solidFill>
                <a:effectLst/>
                <a:latin typeface="Times New Roman" panose="02020603050405020304" pitchFamily="18" charset="0"/>
              </a:rPr>
              <a:t> </a:t>
            </a:r>
            <a:r>
              <a:rPr lang="ro-RO" sz="1600" b="0" i="0" u="none" strike="noStrike" dirty="0">
                <a:solidFill>
                  <a:srgbClr val="000000"/>
                </a:solidFill>
                <a:effectLst/>
                <a:latin typeface="Times New Roman" panose="02020603050405020304" pitchFamily="18" charset="0"/>
              </a:rPr>
              <a:t>în</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Neuroscience</a:t>
            </a:r>
            <a:r>
              <a:rPr lang="ro-RO" sz="1600" b="0" i="1" u="none" strike="noStrike" dirty="0">
                <a:solidFill>
                  <a:srgbClr val="808080"/>
                </a:solidFill>
                <a:effectLst/>
                <a:latin typeface="Times New Roman" panose="02020603050405020304" pitchFamily="18" charset="0"/>
              </a:rPr>
              <a:t> &amp; </a:t>
            </a:r>
            <a:r>
              <a:rPr lang="ro-RO" sz="1600" b="0" i="1" u="none" strike="noStrike" dirty="0" err="1">
                <a:solidFill>
                  <a:srgbClr val="808080"/>
                </a:solidFill>
                <a:effectLst/>
                <a:latin typeface="Times New Roman" panose="02020603050405020304" pitchFamily="18" charset="0"/>
              </a:rPr>
              <a:t>Biobehavioral</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Reviews</a:t>
            </a:r>
            <a:r>
              <a:rPr lang="ro-RO" sz="1600" b="0" i="0" u="none" strike="noStrike" dirty="0">
                <a:solidFill>
                  <a:srgbClr val="000000"/>
                </a:solidFill>
                <a:effectLst/>
                <a:latin typeface="Times New Roman" panose="02020603050405020304" pitchFamily="18" charset="0"/>
              </a:rPr>
              <a:t>, Volume 32, </a:t>
            </a:r>
            <a:r>
              <a:rPr lang="ro-RO" sz="1600" b="0" i="0" u="none" strike="noStrike" dirty="0" err="1">
                <a:solidFill>
                  <a:srgbClr val="000000"/>
                </a:solidFill>
                <a:effectLst/>
                <a:latin typeface="Times New Roman" panose="02020603050405020304" pitchFamily="18" charset="0"/>
              </a:rPr>
              <a:t>Issue</a:t>
            </a:r>
            <a:r>
              <a:rPr lang="ro-RO" sz="1600" b="0" i="0" u="none" strike="noStrike" dirty="0">
                <a:solidFill>
                  <a:srgbClr val="000000"/>
                </a:solidFill>
                <a:effectLst/>
                <a:latin typeface="Times New Roman" panose="02020603050405020304" pitchFamily="18" charset="0"/>
              </a:rPr>
              <a:t> 4, 2008, 811-830.</a:t>
            </a:r>
            <a:endParaRPr lang="ro-RO" sz="1600" b="0" dirty="0">
              <a:effectLst/>
            </a:endParaRPr>
          </a:p>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[6]</a:t>
            </a:r>
            <a:r>
              <a:rPr lang="ro-RO" sz="1600" b="0" i="0" u="none" strike="noStrike" dirty="0" err="1">
                <a:solidFill>
                  <a:srgbClr val="000000"/>
                </a:solidFill>
                <a:effectLst/>
                <a:latin typeface="Times New Roman" panose="02020603050405020304" pitchFamily="18" charset="0"/>
              </a:rPr>
              <a:t>Lindquist</a:t>
            </a:r>
            <a:r>
              <a:rPr lang="ro-RO" sz="1600" b="0" i="0" u="none" strike="noStrike" dirty="0">
                <a:solidFill>
                  <a:srgbClr val="000000"/>
                </a:solidFill>
                <a:effectLst/>
                <a:latin typeface="Times New Roman" panose="02020603050405020304" pitchFamily="18" charset="0"/>
              </a:rPr>
              <a:t>, K. A., </a:t>
            </a:r>
            <a:r>
              <a:rPr lang="ro-RO" sz="1600" b="0" i="0" u="none" strike="noStrike" dirty="0" err="1">
                <a:solidFill>
                  <a:srgbClr val="000000"/>
                </a:solidFill>
                <a:effectLst/>
                <a:latin typeface="Times New Roman" panose="02020603050405020304" pitchFamily="18" charset="0"/>
              </a:rPr>
              <a:t>Wager</a:t>
            </a:r>
            <a:r>
              <a:rPr lang="ro-RO" sz="1600" b="0" i="0" u="none" strike="noStrike" dirty="0">
                <a:solidFill>
                  <a:srgbClr val="000000"/>
                </a:solidFill>
                <a:effectLst/>
                <a:latin typeface="Times New Roman" panose="02020603050405020304" pitchFamily="18" charset="0"/>
              </a:rPr>
              <a:t>, T. D., </a:t>
            </a:r>
            <a:r>
              <a:rPr lang="ro-RO" sz="1600" b="0" i="0" u="none" strike="noStrike" dirty="0" err="1">
                <a:solidFill>
                  <a:srgbClr val="000000"/>
                </a:solidFill>
                <a:effectLst/>
                <a:latin typeface="Times New Roman" panose="02020603050405020304" pitchFamily="18" charset="0"/>
              </a:rPr>
              <a:t>Kober</a:t>
            </a:r>
            <a:r>
              <a:rPr lang="ro-RO" sz="1600" b="0" i="0" u="none" strike="noStrike" dirty="0">
                <a:solidFill>
                  <a:srgbClr val="000000"/>
                </a:solidFill>
                <a:effectLst/>
                <a:latin typeface="Times New Roman" panose="02020603050405020304" pitchFamily="18" charset="0"/>
              </a:rPr>
              <a:t>, H., Bliss-</a:t>
            </a:r>
            <a:r>
              <a:rPr lang="ro-RO" sz="1600" b="0" i="0" u="none" strike="noStrike" dirty="0" err="1">
                <a:solidFill>
                  <a:srgbClr val="000000"/>
                </a:solidFill>
                <a:effectLst/>
                <a:latin typeface="Times New Roman" panose="02020603050405020304" pitchFamily="18" charset="0"/>
              </a:rPr>
              <a:t>Moreau</a:t>
            </a:r>
            <a:r>
              <a:rPr lang="ro-RO" sz="1600" b="0" i="0" u="none" strike="noStrike" dirty="0">
                <a:solidFill>
                  <a:srgbClr val="000000"/>
                </a:solidFill>
                <a:effectLst/>
                <a:latin typeface="Times New Roman" panose="02020603050405020304" pitchFamily="18" charset="0"/>
              </a:rPr>
              <a:t>, E., </a:t>
            </a:r>
            <a:r>
              <a:rPr lang="ro-RO" sz="1600" b="0" i="0" u="none" strike="noStrike" dirty="0" err="1">
                <a:solidFill>
                  <a:srgbClr val="000000"/>
                </a:solidFill>
                <a:effectLst/>
                <a:latin typeface="Times New Roman" panose="02020603050405020304" pitchFamily="18" charset="0"/>
              </a:rPr>
              <a:t>Barret</a:t>
            </a:r>
            <a:r>
              <a:rPr lang="ro-RO" sz="1600" b="0" i="0" u="none" strike="noStrike" dirty="0">
                <a:solidFill>
                  <a:srgbClr val="000000"/>
                </a:solidFill>
                <a:effectLst/>
                <a:latin typeface="Times New Roman" panose="02020603050405020304" pitchFamily="18" charset="0"/>
              </a:rPr>
              <a:t>, L.F. (2012). </a:t>
            </a:r>
            <a:r>
              <a:rPr lang="ro-RO" sz="1600" b="0" i="1" u="none" strike="noStrike" dirty="0">
                <a:solidFill>
                  <a:srgbClr val="808080"/>
                </a:solidFill>
                <a:effectLst/>
                <a:latin typeface="Times New Roman" panose="02020603050405020304" pitchFamily="18" charset="0"/>
              </a:rPr>
              <a:t>The </a:t>
            </a:r>
            <a:r>
              <a:rPr lang="ro-RO" sz="1600" b="0" i="1" u="none" strike="noStrike" dirty="0" err="1">
                <a:solidFill>
                  <a:srgbClr val="808080"/>
                </a:solidFill>
                <a:effectLst/>
                <a:latin typeface="Times New Roman" panose="02020603050405020304" pitchFamily="18" charset="0"/>
              </a:rPr>
              <a:t>brain</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basis</a:t>
            </a:r>
            <a:r>
              <a:rPr lang="ro-RO" sz="1600" b="0" i="1" u="none" strike="noStrike" dirty="0">
                <a:solidFill>
                  <a:srgbClr val="808080"/>
                </a:solidFill>
                <a:effectLst/>
                <a:latin typeface="Times New Roman" panose="02020603050405020304" pitchFamily="18" charset="0"/>
              </a:rPr>
              <a:t> of </a:t>
            </a:r>
            <a:r>
              <a:rPr lang="ro-RO" sz="1600" b="0" i="1" u="none" strike="noStrike" dirty="0" err="1">
                <a:solidFill>
                  <a:srgbClr val="808080"/>
                </a:solidFill>
                <a:effectLst/>
                <a:latin typeface="Times New Roman" panose="02020603050405020304" pitchFamily="18" charset="0"/>
              </a:rPr>
              <a:t>emotion</a:t>
            </a:r>
            <a:r>
              <a:rPr lang="ro-RO" sz="1600" b="0" i="1" u="none" strike="noStrike" dirty="0">
                <a:solidFill>
                  <a:srgbClr val="808080"/>
                </a:solidFill>
                <a:effectLst/>
                <a:latin typeface="Times New Roman" panose="02020603050405020304" pitchFamily="18" charset="0"/>
              </a:rPr>
              <a:t>: A meta-</a:t>
            </a:r>
            <a:r>
              <a:rPr lang="ro-RO" sz="1600" b="0" i="1" u="none" strike="noStrike" dirty="0" err="1">
                <a:solidFill>
                  <a:srgbClr val="808080"/>
                </a:solidFill>
                <a:effectLst/>
                <a:latin typeface="Times New Roman" panose="02020603050405020304" pitchFamily="18" charset="0"/>
              </a:rPr>
              <a:t>analytic</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review</a:t>
            </a:r>
            <a:r>
              <a:rPr lang="ro-RO" sz="1600" b="0" i="1" u="none" strike="noStrike" dirty="0">
                <a:solidFill>
                  <a:srgbClr val="808080"/>
                </a:solidFill>
                <a:effectLst/>
                <a:latin typeface="Times New Roman" panose="02020603050405020304" pitchFamily="18" charset="0"/>
              </a:rPr>
              <a:t> </a:t>
            </a:r>
            <a:r>
              <a:rPr lang="ro-RO" sz="1600" b="0" i="0" u="none" strike="noStrike" dirty="0">
                <a:solidFill>
                  <a:srgbClr val="000000"/>
                </a:solidFill>
                <a:effectLst/>
                <a:latin typeface="Times New Roman" panose="02020603050405020304" pitchFamily="18" charset="0"/>
              </a:rPr>
              <a:t>în </a:t>
            </a:r>
            <a:r>
              <a:rPr lang="ro-RO" sz="1600" b="0" i="1" u="none" strike="noStrike" dirty="0" err="1">
                <a:solidFill>
                  <a:srgbClr val="808080"/>
                </a:solidFill>
                <a:effectLst/>
                <a:latin typeface="Times New Roman" panose="02020603050405020304" pitchFamily="18" charset="0"/>
              </a:rPr>
              <a:t>Behav</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Brain</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Sci</a:t>
            </a:r>
            <a:r>
              <a:rPr lang="ro-RO" sz="1600" b="0" i="0" u="none" strike="noStrike" dirty="0">
                <a:solidFill>
                  <a:srgbClr val="000000"/>
                </a:solidFill>
                <a:effectLst/>
                <a:latin typeface="Times New Roman" panose="02020603050405020304" pitchFamily="18" charset="0"/>
              </a:rPr>
              <a:t>, Volume 35, </a:t>
            </a:r>
            <a:r>
              <a:rPr lang="ro-RO" sz="1600" b="0" i="0" u="none" strike="noStrike" dirty="0" err="1">
                <a:solidFill>
                  <a:srgbClr val="000000"/>
                </a:solidFill>
                <a:effectLst/>
                <a:latin typeface="Times New Roman" panose="02020603050405020304" pitchFamily="18" charset="0"/>
              </a:rPr>
              <a:t>Issuee</a:t>
            </a:r>
            <a:r>
              <a:rPr lang="ro-RO" sz="1600" b="0" i="0" u="none" strike="noStrike" dirty="0">
                <a:solidFill>
                  <a:srgbClr val="000000"/>
                </a:solidFill>
                <a:effectLst/>
                <a:latin typeface="Times New Roman" panose="02020603050405020304" pitchFamily="18" charset="0"/>
              </a:rPr>
              <a:t>, June 2012, 121-143.</a:t>
            </a:r>
            <a:endParaRPr lang="ro-RO" sz="1600" b="0" dirty="0">
              <a:effectLst/>
            </a:endParaRPr>
          </a:p>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[7]</a:t>
            </a:r>
            <a:r>
              <a:rPr lang="ro-RO" sz="1600" b="0" i="0" u="none" strike="noStrike" dirty="0" err="1">
                <a:solidFill>
                  <a:srgbClr val="000000"/>
                </a:solidFill>
                <a:effectLst/>
                <a:latin typeface="Times New Roman" panose="02020603050405020304" pitchFamily="18" charset="0"/>
              </a:rPr>
              <a:t>Brobbey</a:t>
            </a:r>
            <a:r>
              <a:rPr lang="ro-RO" sz="1600" b="0" i="0" u="none" strike="noStrike" dirty="0">
                <a:solidFill>
                  <a:srgbClr val="000000"/>
                </a:solidFill>
                <a:effectLst/>
                <a:latin typeface="Times New Roman" panose="02020603050405020304" pitchFamily="18" charset="0"/>
              </a:rPr>
              <a:t>, E. (2021). </a:t>
            </a:r>
            <a:r>
              <a:rPr lang="ro-RO" sz="1600" b="0" i="1" u="none" strike="noStrike" dirty="0">
                <a:solidFill>
                  <a:srgbClr val="808080"/>
                </a:solidFill>
                <a:effectLst/>
                <a:latin typeface="Times New Roman" panose="02020603050405020304" pitchFamily="18" charset="0"/>
              </a:rPr>
              <a:t>The impact of </a:t>
            </a:r>
            <a:r>
              <a:rPr lang="ro-RO" sz="1600" b="0" i="1" u="none" strike="noStrike" dirty="0" err="1">
                <a:solidFill>
                  <a:srgbClr val="808080"/>
                </a:solidFill>
                <a:effectLst/>
                <a:latin typeface="Times New Roman" panose="02020603050405020304" pitchFamily="18" charset="0"/>
              </a:rPr>
              <a:t>stress</a:t>
            </a:r>
            <a:r>
              <a:rPr lang="ro-RO" sz="1600" b="0" i="1" u="none" strike="noStrike" dirty="0">
                <a:solidFill>
                  <a:srgbClr val="808080"/>
                </a:solidFill>
                <a:effectLst/>
                <a:latin typeface="Times New Roman" panose="02020603050405020304" pitchFamily="18" charset="0"/>
              </a:rPr>
              <a:t> on </a:t>
            </a:r>
            <a:r>
              <a:rPr lang="ro-RO" sz="1600" b="0" i="1" u="none" strike="noStrike" dirty="0" err="1">
                <a:solidFill>
                  <a:srgbClr val="808080"/>
                </a:solidFill>
                <a:effectLst/>
                <a:latin typeface="Times New Roman" panose="02020603050405020304" pitchFamily="18" charset="0"/>
              </a:rPr>
              <a:t>the</a:t>
            </a:r>
            <a:r>
              <a:rPr lang="ro-RO" sz="1600" b="0" i="1" u="none" strike="noStrike" dirty="0">
                <a:solidFill>
                  <a:srgbClr val="808080"/>
                </a:solidFill>
                <a:effectLst/>
                <a:latin typeface="Times New Roman" panose="02020603050405020304" pitchFamily="18" charset="0"/>
              </a:rPr>
              <a:t> academic performance of </a:t>
            </a:r>
            <a:r>
              <a:rPr lang="ro-RO" sz="1600" b="0" i="1" u="none" strike="noStrike" dirty="0" err="1">
                <a:solidFill>
                  <a:srgbClr val="808080"/>
                </a:solidFill>
                <a:effectLst/>
                <a:latin typeface="Times New Roman" panose="02020603050405020304" pitchFamily="18" charset="0"/>
              </a:rPr>
              <a:t>students</a:t>
            </a:r>
            <a:r>
              <a:rPr lang="ro-RO" sz="1600" b="0" i="1" u="none" strike="noStrike" dirty="0">
                <a:solidFill>
                  <a:srgbClr val="808080"/>
                </a:solidFill>
                <a:effectLst/>
                <a:latin typeface="Times New Roman" panose="02020603050405020304" pitchFamily="18" charset="0"/>
              </a:rPr>
              <a:t> in </a:t>
            </a:r>
            <a:r>
              <a:rPr lang="ro-RO" sz="1600" b="0" i="1" u="none" strike="noStrike" dirty="0" err="1">
                <a:solidFill>
                  <a:srgbClr val="808080"/>
                </a:solidFill>
                <a:effectLst/>
                <a:latin typeface="Times New Roman" panose="02020603050405020304" pitchFamily="18" charset="0"/>
              </a:rPr>
              <a:t>the</a:t>
            </a:r>
            <a:r>
              <a:rPr lang="ro-RO" sz="1600" b="0" i="1" u="none" strike="noStrike" dirty="0">
                <a:solidFill>
                  <a:srgbClr val="808080"/>
                </a:solidFill>
                <a:effectLst/>
                <a:latin typeface="Times New Roman" panose="02020603050405020304" pitchFamily="18" charset="0"/>
              </a:rPr>
              <a:t> University of Cape </a:t>
            </a:r>
            <a:r>
              <a:rPr lang="ro-RO" sz="1600" b="0" i="1" u="none" strike="noStrike" dirty="0" err="1">
                <a:solidFill>
                  <a:srgbClr val="808080"/>
                </a:solidFill>
                <a:effectLst/>
                <a:latin typeface="Times New Roman" panose="02020603050405020304" pitchFamily="18" charset="0"/>
              </a:rPr>
              <a:t>Coast</a:t>
            </a:r>
            <a:r>
              <a:rPr lang="ro-RO" sz="1600" b="0" i="1" u="none" strike="noStrike" dirty="0">
                <a:solidFill>
                  <a:srgbClr val="808080"/>
                </a:solidFill>
                <a:effectLst/>
                <a:latin typeface="Times New Roman" panose="02020603050405020304" pitchFamily="18" charset="0"/>
              </a:rPr>
              <a:t>, </a:t>
            </a:r>
            <a:r>
              <a:rPr lang="ro-RO" sz="1600" b="0" i="1" u="none" strike="noStrike" dirty="0" err="1">
                <a:solidFill>
                  <a:srgbClr val="808080"/>
                </a:solidFill>
                <a:effectLst/>
                <a:latin typeface="Times New Roman" panose="02020603050405020304" pitchFamily="18" charset="0"/>
              </a:rPr>
              <a:t>School</a:t>
            </a:r>
            <a:r>
              <a:rPr lang="ro-RO" sz="1600" b="0" i="1" u="none" strike="noStrike" dirty="0">
                <a:solidFill>
                  <a:srgbClr val="808080"/>
                </a:solidFill>
                <a:effectLst/>
                <a:latin typeface="Times New Roman" panose="02020603050405020304" pitchFamily="18" charset="0"/>
              </a:rPr>
              <a:t> of Business </a:t>
            </a:r>
            <a:r>
              <a:rPr lang="ro-RO" sz="1600" b="0" i="0" u="none" strike="noStrike" dirty="0">
                <a:solidFill>
                  <a:srgbClr val="000000"/>
                </a:solidFill>
                <a:effectLst/>
                <a:latin typeface="Times New Roman" panose="02020603050405020304" pitchFamily="18" charset="0"/>
              </a:rPr>
              <a:t>în </a:t>
            </a:r>
            <a:r>
              <a:rPr lang="ro-RO" sz="1600" b="0" i="1" u="none" strike="noStrike" dirty="0">
                <a:solidFill>
                  <a:srgbClr val="808080"/>
                </a:solidFill>
                <a:effectLst/>
                <a:latin typeface="Times New Roman" panose="02020603050405020304" pitchFamily="18" charset="0"/>
              </a:rPr>
              <a:t>Academia Open</a:t>
            </a:r>
            <a:r>
              <a:rPr lang="ro-RO" sz="1600" b="0" i="0" u="none" strike="noStrike" dirty="0">
                <a:solidFill>
                  <a:srgbClr val="000000"/>
                </a:solidFill>
                <a:effectLst/>
                <a:latin typeface="Times New Roman" panose="02020603050405020304" pitchFamily="18" charset="0"/>
              </a:rPr>
              <a:t>, 7 </a:t>
            </a:r>
            <a:r>
              <a:rPr lang="ro-RO" sz="1600" b="0" i="0" u="none" strike="noStrike" dirty="0" err="1">
                <a:solidFill>
                  <a:srgbClr val="000000"/>
                </a:solidFill>
                <a:effectLst/>
                <a:latin typeface="Times New Roman" panose="02020603050405020304" pitchFamily="18" charset="0"/>
              </a:rPr>
              <a:t>July</a:t>
            </a:r>
            <a:r>
              <a:rPr lang="ro-RO" sz="1600" b="0" i="0" u="none" strike="noStrike" dirty="0">
                <a:solidFill>
                  <a:srgbClr val="000000"/>
                </a:solidFill>
                <a:effectLst/>
                <a:latin typeface="Times New Roman" panose="02020603050405020304" pitchFamily="18" charset="0"/>
              </a:rPr>
              <a:t> 2021.</a:t>
            </a:r>
            <a:endParaRPr lang="ro-RO" sz="1600" b="0" dirty="0">
              <a:effectLst/>
            </a:endParaRPr>
          </a:p>
          <a:p>
            <a:pPr algn="just" rtl="0">
              <a:spcBef>
                <a:spcPts val="1200"/>
              </a:spcBef>
              <a:spcAft>
                <a:spcPts val="0"/>
              </a:spcAft>
            </a:pPr>
            <a:r>
              <a:rPr lang="ro-RO" sz="1600" b="0" i="0" u="none" strike="noStrike" dirty="0">
                <a:solidFill>
                  <a:srgbClr val="000000"/>
                </a:solidFill>
                <a:effectLst/>
                <a:latin typeface="Times New Roman" panose="02020603050405020304" pitchFamily="18" charset="0"/>
              </a:rPr>
              <a:t>[8]</a:t>
            </a:r>
            <a:r>
              <a:rPr lang="ro-RO" b="0" i="0" u="none" strike="noStrike" dirty="0">
                <a:solidFill>
                  <a:srgbClr val="000000"/>
                </a:solidFill>
                <a:effectLst/>
                <a:latin typeface="Arial" panose="020B0604020202020204" pitchFamily="34" charset="0"/>
              </a:rPr>
              <a:t> </a:t>
            </a:r>
            <a:r>
              <a:rPr lang="ro-RO" sz="1600" b="0" i="0" u="none" strike="noStrike" dirty="0">
                <a:solidFill>
                  <a:srgbClr val="000000"/>
                </a:solidFill>
                <a:effectLst/>
                <a:latin typeface="Times New Roman" panose="02020603050405020304" pitchFamily="18" charset="0"/>
              </a:rPr>
              <a:t>The 5 </a:t>
            </a:r>
            <a:r>
              <a:rPr lang="ro-RO" sz="1600" b="0" i="0" u="none" strike="noStrike" dirty="0" err="1">
                <a:solidFill>
                  <a:srgbClr val="000000"/>
                </a:solidFill>
                <a:effectLst/>
                <a:latin typeface="Times New Roman" panose="02020603050405020304" pitchFamily="18" charset="0"/>
              </a:rPr>
              <a:t>Fs</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fight</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flight</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freeze</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flop</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and</a:t>
            </a:r>
            <a:r>
              <a:rPr lang="ro-RO" sz="1600" b="0" i="0" u="none" strike="noStrike" dirty="0">
                <a:solidFill>
                  <a:srgbClr val="000000"/>
                </a:solidFill>
                <a:effectLst/>
                <a:latin typeface="Times New Roman" panose="02020603050405020304" pitchFamily="18" charset="0"/>
              </a:rPr>
              <a:t> </a:t>
            </a:r>
            <a:r>
              <a:rPr lang="ro-RO" sz="1600" b="0" i="0" u="none" strike="noStrike" dirty="0" err="1">
                <a:solidFill>
                  <a:srgbClr val="000000"/>
                </a:solidFill>
                <a:effectLst/>
                <a:latin typeface="Times New Roman" panose="02020603050405020304" pitchFamily="18" charset="0"/>
              </a:rPr>
              <a:t>friend</a:t>
            </a:r>
            <a:r>
              <a:rPr lang="ro-RO" sz="1600" b="0" i="0" u="none" strike="noStrike" dirty="0">
                <a:solidFill>
                  <a:srgbClr val="000000"/>
                </a:solidFill>
                <a:effectLst/>
                <a:latin typeface="Times New Roman" panose="02020603050405020304" pitchFamily="18" charset="0"/>
              </a:rPr>
              <a:t>.</a:t>
            </a:r>
            <a:endParaRPr lang="ro-RO" sz="1600" b="0" dirty="0">
              <a:effectLst/>
            </a:endParaRPr>
          </a:p>
          <a:p>
            <a:pPr algn="just" rtl="0">
              <a:spcBef>
                <a:spcPts val="1200"/>
              </a:spcBef>
              <a:spcAft>
                <a:spcPts val="0"/>
              </a:spcAft>
            </a:pPr>
            <a:r>
              <a:rPr lang="ro-RO" sz="1600" b="0" i="0" u="sng" strike="noStrike" dirty="0">
                <a:solidFill>
                  <a:srgbClr val="0097A7"/>
                </a:solidFill>
                <a:effectLst/>
                <a:latin typeface="Times New Roman" panose="02020603050405020304" pitchFamily="18" charset="0"/>
                <a:hlinkClick r:id="rId3"/>
              </a:rPr>
              <a:t>https://rapecrisis.org.uk/get-help/tools-for-victims-and-survivors/understanding-your-response/fight-or-flight/</a:t>
            </a:r>
            <a:r>
              <a:rPr lang="ro-RO" sz="1600" b="0" i="0" u="none" strike="noStrike" dirty="0">
                <a:solidFill>
                  <a:srgbClr val="000000"/>
                </a:solidFill>
                <a:effectLst/>
                <a:latin typeface="Times New Roman" panose="02020603050405020304" pitchFamily="18" charset="0"/>
              </a:rPr>
              <a:t> , accesat la 10 aprilie 2024.</a:t>
            </a:r>
            <a:endParaRPr lang="ro-RO" sz="1600" b="0" dirty="0">
              <a:effectLst/>
            </a:endParaRPr>
          </a:p>
        </p:txBody>
      </p:sp>
    </p:spTree>
    <p:extLst>
      <p:ext uri="{BB962C8B-B14F-4D97-AF65-F5344CB8AC3E}">
        <p14:creationId xmlns:p14="http://schemas.microsoft.com/office/powerpoint/2010/main" val="3490570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6" name="TextBox 5">
            <a:extLst>
              <a:ext uri="{FF2B5EF4-FFF2-40B4-BE49-F238E27FC236}">
                <a16:creationId xmlns:a16="http://schemas.microsoft.com/office/drawing/2014/main" id="{F3065DD6-C4C7-A5DF-0A31-CBC736FEFC1B}"/>
              </a:ext>
            </a:extLst>
          </p:cNvPr>
          <p:cNvSpPr txBox="1"/>
          <p:nvPr/>
        </p:nvSpPr>
        <p:spPr>
          <a:xfrm>
            <a:off x="1326016" y="894367"/>
            <a:ext cx="6491968" cy="3354765"/>
          </a:xfrm>
          <a:prstGeom prst="rect">
            <a:avLst/>
          </a:prstGeom>
          <a:noFill/>
        </p:spPr>
        <p:txBody>
          <a:bodyPr wrap="square">
            <a:spAutoFit/>
          </a:bodyPr>
          <a:lstStyle/>
          <a:p>
            <a:pPr algn="just" rtl="0">
              <a:spcBef>
                <a:spcPts val="1200"/>
              </a:spcBef>
              <a:spcAft>
                <a:spcPts val="0"/>
              </a:spcAft>
            </a:pPr>
            <a:r>
              <a:rPr lang="ro-RO" sz="1800" b="0" i="0" u="none" strike="noStrike" dirty="0">
                <a:solidFill>
                  <a:srgbClr val="000000"/>
                </a:solidFill>
                <a:effectLst/>
                <a:latin typeface="Times New Roman" panose="02020603050405020304" pitchFamily="18" charset="0"/>
              </a:rPr>
              <a:t>[9]</a:t>
            </a:r>
            <a:r>
              <a:rPr lang="ro-RO" sz="1600" b="0" i="0" u="none" strike="noStrike" dirty="0">
                <a:solidFill>
                  <a:srgbClr val="000000"/>
                </a:solidFill>
                <a:effectLst/>
                <a:latin typeface="Arial" panose="020B0604020202020204" pitchFamily="34" charset="0"/>
              </a:rPr>
              <a:t> </a:t>
            </a:r>
            <a:r>
              <a:rPr lang="ro-RO" sz="1800" b="0" i="0" u="none" strike="noStrike" dirty="0">
                <a:solidFill>
                  <a:srgbClr val="000000"/>
                </a:solidFill>
                <a:effectLst/>
                <a:latin typeface="Times New Roman" panose="02020603050405020304" pitchFamily="18" charset="0"/>
              </a:rPr>
              <a:t>Trauma Response (The 4 F’s – Fight, Flight, Freeze, and Fawn).</a:t>
            </a:r>
            <a:endParaRPr lang="ro-RO" sz="1800" b="0" dirty="0">
              <a:effectLst/>
            </a:endParaRPr>
          </a:p>
          <a:p>
            <a:pPr algn="just" rtl="0">
              <a:spcBef>
                <a:spcPts val="1200"/>
              </a:spcBef>
              <a:spcAft>
                <a:spcPts val="0"/>
              </a:spcAft>
            </a:pPr>
            <a:r>
              <a:rPr lang="ro-RO" sz="1800" b="0" i="0" u="sng" strike="noStrike" dirty="0">
                <a:solidFill>
                  <a:srgbClr val="0097A7"/>
                </a:solidFill>
                <a:effectLst/>
                <a:latin typeface="Times New Roman" panose="02020603050405020304" pitchFamily="18" charset="0"/>
                <a:hlinkClick r:id="rId3"/>
              </a:rPr>
              <a:t>https://www.hricdubai.com/trauma-response-the-4fs/</a:t>
            </a:r>
            <a:r>
              <a:rPr lang="ro-RO" sz="1800" b="0" i="0" u="none" strike="noStrike" dirty="0">
                <a:solidFill>
                  <a:srgbClr val="000000"/>
                </a:solidFill>
                <a:effectLst/>
                <a:latin typeface="Times New Roman" panose="02020603050405020304" pitchFamily="18" charset="0"/>
              </a:rPr>
              <a:t> ,accesat la 10 aprilie 2024.</a:t>
            </a:r>
            <a:endParaRPr lang="ro-RO" sz="1800" b="0" dirty="0">
              <a:effectLst/>
            </a:endParaRPr>
          </a:p>
          <a:p>
            <a:pPr algn="just" rtl="0">
              <a:spcBef>
                <a:spcPts val="1200"/>
              </a:spcBef>
              <a:spcAft>
                <a:spcPts val="0"/>
              </a:spcAft>
            </a:pPr>
            <a:r>
              <a:rPr lang="ro-RO" sz="1800" b="0" i="0" u="none" strike="noStrike" dirty="0">
                <a:solidFill>
                  <a:srgbClr val="000000"/>
                </a:solidFill>
                <a:effectLst/>
                <a:latin typeface="Times New Roman" panose="02020603050405020304" pitchFamily="18" charset="0"/>
              </a:rPr>
              <a:t>[10]</a:t>
            </a:r>
            <a:r>
              <a:rPr lang="ro-RO" sz="1600" b="0" i="0" u="none" strike="noStrike" dirty="0">
                <a:solidFill>
                  <a:srgbClr val="000000"/>
                </a:solidFill>
                <a:effectLst/>
                <a:latin typeface="Arial" panose="020B0604020202020204" pitchFamily="34" charset="0"/>
              </a:rPr>
              <a:t> </a:t>
            </a:r>
            <a:r>
              <a:rPr lang="ro-RO" sz="1800" b="0" i="0" u="none" strike="noStrike" dirty="0" err="1">
                <a:solidFill>
                  <a:srgbClr val="000000"/>
                </a:solidFill>
                <a:effectLst/>
                <a:latin typeface="Times New Roman" panose="02020603050405020304" pitchFamily="18" charset="0"/>
              </a:rPr>
              <a:t>Supporting</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students</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through</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the</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fight</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flight</a:t>
            </a:r>
            <a:r>
              <a:rPr lang="ro-RO" sz="1800" b="0" i="0" u="none" strike="noStrike" dirty="0">
                <a:solidFill>
                  <a:srgbClr val="000000"/>
                </a:solidFill>
                <a:effectLst/>
                <a:latin typeface="Times New Roman" panose="02020603050405020304" pitchFamily="18" charset="0"/>
              </a:rPr>
              <a:t> or </a:t>
            </a:r>
            <a:r>
              <a:rPr lang="ro-RO" sz="1800" b="0" i="0" u="none" strike="noStrike" dirty="0" err="1">
                <a:solidFill>
                  <a:srgbClr val="000000"/>
                </a:solidFill>
                <a:effectLst/>
                <a:latin typeface="Times New Roman" panose="02020603050405020304" pitchFamily="18" charset="0"/>
              </a:rPr>
              <a:t>freeze</a:t>
            </a:r>
            <a:r>
              <a:rPr lang="ro-RO" sz="1800" b="0" i="0" u="none" strike="noStrike" dirty="0">
                <a:solidFill>
                  <a:srgbClr val="000000"/>
                </a:solidFill>
                <a:effectLst/>
                <a:latin typeface="Times New Roman" panose="02020603050405020304" pitchFamily="18" charset="0"/>
              </a:rPr>
              <a:t> </a:t>
            </a:r>
            <a:r>
              <a:rPr lang="ro-RO" sz="1800" b="0" i="0" u="none" strike="noStrike" dirty="0" err="1">
                <a:solidFill>
                  <a:srgbClr val="000000"/>
                </a:solidFill>
                <a:effectLst/>
                <a:latin typeface="Times New Roman" panose="02020603050405020304" pitchFamily="18" charset="0"/>
              </a:rPr>
              <a:t>response</a:t>
            </a:r>
            <a:r>
              <a:rPr lang="ro-RO" sz="1800" b="0" i="0" u="none" strike="noStrike" dirty="0">
                <a:solidFill>
                  <a:srgbClr val="000000"/>
                </a:solidFill>
                <a:effectLst/>
                <a:latin typeface="Times New Roman" panose="02020603050405020304" pitchFamily="18" charset="0"/>
              </a:rPr>
              <a:t>.</a:t>
            </a:r>
            <a:endParaRPr lang="ro-RO" sz="1800" b="0" dirty="0">
              <a:effectLst/>
            </a:endParaRPr>
          </a:p>
          <a:p>
            <a:pPr algn="just" rtl="0">
              <a:spcBef>
                <a:spcPts val="1200"/>
              </a:spcBef>
              <a:spcAft>
                <a:spcPts val="0"/>
              </a:spcAft>
            </a:pPr>
            <a:r>
              <a:rPr lang="ro-RO" sz="1800" b="0" i="0" u="sng" strike="noStrike" dirty="0">
                <a:solidFill>
                  <a:srgbClr val="0097A7"/>
                </a:solidFill>
                <a:effectLst/>
                <a:latin typeface="Times New Roman" panose="02020603050405020304" pitchFamily="18" charset="0"/>
                <a:hlinkClick r:id="rId4"/>
              </a:rPr>
              <a:t>https://www.3plearning.com/blog/supporting-students-through-the-fight-flight-or-freeze-response/</a:t>
            </a:r>
            <a:r>
              <a:rPr lang="ro-RO" sz="1800" b="0" i="0" u="none" strike="noStrike" dirty="0">
                <a:solidFill>
                  <a:srgbClr val="000000"/>
                </a:solidFill>
                <a:effectLst/>
                <a:latin typeface="Times New Roman" panose="02020603050405020304" pitchFamily="18" charset="0"/>
              </a:rPr>
              <a:t> , accesat la 10 aprilie 2024.</a:t>
            </a:r>
            <a:endParaRPr lang="ro-RO" sz="1800" b="0" dirty="0">
              <a:effectLst/>
            </a:endParaRPr>
          </a:p>
          <a:p>
            <a:pPr algn="just" rtl="0">
              <a:spcBef>
                <a:spcPts val="1200"/>
              </a:spcBef>
              <a:spcAft>
                <a:spcPts val="0"/>
              </a:spcAft>
            </a:pPr>
            <a:r>
              <a:rPr lang="ro-RO" sz="1800" b="0" i="0" u="none" strike="noStrike" dirty="0">
                <a:solidFill>
                  <a:srgbClr val="000000"/>
                </a:solidFill>
                <a:effectLst/>
                <a:latin typeface="Times New Roman" panose="02020603050405020304" pitchFamily="18" charset="0"/>
              </a:rPr>
              <a:t>Stresul, Blocajele Emoționale și Impactul Lor Asupra Sănătății.</a:t>
            </a:r>
            <a:endParaRPr lang="ro-RO" sz="1800" b="0" dirty="0">
              <a:effectLst/>
            </a:endParaRPr>
          </a:p>
          <a:p>
            <a:pPr algn="just" rtl="0">
              <a:spcBef>
                <a:spcPts val="1200"/>
              </a:spcBef>
              <a:spcAft>
                <a:spcPts val="0"/>
              </a:spcAft>
            </a:pPr>
            <a:r>
              <a:rPr lang="ro-RO" sz="1800" b="0" i="0" u="sng" strike="noStrike" dirty="0">
                <a:solidFill>
                  <a:srgbClr val="0097A7"/>
                </a:solidFill>
                <a:effectLst/>
                <a:latin typeface="Times New Roman" panose="02020603050405020304" pitchFamily="18" charset="0"/>
                <a:hlinkClick r:id="rId5"/>
              </a:rPr>
              <a:t>https://viataluminata.com/dezvoltare-personala/stresul-blocajele-emotionale-si-impactul-lor-asupra-sanatatii/</a:t>
            </a:r>
            <a:r>
              <a:rPr lang="ro-RO" sz="1800" b="0" i="0" u="none" strike="noStrike" dirty="0">
                <a:solidFill>
                  <a:srgbClr val="000000"/>
                </a:solidFill>
                <a:effectLst/>
                <a:latin typeface="Times New Roman" panose="02020603050405020304" pitchFamily="18" charset="0"/>
              </a:rPr>
              <a:t> , accesat la 6 mai 2024</a:t>
            </a:r>
            <a:endParaRPr lang="ro-RO" sz="1800" b="0" dirty="0">
              <a:effectLst/>
            </a:endParaRPr>
          </a:p>
        </p:txBody>
      </p:sp>
    </p:spTree>
    <p:extLst>
      <p:ext uri="{BB962C8B-B14F-4D97-AF65-F5344CB8AC3E}">
        <p14:creationId xmlns:p14="http://schemas.microsoft.com/office/powerpoint/2010/main" val="3966683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17"/>
        <p:cNvGrpSpPr/>
        <p:nvPr/>
      </p:nvGrpSpPr>
      <p:grpSpPr>
        <a:xfrm>
          <a:off x="0" y="0"/>
          <a:ext cx="0" cy="0"/>
          <a:chOff x="0" y="0"/>
          <a:chExt cx="0" cy="0"/>
        </a:xfrm>
      </p:grpSpPr>
      <p:sp>
        <p:nvSpPr>
          <p:cNvPr id="1418" name="Google Shape;1418;p43"/>
          <p:cNvSpPr txBox="1">
            <a:spLocks noGrp="1"/>
          </p:cNvSpPr>
          <p:nvPr>
            <p:ph type="title"/>
          </p:nvPr>
        </p:nvSpPr>
        <p:spPr>
          <a:xfrm>
            <a:off x="720000" y="1534684"/>
            <a:ext cx="3554820" cy="24658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V</a:t>
            </a:r>
            <a:r>
              <a:rPr lang="ro-RO" sz="3600" dirty="0"/>
              <a:t>ă mulțumim pentru atenția acordată</a:t>
            </a:r>
            <a:r>
              <a:rPr lang="en" sz="3600" dirty="0"/>
              <a:t>!</a:t>
            </a:r>
            <a:endParaRPr dirty="0"/>
          </a:p>
        </p:txBody>
      </p:sp>
      <p:pic>
        <p:nvPicPr>
          <p:cNvPr id="2" name="Picture 1">
            <a:extLst>
              <a:ext uri="{FF2B5EF4-FFF2-40B4-BE49-F238E27FC236}">
                <a16:creationId xmlns:a16="http://schemas.microsoft.com/office/drawing/2014/main" id="{FA4D6AB0-B0D5-6E3F-BCF4-E9B3A3667D92}"/>
              </a:ext>
            </a:extLst>
          </p:cNvPr>
          <p:cNvPicPr>
            <a:picLocks noChangeAspect="1"/>
          </p:cNvPicPr>
          <p:nvPr/>
        </p:nvPicPr>
        <p:blipFill>
          <a:blip r:embed="rId3"/>
          <a:stretch>
            <a:fillRect/>
          </a:stretch>
        </p:blipFill>
        <p:spPr>
          <a:xfrm>
            <a:off x="5424508" y="1031294"/>
            <a:ext cx="2999492" cy="3237257"/>
          </a:xfrm>
          <a:prstGeom prst="rect">
            <a:avLst/>
          </a:prstGeom>
        </p:spPr>
      </p:pic>
      <p:pic>
        <p:nvPicPr>
          <p:cNvPr id="5" name="Picture 4">
            <a:extLst>
              <a:ext uri="{FF2B5EF4-FFF2-40B4-BE49-F238E27FC236}">
                <a16:creationId xmlns:a16="http://schemas.microsoft.com/office/drawing/2014/main" id="{742C36E0-3638-8217-5A99-6E4CA9915CE8}"/>
              </a:ext>
            </a:extLst>
          </p:cNvPr>
          <p:cNvPicPr>
            <a:picLocks noChangeAspect="1"/>
          </p:cNvPicPr>
          <p:nvPr/>
        </p:nvPicPr>
        <p:blipFill>
          <a:blip r:embed="rId4"/>
          <a:stretch>
            <a:fillRect/>
          </a:stretch>
        </p:blipFill>
        <p:spPr>
          <a:xfrm>
            <a:off x="519527" y="3423660"/>
            <a:ext cx="3609145" cy="1402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Youth Mental Health First Aid Workshop by Slidesgo">
  <a:themeElements>
    <a:clrScheme name="Simple Light">
      <a:dk1>
        <a:srgbClr val="332C27"/>
      </a:dk1>
      <a:lt1>
        <a:srgbClr val="E8B0AF"/>
      </a:lt1>
      <a:dk2>
        <a:srgbClr val="FFFFFF"/>
      </a:dk2>
      <a:lt2>
        <a:srgbClr val="F9F6F1"/>
      </a:lt2>
      <a:accent1>
        <a:srgbClr val="EAB56F"/>
      </a:accent1>
      <a:accent2>
        <a:srgbClr val="D8BCA7"/>
      </a:accent2>
      <a:accent3>
        <a:srgbClr val="FFFFFF"/>
      </a:accent3>
      <a:accent4>
        <a:srgbClr val="FFFFFF"/>
      </a:accent4>
      <a:accent5>
        <a:srgbClr val="FFFFFF"/>
      </a:accent5>
      <a:accent6>
        <a:srgbClr val="FFFFFF"/>
      </a:accent6>
      <a:hlink>
        <a:srgbClr val="332C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1422</Words>
  <Application>Microsoft Office PowerPoint</Application>
  <PresentationFormat>On-screen Show (16:9)</PresentationFormat>
  <Paragraphs>116</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Times New Roman</vt:lpstr>
      <vt:lpstr>Yusei Magic</vt:lpstr>
      <vt:lpstr>Hind</vt:lpstr>
      <vt:lpstr>Wingdings</vt:lpstr>
      <vt:lpstr>Roboto Condensed Light</vt:lpstr>
      <vt:lpstr>Arial</vt:lpstr>
      <vt:lpstr>Youth Mental Health First Aid Workshop by Slidesgo</vt:lpstr>
      <vt:lpstr>Impactul stresului și al blocajelor emoționale asupra Sănătății și Succesului Academic  </vt:lpstr>
      <vt:lpstr>03</vt:lpstr>
      <vt:lpstr>Metodologia cercetării</vt:lpstr>
      <vt:lpstr>Scopul cercetării: </vt:lpstr>
      <vt:lpstr>Întrebările de cercetare:  </vt:lpstr>
      <vt:lpstr>Tipul cercetării și metodele de cercetare</vt:lpstr>
      <vt:lpstr>Instrumentul de cercetare și procedura de colectare a datelor</vt:lpstr>
      <vt:lpstr>Eșantionul: </vt:lpstr>
      <vt:lpstr>PowerPoint Presentation</vt:lpstr>
      <vt:lpstr>Metode de prelucrare a datelor:</vt:lpstr>
      <vt:lpstr>Rezultate și discuții  </vt:lpstr>
      <vt:lpstr>2.1.Impactul stresului și al blocajelor emoționale asupra succesului academic</vt:lpstr>
      <vt:lpstr>PowerPoint Presentation</vt:lpstr>
      <vt:lpstr>2.2. Impactul stresului și al blocajelor emoționale asupra sănătății(fizice și mintale)  </vt:lpstr>
      <vt:lpstr>PowerPoint Presentation</vt:lpstr>
      <vt:lpstr>2.3. Impactul stresului și al blocajelor emoționale asupra comportamentului  </vt:lpstr>
      <vt:lpstr>PowerPoint Presentation</vt:lpstr>
      <vt:lpstr>PowerPoint Presentation</vt:lpstr>
      <vt:lpstr>Concluzii</vt:lpstr>
      <vt:lpstr>PowerPoint Presentation</vt:lpstr>
      <vt:lpstr>PowerPoint Presentation</vt:lpstr>
      <vt:lpstr>PowerPoint Presentation</vt:lpstr>
      <vt:lpstr>Diverse locuri, aceleași probleme</vt:lpstr>
      <vt:lpstr>PowerPoint Presentation</vt:lpstr>
      <vt:lpstr>—E.Brobby</vt:lpstr>
      <vt:lpstr>PowerPoint Presentation</vt:lpstr>
      <vt:lpstr>A picture is worth a thousand words</vt:lpstr>
      <vt:lpstr>Bibliografie  </vt:lpstr>
      <vt:lpstr>PowerPoint Presentation</vt:lpstr>
      <vt:lpstr>PowerPoint Presentation</vt:lpstr>
      <vt:lpstr>Vă mulțumim pentru atenția acordată!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Impactul stresului și al blocajelor emoționale asupra Sănătății și Succesului Academic</dc:title>
  <dc:creator>Carmen-Mihaela Tudoroiu</dc:creator>
  <cp:lastModifiedBy>Claudia Padurariu</cp:lastModifiedBy>
  <cp:revision>7</cp:revision>
  <dcterms:modified xsi:type="dcterms:W3CDTF">2024-05-09T14:13:17Z</dcterms:modified>
</cp:coreProperties>
</file>